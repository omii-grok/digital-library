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slideLayouts/slideLayout21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51" r:id="rId2"/>
    <p:sldMasterId id="2147483673" r:id="rId3"/>
  </p:sldMasterIdLst>
  <p:notesMasterIdLst>
    <p:notesMasterId r:id="rId25"/>
  </p:notesMasterIdLst>
  <p:sldIdLst>
    <p:sldId id="363" r:id="rId4"/>
    <p:sldId id="347" r:id="rId5"/>
    <p:sldId id="298" r:id="rId6"/>
    <p:sldId id="309" r:id="rId7"/>
    <p:sldId id="388" r:id="rId8"/>
    <p:sldId id="315" r:id="rId9"/>
    <p:sldId id="316" r:id="rId10"/>
    <p:sldId id="328" r:id="rId11"/>
    <p:sldId id="382" r:id="rId12"/>
    <p:sldId id="383" r:id="rId13"/>
    <p:sldId id="384" r:id="rId14"/>
    <p:sldId id="385" r:id="rId15"/>
    <p:sldId id="377" r:id="rId16"/>
    <p:sldId id="376" r:id="rId17"/>
    <p:sldId id="389" r:id="rId18"/>
    <p:sldId id="390" r:id="rId19"/>
    <p:sldId id="391" r:id="rId20"/>
    <p:sldId id="392" r:id="rId21"/>
    <p:sldId id="393" r:id="rId22"/>
    <p:sldId id="394" r:id="rId23"/>
    <p:sldId id="346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343" autoAdjust="0"/>
  </p:normalViewPr>
  <p:slideViewPr>
    <p:cSldViewPr snapToGrid="0" showGuides="1">
      <p:cViewPr varScale="1">
        <p:scale>
          <a:sx n="68" d="100"/>
          <a:sy n="68" d="100"/>
        </p:scale>
        <p:origin x="816" y="6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theme" Target="theme/theme1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AAF045-FEF6-43EA-9CDC-C84FC3F85E9C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52F1279-6CE4-4169-83D3-4483097B69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55899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476917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506671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>
            <a:extLst>
              <a:ext uri="{FF2B5EF4-FFF2-40B4-BE49-F238E27FC236}">
                <a16:creationId xmlns:a16="http://schemas.microsoft.com/office/drawing/2014/main" id="{23DE32A5-6181-4C51-AD5C-3F1A448478A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339509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</p:spTree>
    <p:extLst>
      <p:ext uri="{BB962C8B-B14F-4D97-AF65-F5344CB8AC3E}">
        <p14:creationId xmlns:p14="http://schemas.microsoft.com/office/powerpoint/2010/main" val="18993242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823200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am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9">
            <a:extLst>
              <a:ext uri="{FF2B5EF4-FFF2-40B4-BE49-F238E27FC236}">
                <a16:creationId xmlns:a16="http://schemas.microsoft.com/office/drawing/2014/main" id="{EF70765A-4598-4D75-8EBE-B820808F655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339509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Our Team LAYOUT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94C30DA3-D434-41BE-9F9E-8CEF940F49AE}"/>
              </a:ext>
            </a:extLst>
          </p:cNvPr>
          <p:cNvGrpSpPr/>
          <p:nvPr userDrawn="1"/>
        </p:nvGrpSpPr>
        <p:grpSpPr>
          <a:xfrm>
            <a:off x="1200508" y="1779191"/>
            <a:ext cx="1512000" cy="2654855"/>
            <a:chOff x="445712" y="1449040"/>
            <a:chExt cx="2113018" cy="3924176"/>
          </a:xfrm>
        </p:grpSpPr>
        <p:sp>
          <p:nvSpPr>
            <p:cNvPr id="5" name="Rounded Rectangle 4">
              <a:extLst>
                <a:ext uri="{FF2B5EF4-FFF2-40B4-BE49-F238E27FC236}">
                  <a16:creationId xmlns:a16="http://schemas.microsoft.com/office/drawing/2014/main" id="{D36CEC37-AE54-4204-926B-C76F46588CF5}"/>
                </a:ext>
              </a:extLst>
            </p:cNvPr>
            <p:cNvSpPr/>
            <p:nvPr userDrawn="1"/>
          </p:nvSpPr>
          <p:spPr>
            <a:xfrm>
              <a:off x="445712" y="1449040"/>
              <a:ext cx="2113018" cy="3924176"/>
            </a:xfrm>
            <a:prstGeom prst="roundRect">
              <a:avLst>
                <a:gd name="adj" fmla="val 13580"/>
              </a:avLst>
            </a:prstGeom>
            <a:solidFill>
              <a:srgbClr val="262626"/>
            </a:solidFill>
            <a:ln w="88900">
              <a:noFill/>
            </a:ln>
            <a:effectLst/>
            <a:scene3d>
              <a:camera prst="perspectiveFront"/>
              <a:lightRig rig="threePt" dir="t"/>
            </a:scene3d>
            <a:sp3d prstMaterial="plastic">
              <a:bevelT w="127000" h="50800"/>
              <a:bevelB w="127000" h="2540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CE60B77A-53FD-4AF2-A307-E9092175FAE6}"/>
                </a:ext>
              </a:extLst>
            </p:cNvPr>
            <p:cNvSpPr/>
            <p:nvPr userDrawn="1"/>
          </p:nvSpPr>
          <p:spPr>
            <a:xfrm>
              <a:off x="1379920" y="1650572"/>
              <a:ext cx="216024" cy="34350"/>
            </a:xfrm>
            <a:prstGeom prst="rect">
              <a:avLst/>
            </a:prstGeom>
            <a:solidFill>
              <a:srgbClr val="B0B0B0"/>
            </a:solidFill>
            <a:ln w="889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/>
            </a:p>
          </p:txBody>
        </p: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C77FDCAC-7B49-41A2-BE9C-391E7056C083}"/>
                </a:ext>
              </a:extLst>
            </p:cNvPr>
            <p:cNvGrpSpPr/>
            <p:nvPr userDrawn="1"/>
          </p:nvGrpSpPr>
          <p:grpSpPr>
            <a:xfrm>
              <a:off x="1407705" y="5045834"/>
              <a:ext cx="211967" cy="211967"/>
              <a:chOff x="1549420" y="5712364"/>
              <a:chExt cx="312583" cy="312583"/>
            </a:xfrm>
          </p:grpSpPr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60F1F554-1B98-471E-A329-2CCFAEA07233}"/>
                  </a:ext>
                </a:extLst>
              </p:cNvPr>
              <p:cNvSpPr/>
              <p:nvPr userDrawn="1"/>
            </p:nvSpPr>
            <p:spPr>
              <a:xfrm>
                <a:off x="1549420" y="5712364"/>
                <a:ext cx="312583" cy="312583"/>
              </a:xfrm>
              <a:prstGeom prst="ellipse">
                <a:avLst/>
              </a:prstGeom>
              <a:gradFill flip="none" rotWithShape="1">
                <a:gsLst>
                  <a:gs pos="0">
                    <a:schemeClr val="tx1">
                      <a:lumMod val="94000"/>
                      <a:lumOff val="6000"/>
                    </a:schemeClr>
                  </a:gs>
                  <a:gs pos="56000">
                    <a:schemeClr val="tx1">
                      <a:lumMod val="65000"/>
                      <a:lumOff val="35000"/>
                    </a:schemeClr>
                  </a:gs>
                  <a:gs pos="91000">
                    <a:schemeClr val="tx1">
                      <a:lumMod val="50000"/>
                      <a:lumOff val="50000"/>
                    </a:schemeClr>
                  </a:gs>
                  <a:gs pos="100000">
                    <a:schemeClr val="bg1">
                      <a:lumMod val="75000"/>
                    </a:schemeClr>
                  </a:gs>
                </a:gsLst>
                <a:lin ang="10800000" scaled="1"/>
                <a:tileRect/>
              </a:gradFill>
              <a:ln w="0">
                <a:solidFill>
                  <a:srgbClr val="262626"/>
                </a:solidFill>
              </a:ln>
              <a:scene3d>
                <a:camera prst="perspectiveFront"/>
                <a:lightRig rig="threePt" dir="t"/>
              </a:scene3d>
              <a:sp3d>
                <a:bevelT w="63500" h="1270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800"/>
              </a:p>
            </p:txBody>
          </p:sp>
          <p:sp>
            <p:nvSpPr>
              <p:cNvPr id="9" name="Rounded Rectangle 8">
                <a:extLst>
                  <a:ext uri="{FF2B5EF4-FFF2-40B4-BE49-F238E27FC236}">
                    <a16:creationId xmlns:a16="http://schemas.microsoft.com/office/drawing/2014/main" id="{6520737B-1186-4E1C-A360-4B9B8D32D5FB}"/>
                  </a:ext>
                </a:extLst>
              </p:cNvPr>
              <p:cNvSpPr/>
              <p:nvPr userDrawn="1"/>
            </p:nvSpPr>
            <p:spPr>
              <a:xfrm>
                <a:off x="1634225" y="5796647"/>
                <a:ext cx="142969" cy="144016"/>
              </a:xfrm>
              <a:prstGeom prst="roundRect">
                <a:avLst/>
              </a:prstGeom>
              <a:solidFill>
                <a:srgbClr val="737373"/>
              </a:solidFill>
              <a:ln w="6350">
                <a:solidFill>
                  <a:srgbClr val="B0B0B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800"/>
              </a:p>
            </p:txBody>
          </p:sp>
        </p:grpSp>
      </p:grpSp>
      <p:grpSp>
        <p:nvGrpSpPr>
          <p:cNvPr id="10" name="Group 3">
            <a:extLst>
              <a:ext uri="{FF2B5EF4-FFF2-40B4-BE49-F238E27FC236}">
                <a16:creationId xmlns:a16="http://schemas.microsoft.com/office/drawing/2014/main" id="{A3D8A21E-0901-48B8-A295-7A257C040765}"/>
              </a:ext>
            </a:extLst>
          </p:cNvPr>
          <p:cNvGrpSpPr/>
          <p:nvPr userDrawn="1"/>
        </p:nvGrpSpPr>
        <p:grpSpPr>
          <a:xfrm>
            <a:off x="3962075" y="1779191"/>
            <a:ext cx="1512000" cy="2654855"/>
            <a:chOff x="445712" y="1449040"/>
            <a:chExt cx="2113018" cy="3924176"/>
          </a:xfrm>
        </p:grpSpPr>
        <p:sp>
          <p:nvSpPr>
            <p:cNvPr id="11" name="Rounded Rectangle 4">
              <a:extLst>
                <a:ext uri="{FF2B5EF4-FFF2-40B4-BE49-F238E27FC236}">
                  <a16:creationId xmlns:a16="http://schemas.microsoft.com/office/drawing/2014/main" id="{6A107028-0C6A-44AE-9857-3E19BFBC6250}"/>
                </a:ext>
              </a:extLst>
            </p:cNvPr>
            <p:cNvSpPr/>
            <p:nvPr userDrawn="1"/>
          </p:nvSpPr>
          <p:spPr>
            <a:xfrm>
              <a:off x="445712" y="1449040"/>
              <a:ext cx="2113018" cy="3924176"/>
            </a:xfrm>
            <a:prstGeom prst="roundRect">
              <a:avLst>
                <a:gd name="adj" fmla="val 13580"/>
              </a:avLst>
            </a:prstGeom>
            <a:solidFill>
              <a:srgbClr val="262626"/>
            </a:solidFill>
            <a:ln w="88900">
              <a:noFill/>
            </a:ln>
            <a:effectLst/>
            <a:scene3d>
              <a:camera prst="perspectiveFront"/>
              <a:lightRig rig="threePt" dir="t"/>
            </a:scene3d>
            <a:sp3d prstMaterial="plastic">
              <a:bevelT w="127000" h="50800"/>
              <a:bevelB w="127000" h="2540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/>
            </a:p>
          </p:txBody>
        </p:sp>
        <p:sp>
          <p:nvSpPr>
            <p:cNvPr id="12" name="Rectangle 5">
              <a:extLst>
                <a:ext uri="{FF2B5EF4-FFF2-40B4-BE49-F238E27FC236}">
                  <a16:creationId xmlns:a16="http://schemas.microsoft.com/office/drawing/2014/main" id="{8B5810DE-111C-4544-99EB-EF865DE49C8A}"/>
                </a:ext>
              </a:extLst>
            </p:cNvPr>
            <p:cNvSpPr/>
            <p:nvPr userDrawn="1"/>
          </p:nvSpPr>
          <p:spPr>
            <a:xfrm>
              <a:off x="1379920" y="1650572"/>
              <a:ext cx="216024" cy="34350"/>
            </a:xfrm>
            <a:prstGeom prst="rect">
              <a:avLst/>
            </a:prstGeom>
            <a:solidFill>
              <a:srgbClr val="B0B0B0"/>
            </a:solidFill>
            <a:ln w="889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/>
            </a:p>
          </p:txBody>
        </p:sp>
        <p:grpSp>
          <p:nvGrpSpPr>
            <p:cNvPr id="13" name="Group 6">
              <a:extLst>
                <a:ext uri="{FF2B5EF4-FFF2-40B4-BE49-F238E27FC236}">
                  <a16:creationId xmlns:a16="http://schemas.microsoft.com/office/drawing/2014/main" id="{0E56DDB0-CF1E-4473-9566-2CF400B1D03B}"/>
                </a:ext>
              </a:extLst>
            </p:cNvPr>
            <p:cNvGrpSpPr/>
            <p:nvPr userDrawn="1"/>
          </p:nvGrpSpPr>
          <p:grpSpPr>
            <a:xfrm>
              <a:off x="1407705" y="5045834"/>
              <a:ext cx="211967" cy="211967"/>
              <a:chOff x="1549420" y="5712364"/>
              <a:chExt cx="312583" cy="312583"/>
            </a:xfrm>
          </p:grpSpPr>
          <p:sp>
            <p:nvSpPr>
              <p:cNvPr id="14" name="Oval 7">
                <a:extLst>
                  <a:ext uri="{FF2B5EF4-FFF2-40B4-BE49-F238E27FC236}">
                    <a16:creationId xmlns:a16="http://schemas.microsoft.com/office/drawing/2014/main" id="{675AE696-9854-4F9F-8328-3D901AB87BC7}"/>
                  </a:ext>
                </a:extLst>
              </p:cNvPr>
              <p:cNvSpPr/>
              <p:nvPr userDrawn="1"/>
            </p:nvSpPr>
            <p:spPr>
              <a:xfrm>
                <a:off x="1549420" y="5712364"/>
                <a:ext cx="312583" cy="312583"/>
              </a:xfrm>
              <a:prstGeom prst="ellipse">
                <a:avLst/>
              </a:prstGeom>
              <a:gradFill flip="none" rotWithShape="1">
                <a:gsLst>
                  <a:gs pos="0">
                    <a:schemeClr val="tx1">
                      <a:lumMod val="94000"/>
                      <a:lumOff val="6000"/>
                    </a:schemeClr>
                  </a:gs>
                  <a:gs pos="56000">
                    <a:schemeClr val="tx1">
                      <a:lumMod val="65000"/>
                      <a:lumOff val="35000"/>
                    </a:schemeClr>
                  </a:gs>
                  <a:gs pos="91000">
                    <a:schemeClr val="tx1">
                      <a:lumMod val="50000"/>
                      <a:lumOff val="50000"/>
                    </a:schemeClr>
                  </a:gs>
                  <a:gs pos="100000">
                    <a:schemeClr val="bg1">
                      <a:lumMod val="75000"/>
                    </a:schemeClr>
                  </a:gs>
                </a:gsLst>
                <a:lin ang="10800000" scaled="1"/>
                <a:tileRect/>
              </a:gradFill>
              <a:ln w="0">
                <a:solidFill>
                  <a:srgbClr val="262626"/>
                </a:solidFill>
              </a:ln>
              <a:scene3d>
                <a:camera prst="perspectiveFront"/>
                <a:lightRig rig="threePt" dir="t"/>
              </a:scene3d>
              <a:sp3d>
                <a:bevelT w="63500" h="1270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800"/>
              </a:p>
            </p:txBody>
          </p:sp>
          <p:sp>
            <p:nvSpPr>
              <p:cNvPr id="15" name="Rounded Rectangle 8">
                <a:extLst>
                  <a:ext uri="{FF2B5EF4-FFF2-40B4-BE49-F238E27FC236}">
                    <a16:creationId xmlns:a16="http://schemas.microsoft.com/office/drawing/2014/main" id="{1EE822FB-BAB6-4765-BAB8-F8CFD8DBD1CA}"/>
                  </a:ext>
                </a:extLst>
              </p:cNvPr>
              <p:cNvSpPr/>
              <p:nvPr userDrawn="1"/>
            </p:nvSpPr>
            <p:spPr>
              <a:xfrm>
                <a:off x="1634225" y="5796647"/>
                <a:ext cx="142969" cy="144016"/>
              </a:xfrm>
              <a:prstGeom prst="roundRect">
                <a:avLst/>
              </a:prstGeom>
              <a:solidFill>
                <a:srgbClr val="737373"/>
              </a:solidFill>
              <a:ln w="6350">
                <a:solidFill>
                  <a:srgbClr val="B0B0B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800"/>
              </a:p>
            </p:txBody>
          </p:sp>
        </p:grpSp>
      </p:grpSp>
      <p:grpSp>
        <p:nvGrpSpPr>
          <p:cNvPr id="16" name="Group 3">
            <a:extLst>
              <a:ext uri="{FF2B5EF4-FFF2-40B4-BE49-F238E27FC236}">
                <a16:creationId xmlns:a16="http://schemas.microsoft.com/office/drawing/2014/main" id="{738D86BF-9B29-48E5-9140-E38AC9180C0A}"/>
              </a:ext>
            </a:extLst>
          </p:cNvPr>
          <p:cNvGrpSpPr/>
          <p:nvPr userDrawn="1"/>
        </p:nvGrpSpPr>
        <p:grpSpPr>
          <a:xfrm>
            <a:off x="6723642" y="1779191"/>
            <a:ext cx="1512000" cy="2654855"/>
            <a:chOff x="445712" y="1449040"/>
            <a:chExt cx="2113018" cy="3924176"/>
          </a:xfrm>
        </p:grpSpPr>
        <p:sp>
          <p:nvSpPr>
            <p:cNvPr id="17" name="Rounded Rectangle 4">
              <a:extLst>
                <a:ext uri="{FF2B5EF4-FFF2-40B4-BE49-F238E27FC236}">
                  <a16:creationId xmlns:a16="http://schemas.microsoft.com/office/drawing/2014/main" id="{C5C12189-4C71-4BA8-8527-F51EDF15CAED}"/>
                </a:ext>
              </a:extLst>
            </p:cNvPr>
            <p:cNvSpPr/>
            <p:nvPr userDrawn="1"/>
          </p:nvSpPr>
          <p:spPr>
            <a:xfrm>
              <a:off x="445712" y="1449040"/>
              <a:ext cx="2113018" cy="3924176"/>
            </a:xfrm>
            <a:prstGeom prst="roundRect">
              <a:avLst>
                <a:gd name="adj" fmla="val 13580"/>
              </a:avLst>
            </a:prstGeom>
            <a:solidFill>
              <a:srgbClr val="262626"/>
            </a:solidFill>
            <a:ln w="88900">
              <a:noFill/>
            </a:ln>
            <a:effectLst/>
            <a:scene3d>
              <a:camera prst="perspectiveFront"/>
              <a:lightRig rig="threePt" dir="t"/>
            </a:scene3d>
            <a:sp3d prstMaterial="plastic">
              <a:bevelT w="127000" h="50800"/>
              <a:bevelB w="127000" h="2540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/>
            </a:p>
          </p:txBody>
        </p:sp>
        <p:sp>
          <p:nvSpPr>
            <p:cNvPr id="18" name="Rectangle 5">
              <a:extLst>
                <a:ext uri="{FF2B5EF4-FFF2-40B4-BE49-F238E27FC236}">
                  <a16:creationId xmlns:a16="http://schemas.microsoft.com/office/drawing/2014/main" id="{B007A9B8-7BCE-4BAD-861E-F43AF30C90AB}"/>
                </a:ext>
              </a:extLst>
            </p:cNvPr>
            <p:cNvSpPr/>
            <p:nvPr userDrawn="1"/>
          </p:nvSpPr>
          <p:spPr>
            <a:xfrm>
              <a:off x="1379920" y="1650572"/>
              <a:ext cx="216024" cy="34350"/>
            </a:xfrm>
            <a:prstGeom prst="rect">
              <a:avLst/>
            </a:prstGeom>
            <a:solidFill>
              <a:srgbClr val="B0B0B0"/>
            </a:solidFill>
            <a:ln w="889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/>
            </a:p>
          </p:txBody>
        </p:sp>
        <p:grpSp>
          <p:nvGrpSpPr>
            <p:cNvPr id="19" name="Group 6">
              <a:extLst>
                <a:ext uri="{FF2B5EF4-FFF2-40B4-BE49-F238E27FC236}">
                  <a16:creationId xmlns:a16="http://schemas.microsoft.com/office/drawing/2014/main" id="{4A5516E4-ACA7-4C98-A9FA-5A5DA37FFCCE}"/>
                </a:ext>
              </a:extLst>
            </p:cNvPr>
            <p:cNvGrpSpPr/>
            <p:nvPr userDrawn="1"/>
          </p:nvGrpSpPr>
          <p:grpSpPr>
            <a:xfrm>
              <a:off x="1407705" y="5045834"/>
              <a:ext cx="211967" cy="211967"/>
              <a:chOff x="1549420" y="5712364"/>
              <a:chExt cx="312583" cy="312583"/>
            </a:xfrm>
          </p:grpSpPr>
          <p:sp>
            <p:nvSpPr>
              <p:cNvPr id="20" name="Oval 7">
                <a:extLst>
                  <a:ext uri="{FF2B5EF4-FFF2-40B4-BE49-F238E27FC236}">
                    <a16:creationId xmlns:a16="http://schemas.microsoft.com/office/drawing/2014/main" id="{1ABA39FE-6EF1-4D4F-88E8-D71FF652C862}"/>
                  </a:ext>
                </a:extLst>
              </p:cNvPr>
              <p:cNvSpPr/>
              <p:nvPr userDrawn="1"/>
            </p:nvSpPr>
            <p:spPr>
              <a:xfrm>
                <a:off x="1549420" y="5712364"/>
                <a:ext cx="312583" cy="312583"/>
              </a:xfrm>
              <a:prstGeom prst="ellipse">
                <a:avLst/>
              </a:prstGeom>
              <a:gradFill flip="none" rotWithShape="1">
                <a:gsLst>
                  <a:gs pos="0">
                    <a:schemeClr val="tx1">
                      <a:lumMod val="94000"/>
                      <a:lumOff val="6000"/>
                    </a:schemeClr>
                  </a:gs>
                  <a:gs pos="56000">
                    <a:schemeClr val="tx1">
                      <a:lumMod val="65000"/>
                      <a:lumOff val="35000"/>
                    </a:schemeClr>
                  </a:gs>
                  <a:gs pos="91000">
                    <a:schemeClr val="tx1">
                      <a:lumMod val="50000"/>
                      <a:lumOff val="50000"/>
                    </a:schemeClr>
                  </a:gs>
                  <a:gs pos="100000">
                    <a:schemeClr val="bg1">
                      <a:lumMod val="75000"/>
                    </a:schemeClr>
                  </a:gs>
                </a:gsLst>
                <a:lin ang="10800000" scaled="1"/>
                <a:tileRect/>
              </a:gradFill>
              <a:ln w="0">
                <a:solidFill>
                  <a:srgbClr val="262626"/>
                </a:solidFill>
              </a:ln>
              <a:scene3d>
                <a:camera prst="perspectiveFront"/>
                <a:lightRig rig="threePt" dir="t"/>
              </a:scene3d>
              <a:sp3d>
                <a:bevelT w="63500" h="1270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800"/>
              </a:p>
            </p:txBody>
          </p:sp>
          <p:sp>
            <p:nvSpPr>
              <p:cNvPr id="21" name="Rounded Rectangle 8">
                <a:extLst>
                  <a:ext uri="{FF2B5EF4-FFF2-40B4-BE49-F238E27FC236}">
                    <a16:creationId xmlns:a16="http://schemas.microsoft.com/office/drawing/2014/main" id="{66C97352-4633-4B25-8910-54F3DE0B49BF}"/>
                  </a:ext>
                </a:extLst>
              </p:cNvPr>
              <p:cNvSpPr/>
              <p:nvPr userDrawn="1"/>
            </p:nvSpPr>
            <p:spPr>
              <a:xfrm>
                <a:off x="1634225" y="5796647"/>
                <a:ext cx="142969" cy="144016"/>
              </a:xfrm>
              <a:prstGeom prst="roundRect">
                <a:avLst/>
              </a:prstGeom>
              <a:solidFill>
                <a:srgbClr val="737373"/>
              </a:solidFill>
              <a:ln w="6350">
                <a:solidFill>
                  <a:srgbClr val="B0B0B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800"/>
              </a:p>
            </p:txBody>
          </p:sp>
        </p:grpSp>
      </p:grpSp>
      <p:grpSp>
        <p:nvGrpSpPr>
          <p:cNvPr id="22" name="Group 3">
            <a:extLst>
              <a:ext uri="{FF2B5EF4-FFF2-40B4-BE49-F238E27FC236}">
                <a16:creationId xmlns:a16="http://schemas.microsoft.com/office/drawing/2014/main" id="{04F1116B-7469-4702-BC97-5420486D2D58}"/>
              </a:ext>
            </a:extLst>
          </p:cNvPr>
          <p:cNvGrpSpPr/>
          <p:nvPr userDrawn="1"/>
        </p:nvGrpSpPr>
        <p:grpSpPr>
          <a:xfrm>
            <a:off x="9485208" y="1779191"/>
            <a:ext cx="1512000" cy="2654855"/>
            <a:chOff x="445712" y="1449040"/>
            <a:chExt cx="2113018" cy="3924176"/>
          </a:xfrm>
        </p:grpSpPr>
        <p:sp>
          <p:nvSpPr>
            <p:cNvPr id="23" name="Rounded Rectangle 4">
              <a:extLst>
                <a:ext uri="{FF2B5EF4-FFF2-40B4-BE49-F238E27FC236}">
                  <a16:creationId xmlns:a16="http://schemas.microsoft.com/office/drawing/2014/main" id="{15189DD4-56C8-4F92-A3F9-AA93E4F0FBC1}"/>
                </a:ext>
              </a:extLst>
            </p:cNvPr>
            <p:cNvSpPr/>
            <p:nvPr userDrawn="1"/>
          </p:nvSpPr>
          <p:spPr>
            <a:xfrm>
              <a:off x="445712" y="1449040"/>
              <a:ext cx="2113018" cy="3924176"/>
            </a:xfrm>
            <a:prstGeom prst="roundRect">
              <a:avLst>
                <a:gd name="adj" fmla="val 13580"/>
              </a:avLst>
            </a:prstGeom>
            <a:solidFill>
              <a:srgbClr val="262626"/>
            </a:solidFill>
            <a:ln w="88900">
              <a:noFill/>
            </a:ln>
            <a:effectLst/>
            <a:scene3d>
              <a:camera prst="perspectiveFront"/>
              <a:lightRig rig="threePt" dir="t"/>
            </a:scene3d>
            <a:sp3d prstMaterial="plastic">
              <a:bevelT w="127000" h="50800"/>
              <a:bevelB w="127000" h="2540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/>
            </a:p>
          </p:txBody>
        </p:sp>
        <p:sp>
          <p:nvSpPr>
            <p:cNvPr id="24" name="Rectangle 5">
              <a:extLst>
                <a:ext uri="{FF2B5EF4-FFF2-40B4-BE49-F238E27FC236}">
                  <a16:creationId xmlns:a16="http://schemas.microsoft.com/office/drawing/2014/main" id="{DDFA377A-F4DE-4B15-81AA-EEE8672B6FFD}"/>
                </a:ext>
              </a:extLst>
            </p:cNvPr>
            <p:cNvSpPr/>
            <p:nvPr userDrawn="1"/>
          </p:nvSpPr>
          <p:spPr>
            <a:xfrm>
              <a:off x="1379920" y="1650572"/>
              <a:ext cx="216024" cy="34350"/>
            </a:xfrm>
            <a:prstGeom prst="rect">
              <a:avLst/>
            </a:prstGeom>
            <a:solidFill>
              <a:srgbClr val="B0B0B0"/>
            </a:solidFill>
            <a:ln w="889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/>
            </a:p>
          </p:txBody>
        </p:sp>
        <p:grpSp>
          <p:nvGrpSpPr>
            <p:cNvPr id="25" name="Group 6">
              <a:extLst>
                <a:ext uri="{FF2B5EF4-FFF2-40B4-BE49-F238E27FC236}">
                  <a16:creationId xmlns:a16="http://schemas.microsoft.com/office/drawing/2014/main" id="{CDCB2C5B-89AF-42D3-BF78-E8D584186530}"/>
                </a:ext>
              </a:extLst>
            </p:cNvPr>
            <p:cNvGrpSpPr/>
            <p:nvPr userDrawn="1"/>
          </p:nvGrpSpPr>
          <p:grpSpPr>
            <a:xfrm>
              <a:off x="1407705" y="5045834"/>
              <a:ext cx="211967" cy="211967"/>
              <a:chOff x="1549420" y="5712364"/>
              <a:chExt cx="312583" cy="312583"/>
            </a:xfrm>
          </p:grpSpPr>
          <p:sp>
            <p:nvSpPr>
              <p:cNvPr id="26" name="Oval 7">
                <a:extLst>
                  <a:ext uri="{FF2B5EF4-FFF2-40B4-BE49-F238E27FC236}">
                    <a16:creationId xmlns:a16="http://schemas.microsoft.com/office/drawing/2014/main" id="{9C3DE81D-34C4-48C5-A7F5-234384138E35}"/>
                  </a:ext>
                </a:extLst>
              </p:cNvPr>
              <p:cNvSpPr/>
              <p:nvPr userDrawn="1"/>
            </p:nvSpPr>
            <p:spPr>
              <a:xfrm>
                <a:off x="1549420" y="5712364"/>
                <a:ext cx="312583" cy="312583"/>
              </a:xfrm>
              <a:prstGeom prst="ellipse">
                <a:avLst/>
              </a:prstGeom>
              <a:gradFill flip="none" rotWithShape="1">
                <a:gsLst>
                  <a:gs pos="0">
                    <a:schemeClr val="tx1">
                      <a:lumMod val="94000"/>
                      <a:lumOff val="6000"/>
                    </a:schemeClr>
                  </a:gs>
                  <a:gs pos="56000">
                    <a:schemeClr val="tx1">
                      <a:lumMod val="65000"/>
                      <a:lumOff val="35000"/>
                    </a:schemeClr>
                  </a:gs>
                  <a:gs pos="91000">
                    <a:schemeClr val="tx1">
                      <a:lumMod val="50000"/>
                      <a:lumOff val="50000"/>
                    </a:schemeClr>
                  </a:gs>
                  <a:gs pos="100000">
                    <a:schemeClr val="bg1">
                      <a:lumMod val="75000"/>
                    </a:schemeClr>
                  </a:gs>
                </a:gsLst>
                <a:lin ang="10800000" scaled="1"/>
                <a:tileRect/>
              </a:gradFill>
              <a:ln w="0">
                <a:solidFill>
                  <a:srgbClr val="262626"/>
                </a:solidFill>
              </a:ln>
              <a:scene3d>
                <a:camera prst="perspectiveFront"/>
                <a:lightRig rig="threePt" dir="t"/>
              </a:scene3d>
              <a:sp3d>
                <a:bevelT w="63500" h="1270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800"/>
              </a:p>
            </p:txBody>
          </p:sp>
          <p:sp>
            <p:nvSpPr>
              <p:cNvPr id="27" name="Rounded Rectangle 8">
                <a:extLst>
                  <a:ext uri="{FF2B5EF4-FFF2-40B4-BE49-F238E27FC236}">
                    <a16:creationId xmlns:a16="http://schemas.microsoft.com/office/drawing/2014/main" id="{753A738C-E9C5-4E32-A7A1-0F88BCDA2416}"/>
                  </a:ext>
                </a:extLst>
              </p:cNvPr>
              <p:cNvSpPr/>
              <p:nvPr userDrawn="1"/>
            </p:nvSpPr>
            <p:spPr>
              <a:xfrm>
                <a:off x="1634225" y="5796647"/>
                <a:ext cx="142969" cy="144016"/>
              </a:xfrm>
              <a:prstGeom prst="roundRect">
                <a:avLst/>
              </a:prstGeom>
              <a:solidFill>
                <a:srgbClr val="737373"/>
              </a:solidFill>
              <a:ln w="6350">
                <a:solidFill>
                  <a:srgbClr val="B0B0B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800"/>
              </a:p>
            </p:txBody>
          </p:sp>
        </p:grpSp>
      </p:grpSp>
      <p:sp>
        <p:nvSpPr>
          <p:cNvPr id="28" name="그림 개체 틀 2">
            <a:extLst>
              <a:ext uri="{FF2B5EF4-FFF2-40B4-BE49-F238E27FC236}">
                <a16:creationId xmlns:a16="http://schemas.microsoft.com/office/drawing/2014/main" id="{CB46EA28-DC0E-4334-ACB7-F2FA90F1903A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290508" y="2037611"/>
            <a:ext cx="1332000" cy="2097207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buNone/>
              <a:def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marL="0" lvl="0" algn="ctr"/>
            <a:r>
              <a:rPr lang="en-US" altLang="ko-KR" dirty="0"/>
              <a:t>Place Your Picture Here</a:t>
            </a:r>
            <a:endParaRPr lang="ko-KR" altLang="en-US" dirty="0"/>
          </a:p>
        </p:txBody>
      </p:sp>
      <p:sp>
        <p:nvSpPr>
          <p:cNvPr id="30" name="그림 개체 틀 2">
            <a:extLst>
              <a:ext uri="{FF2B5EF4-FFF2-40B4-BE49-F238E27FC236}">
                <a16:creationId xmlns:a16="http://schemas.microsoft.com/office/drawing/2014/main" id="{7EA98078-7EAF-4581-923B-BCD15A2A257E}"/>
              </a:ext>
            </a:extLst>
          </p:cNvPr>
          <p:cNvSpPr>
            <a:spLocks noGrp="1"/>
          </p:cNvSpPr>
          <p:nvPr>
            <p:ph type="pic" sz="quarter" idx="59" hasCustomPrompt="1"/>
          </p:nvPr>
        </p:nvSpPr>
        <p:spPr>
          <a:xfrm>
            <a:off x="4052075" y="2037611"/>
            <a:ext cx="1332000" cy="2097207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buNone/>
              <a:def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marL="0" lvl="0" algn="ctr"/>
            <a:r>
              <a:rPr lang="en-US" altLang="ko-KR" dirty="0"/>
              <a:t>Place Your Picture Here</a:t>
            </a:r>
            <a:endParaRPr lang="ko-KR" altLang="en-US" dirty="0"/>
          </a:p>
        </p:txBody>
      </p:sp>
      <p:sp>
        <p:nvSpPr>
          <p:cNvPr id="32" name="그림 개체 틀 2">
            <a:extLst>
              <a:ext uri="{FF2B5EF4-FFF2-40B4-BE49-F238E27FC236}">
                <a16:creationId xmlns:a16="http://schemas.microsoft.com/office/drawing/2014/main" id="{443199E8-68A9-4546-8543-4915CC0C5410}"/>
              </a:ext>
            </a:extLst>
          </p:cNvPr>
          <p:cNvSpPr>
            <a:spLocks noGrp="1"/>
          </p:cNvSpPr>
          <p:nvPr>
            <p:ph type="pic" sz="quarter" idx="63" hasCustomPrompt="1"/>
          </p:nvPr>
        </p:nvSpPr>
        <p:spPr>
          <a:xfrm>
            <a:off x="6813642" y="2037611"/>
            <a:ext cx="1332000" cy="2097207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buNone/>
              <a:def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marL="0" lvl="0" algn="ctr"/>
            <a:r>
              <a:rPr lang="en-US" altLang="ko-KR" dirty="0"/>
              <a:t>Place Your Picture Here</a:t>
            </a:r>
            <a:endParaRPr lang="ko-KR" altLang="en-US" dirty="0"/>
          </a:p>
        </p:txBody>
      </p:sp>
      <p:sp>
        <p:nvSpPr>
          <p:cNvPr id="34" name="그림 개체 틀 2">
            <a:extLst>
              <a:ext uri="{FF2B5EF4-FFF2-40B4-BE49-F238E27FC236}">
                <a16:creationId xmlns:a16="http://schemas.microsoft.com/office/drawing/2014/main" id="{7D111F3C-4DF5-4941-AC67-67B80936F5E9}"/>
              </a:ext>
            </a:extLst>
          </p:cNvPr>
          <p:cNvSpPr>
            <a:spLocks noGrp="1"/>
          </p:cNvSpPr>
          <p:nvPr>
            <p:ph type="pic" sz="quarter" idx="67" hasCustomPrompt="1"/>
          </p:nvPr>
        </p:nvSpPr>
        <p:spPr>
          <a:xfrm>
            <a:off x="9575208" y="2037611"/>
            <a:ext cx="1332000" cy="2097207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buNone/>
              <a:def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marL="0" lvl="0" algn="ctr"/>
            <a:r>
              <a:rPr lang="en-US" altLang="ko-KR" dirty="0"/>
              <a:t>Place 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686641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그림 개체 틀 2">
            <a:extLst>
              <a:ext uri="{FF2B5EF4-FFF2-40B4-BE49-F238E27FC236}">
                <a16:creationId xmlns:a16="http://schemas.microsoft.com/office/drawing/2014/main" id="{79E89AF0-20DB-46F0-9A15-2E35A3D0BF50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223554" y="791473"/>
            <a:ext cx="4284617" cy="5574492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ko-KR" dirty="0"/>
              <a:t>Place Your Picture Here And Send To Back</a:t>
            </a:r>
            <a:endParaRPr lang="ko-KR" altLang="en-US" dirty="0"/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16A177AD-A22D-4DBB-BF10-A6EEBF4613E6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5947954" y="791473"/>
            <a:ext cx="2577737" cy="2583302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ko-KR" dirty="0"/>
              <a:t>Place Your Picture Here</a:t>
            </a:r>
            <a:endParaRPr lang="ko-KR" altLang="en-US" dirty="0"/>
          </a:p>
        </p:txBody>
      </p:sp>
      <p:sp>
        <p:nvSpPr>
          <p:cNvPr id="4" name="그림 개체 틀 2">
            <a:extLst>
              <a:ext uri="{FF2B5EF4-FFF2-40B4-BE49-F238E27FC236}">
                <a16:creationId xmlns:a16="http://schemas.microsoft.com/office/drawing/2014/main" id="{9C037173-B5D0-413D-AC9E-FFD6E9E766FD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8965475" y="791473"/>
            <a:ext cx="2577737" cy="2583302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ko-KR" dirty="0"/>
              <a:t>Place 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332950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204451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Contents slide layout"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67F9B499-92A2-4E7D-8966-0C284809B65B}"/>
              </a:ext>
            </a:extLst>
          </p:cNvPr>
          <p:cNvSpPr/>
          <p:nvPr userDrawn="1"/>
        </p:nvSpPr>
        <p:spPr>
          <a:xfrm>
            <a:off x="0" y="1082710"/>
            <a:ext cx="12192000" cy="4692580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83052E92-DCFE-4CC2-BDE0-E540E1CB28CA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1208315"/>
            <a:ext cx="12192000" cy="4441371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ko-KR" dirty="0"/>
              <a:t>Place Your Picture Here And Send To Back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995856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926674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2">
            <a:extLst>
              <a:ext uri="{FF2B5EF4-FFF2-40B4-BE49-F238E27FC236}">
                <a16:creationId xmlns:a16="http://schemas.microsoft.com/office/drawing/2014/main" id="{FF7BDD8C-DBA7-4764-A656-F9194271143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2785633" y="1708875"/>
            <a:ext cx="6624970" cy="2826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tIns="720000" anchor="ctr"/>
          <a:lstStyle>
            <a:lvl1pPr marL="0" marR="0" indent="0" algn="ctr" defTabSz="914400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200">
                <a:latin typeface="+mn-lt"/>
                <a:cs typeface="Arial" pitchFamily="34" charset="0"/>
              </a:defRPr>
            </a:lvl1pPr>
          </a:lstStyle>
          <a:p>
            <a:r>
              <a:rPr lang="en-US" altLang="ko-KR" dirty="0"/>
              <a:t>Insert Your Image And Send To Back</a:t>
            </a:r>
            <a:endParaRPr lang="ko-KR" altLang="en-US" dirty="0"/>
          </a:p>
        </p:txBody>
      </p:sp>
      <p:sp>
        <p:nvSpPr>
          <p:cNvPr id="3" name="Text Placeholder 9">
            <a:extLst>
              <a:ext uri="{FF2B5EF4-FFF2-40B4-BE49-F238E27FC236}">
                <a16:creationId xmlns:a16="http://schemas.microsoft.com/office/drawing/2014/main" id="{E88D4141-DDEB-40F4-B784-0C7E8499AC0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23529" y="339509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</p:spTree>
    <p:extLst>
      <p:ext uri="{BB962C8B-B14F-4D97-AF65-F5344CB8AC3E}">
        <p14:creationId xmlns:p14="http://schemas.microsoft.com/office/powerpoint/2010/main" val="24452834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4868462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D8F181D7-1D78-4A9F-891E-7FF1339D8D06}"/>
              </a:ext>
            </a:extLst>
          </p:cNvPr>
          <p:cNvSpPr>
            <a:spLocks noGrp="1"/>
          </p:cNvSpPr>
          <p:nvPr>
            <p:ph type="pic" idx="10" hasCustomPrompt="1"/>
          </p:nvPr>
        </p:nvSpPr>
        <p:spPr>
          <a:xfrm>
            <a:off x="5015620" y="1422245"/>
            <a:ext cx="7176380" cy="468052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 </a:t>
            </a:r>
            <a:endParaRPr lang="ko-KR" altLang="en-US" dirty="0"/>
          </a:p>
        </p:txBody>
      </p:sp>
      <p:sp>
        <p:nvSpPr>
          <p:cNvPr id="3" name="Text Placeholder 9">
            <a:extLst>
              <a:ext uri="{FF2B5EF4-FFF2-40B4-BE49-F238E27FC236}">
                <a16:creationId xmlns:a16="http://schemas.microsoft.com/office/drawing/2014/main" id="{CB2D35DD-3012-4060-B307-222D845BBC7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23529" y="339509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</p:spTree>
    <p:extLst>
      <p:ext uri="{BB962C8B-B14F-4D97-AF65-F5344CB8AC3E}">
        <p14:creationId xmlns:p14="http://schemas.microsoft.com/office/powerpoint/2010/main" val="391883796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4557430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그림 개체 틀 2">
            <a:extLst>
              <a:ext uri="{FF2B5EF4-FFF2-40B4-BE49-F238E27FC236}">
                <a16:creationId xmlns:a16="http://schemas.microsoft.com/office/drawing/2014/main" id="{96F6EC6F-CD4C-4990-A245-26A2E187E707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4835161" y="1953290"/>
            <a:ext cx="7356839" cy="2198621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>
            <a:noFill/>
          </a:ln>
          <a:effectLst/>
        </p:spPr>
        <p:txBody>
          <a:bodyPr anchor="ctr"/>
          <a:lstStyle>
            <a:lvl1pPr marL="0" indent="0" algn="ctr">
              <a:buFontTx/>
              <a:buNone/>
              <a:defRPr sz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r>
              <a:rPr lang="en-US" altLang="ko-KR" dirty="0"/>
              <a:t>Place Your Picture Here</a:t>
            </a:r>
            <a:endParaRPr lang="ko-KR" altLang="en-US" dirty="0"/>
          </a:p>
        </p:txBody>
      </p:sp>
      <p:sp>
        <p:nvSpPr>
          <p:cNvPr id="5" name="Text Placeholder 9">
            <a:extLst>
              <a:ext uri="{FF2B5EF4-FFF2-40B4-BE49-F238E27FC236}">
                <a16:creationId xmlns:a16="http://schemas.microsoft.com/office/drawing/2014/main" id="{3A2E5076-EB3B-4F2A-B1CA-DF4FCDC804C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23529" y="339509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</p:spTree>
    <p:extLst>
      <p:ext uri="{BB962C8B-B14F-4D97-AF65-F5344CB8AC3E}">
        <p14:creationId xmlns:p14="http://schemas.microsoft.com/office/powerpoint/2010/main" val="375097400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1636620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그림 개체 틀 8">
            <a:extLst>
              <a:ext uri="{FF2B5EF4-FFF2-40B4-BE49-F238E27FC236}">
                <a16:creationId xmlns:a16="http://schemas.microsoft.com/office/drawing/2014/main" id="{2E3BCD6D-C303-4864-B3F7-57504C804BA4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1" y="0"/>
            <a:ext cx="4068000" cy="3429000"/>
          </a:xfrm>
          <a:prstGeom prst="rect">
            <a:avLst/>
          </a:prstGeom>
          <a:solidFill>
            <a:schemeClr val="bg1">
              <a:lumMod val="95000"/>
            </a:schemeClr>
          </a:solidFill>
          <a:effectLst/>
        </p:spPr>
        <p:txBody>
          <a:bodyPr wrap="square" anchor="ctr">
            <a:noAutofit/>
          </a:bodyPr>
          <a:lstStyle>
            <a:lvl1pPr marL="0" marR="0" indent="0" algn="ctr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/>
            </a:lvl1pPr>
          </a:lstStyle>
          <a:p>
            <a:r>
              <a:rPr lang="en-US" altLang="ko-KR" dirty="0"/>
              <a:t>Insert Your Image And Send To Back</a:t>
            </a:r>
            <a:endParaRPr lang="ko-KR" altLang="en-US" dirty="0"/>
          </a:p>
        </p:txBody>
      </p:sp>
      <p:sp>
        <p:nvSpPr>
          <p:cNvPr id="3" name="그림 개체 틀 8">
            <a:extLst>
              <a:ext uri="{FF2B5EF4-FFF2-40B4-BE49-F238E27FC236}">
                <a16:creationId xmlns:a16="http://schemas.microsoft.com/office/drawing/2014/main" id="{3467D47C-FBB8-4493-8D52-7F3F238780FB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4068001" y="3429000"/>
            <a:ext cx="4068000" cy="3429000"/>
          </a:xfrm>
          <a:prstGeom prst="rect">
            <a:avLst/>
          </a:prstGeom>
          <a:solidFill>
            <a:schemeClr val="bg1">
              <a:lumMod val="95000"/>
            </a:schemeClr>
          </a:solidFill>
          <a:effectLst/>
        </p:spPr>
        <p:txBody>
          <a:bodyPr wrap="square" anchor="ctr">
            <a:noAutofit/>
          </a:bodyPr>
          <a:lstStyle>
            <a:lvl1pPr marL="0" marR="0" indent="0" algn="ctr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/>
            </a:lvl1pPr>
          </a:lstStyle>
          <a:p>
            <a:r>
              <a:rPr lang="en-US" altLang="ko-KR" dirty="0"/>
              <a:t>Insert Your Image And Send To Back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6492805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7960406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7483091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NG sets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332482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PNG &amp; Shapes Layout</a:t>
            </a:r>
          </a:p>
        </p:txBody>
      </p:sp>
    </p:spTree>
    <p:extLst>
      <p:ext uri="{BB962C8B-B14F-4D97-AF65-F5344CB8AC3E}">
        <p14:creationId xmlns:p14="http://schemas.microsoft.com/office/powerpoint/2010/main" val="244639275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con se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123478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Icon Sets Layout</a:t>
            </a:r>
          </a:p>
        </p:txBody>
      </p:sp>
      <p:sp>
        <p:nvSpPr>
          <p:cNvPr id="3" name="Rounded Rectangle 2"/>
          <p:cNvSpPr/>
          <p:nvPr userDrawn="1"/>
        </p:nvSpPr>
        <p:spPr>
          <a:xfrm>
            <a:off x="354010" y="1131591"/>
            <a:ext cx="3560767" cy="5402561"/>
          </a:xfrm>
          <a:prstGeom prst="roundRect">
            <a:avLst>
              <a:gd name="adj" fmla="val 3968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1"/>
          </a:p>
        </p:txBody>
      </p:sp>
      <p:sp>
        <p:nvSpPr>
          <p:cNvPr id="4" name="Rounded Rectangle 3"/>
          <p:cNvSpPr/>
          <p:nvPr userDrawn="1"/>
        </p:nvSpPr>
        <p:spPr>
          <a:xfrm>
            <a:off x="531933" y="1347500"/>
            <a:ext cx="153868" cy="5015200"/>
          </a:xfrm>
          <a:prstGeom prst="roundRect">
            <a:avLst>
              <a:gd name="adj" fmla="val 50000"/>
            </a:avLst>
          </a:prstGeom>
          <a:solidFill>
            <a:schemeClr val="bg1">
              <a:alpha val="4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1">
              <a:solidFill>
                <a:schemeClr val="bg1"/>
              </a:solidFill>
            </a:endParaRPr>
          </a:p>
        </p:txBody>
      </p:sp>
      <p:sp>
        <p:nvSpPr>
          <p:cNvPr id="5" name="Half Frame 4"/>
          <p:cNvSpPr/>
          <p:nvPr userDrawn="1"/>
        </p:nvSpPr>
        <p:spPr>
          <a:xfrm rot="5400000">
            <a:off x="3057177" y="1276653"/>
            <a:ext cx="685849" cy="685148"/>
          </a:xfrm>
          <a:prstGeom prst="halfFrame">
            <a:avLst>
              <a:gd name="adj1" fmla="val 23728"/>
              <a:gd name="adj2" fmla="val 24642"/>
            </a:avLst>
          </a:prstGeom>
          <a:solidFill>
            <a:schemeClr val="bg1">
              <a:alpha val="2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1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5644E8BB-F13A-4AE0-889E-633DE4143787}"/>
              </a:ext>
            </a:extLst>
          </p:cNvPr>
          <p:cNvSpPr txBox="1"/>
          <p:nvPr userDrawn="1"/>
        </p:nvSpPr>
        <p:spPr>
          <a:xfrm>
            <a:off x="711704" y="1637214"/>
            <a:ext cx="2232248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You can Resize without losing quality</a:t>
            </a:r>
            <a:endParaRPr lang="ko-KR" altLang="en-US" sz="1400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F2CE2B8B-ED32-491A-95B2-D28904BC432C}"/>
              </a:ext>
            </a:extLst>
          </p:cNvPr>
          <p:cNvSpPr txBox="1"/>
          <p:nvPr userDrawn="1"/>
        </p:nvSpPr>
        <p:spPr>
          <a:xfrm>
            <a:off x="711704" y="2127463"/>
            <a:ext cx="2232248" cy="73866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You can Change Fill Color &amp;</a:t>
            </a:r>
          </a:p>
          <a:p>
            <a:r>
              <a:rPr lang="en-US" altLang="ko-KR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Line Color</a:t>
            </a:r>
            <a:endParaRPr lang="ko-KR" altLang="en-US" sz="1400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962A52DF-2523-4479-BFA3-B5ACE9887E1C}"/>
              </a:ext>
            </a:extLst>
          </p:cNvPr>
          <p:cNvSpPr txBox="1"/>
          <p:nvPr userDrawn="1"/>
        </p:nvSpPr>
        <p:spPr>
          <a:xfrm>
            <a:off x="721229" y="5808438"/>
            <a:ext cx="2232000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4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www.allppt.com</a:t>
            </a:r>
            <a:endParaRPr lang="ko-KR" altLang="en-US" sz="1400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BAAC314F-E96A-4408-95DE-A70E9ED054AF}"/>
              </a:ext>
            </a:extLst>
          </p:cNvPr>
          <p:cNvSpPr txBox="1"/>
          <p:nvPr userDrawn="1"/>
        </p:nvSpPr>
        <p:spPr>
          <a:xfrm>
            <a:off x="721229" y="4450324"/>
            <a:ext cx="2717296" cy="138499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2800" b="1" dirty="0">
                <a:solidFill>
                  <a:schemeClr val="bg1"/>
                </a:solidFill>
                <a:latin typeface="+mn-lt"/>
                <a:ea typeface="+mn-ea"/>
                <a:cs typeface="Arial" pitchFamily="34" charset="0"/>
              </a:rPr>
              <a:t>FREE </a:t>
            </a:r>
          </a:p>
          <a:p>
            <a:r>
              <a:rPr lang="en-US" altLang="ko-KR" sz="2800" b="1" dirty="0">
                <a:solidFill>
                  <a:schemeClr val="bg1"/>
                </a:solidFill>
                <a:latin typeface="+mn-lt"/>
                <a:ea typeface="+mn-ea"/>
                <a:cs typeface="Arial" pitchFamily="34" charset="0"/>
              </a:rPr>
              <a:t>PPT TEMPLATES</a:t>
            </a:r>
          </a:p>
        </p:txBody>
      </p:sp>
    </p:spTree>
    <p:extLst>
      <p:ext uri="{BB962C8B-B14F-4D97-AF65-F5344CB8AC3E}">
        <p14:creationId xmlns:p14="http://schemas.microsoft.com/office/powerpoint/2010/main" val="31367658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847202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5.xml"/><Relationship Id="rId1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5.xml"/><Relationship Id="rId7" Type="http://schemas.openxmlformats.org/officeDocument/2006/relationships/slideLayout" Target="../slideLayouts/slideLayout9.xml"/><Relationship Id="rId12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9.xml"/><Relationship Id="rId2" Type="http://schemas.openxmlformats.org/officeDocument/2006/relationships/slideLayout" Target="../slideLayouts/slideLayout4.xml"/><Relationship Id="rId16" Type="http://schemas.openxmlformats.org/officeDocument/2006/relationships/slideLayout" Target="../slideLayouts/slideLayout18.xml"/><Relationship Id="rId1" Type="http://schemas.openxmlformats.org/officeDocument/2006/relationships/slideLayout" Target="../slideLayouts/slideLayout3.xml"/><Relationship Id="rId6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3.xml"/><Relationship Id="rId5" Type="http://schemas.openxmlformats.org/officeDocument/2006/relationships/slideLayout" Target="../slideLayouts/slideLayout7.xml"/><Relationship Id="rId1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12.xml"/><Relationship Id="rId19" Type="http://schemas.openxmlformats.org/officeDocument/2006/relationships/theme" Target="../theme/theme2.xml"/><Relationship Id="rId4" Type="http://schemas.openxmlformats.org/officeDocument/2006/relationships/slideLayout" Target="../slideLayouts/slideLayout6.xml"/><Relationship Id="rId9" Type="http://schemas.openxmlformats.org/officeDocument/2006/relationships/slideLayout" Target="../slideLayouts/slideLayout11.xml"/><Relationship Id="rId14" Type="http://schemas.openxmlformats.org/officeDocument/2006/relationships/slideLayout" Target="../slideLayouts/slideLayout16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459903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153115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  <p:sldLayoutId id="2147483686" r:id="rId13"/>
    <p:sldLayoutId id="2147483689" r:id="rId14"/>
    <p:sldLayoutId id="2147483688" r:id="rId15"/>
    <p:sldLayoutId id="2147483687" r:id="rId16"/>
    <p:sldLayoutId id="2147483671" r:id="rId17"/>
    <p:sldLayoutId id="2147483672" r:id="rId18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984080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Box 23">
            <a:extLst>
              <a:ext uri="{FF2B5EF4-FFF2-40B4-BE49-F238E27FC236}">
                <a16:creationId xmlns:a16="http://schemas.microsoft.com/office/drawing/2014/main" id="{C8B135A4-E404-492F-A148-A6DA3E196F2F}"/>
              </a:ext>
            </a:extLst>
          </p:cNvPr>
          <p:cNvSpPr txBox="1"/>
          <p:nvPr/>
        </p:nvSpPr>
        <p:spPr>
          <a:xfrm>
            <a:off x="138544" y="2950249"/>
            <a:ext cx="5050575" cy="2585323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5400" dirty="0" smtClean="0">
                <a:solidFill>
                  <a:schemeClr val="bg1"/>
                </a:solidFill>
                <a:latin typeface="+mj-lt"/>
              </a:rPr>
              <a:t>Introduction</a:t>
            </a:r>
          </a:p>
          <a:p>
            <a:pPr algn="ctr"/>
            <a:r>
              <a:rPr lang="en-US" altLang="ko-KR" sz="5400" dirty="0" smtClean="0">
                <a:solidFill>
                  <a:schemeClr val="bg1"/>
                </a:solidFill>
                <a:latin typeface="+mj-lt"/>
                <a:cs typeface="Arial" pitchFamily="34" charset="0"/>
              </a:rPr>
              <a:t>to </a:t>
            </a:r>
          </a:p>
          <a:p>
            <a:pPr algn="ctr"/>
            <a:r>
              <a:rPr lang="en-US" altLang="ko-KR" sz="5400" dirty="0" smtClean="0">
                <a:solidFill>
                  <a:schemeClr val="bg1"/>
                </a:solidFill>
                <a:latin typeface="+mj-lt"/>
                <a:cs typeface="Arial" pitchFamily="34" charset="0"/>
              </a:rPr>
              <a:t>IT-</a:t>
            </a:r>
            <a:r>
              <a:rPr lang="en-US" altLang="ko-KR" sz="5400" dirty="0" err="1" smtClean="0">
                <a:solidFill>
                  <a:schemeClr val="bg1"/>
                </a:solidFill>
                <a:latin typeface="+mj-lt"/>
                <a:cs typeface="Arial" pitchFamily="34" charset="0"/>
              </a:rPr>
              <a:t>ITeS</a:t>
            </a:r>
            <a:r>
              <a:rPr lang="en-US" altLang="ko-KR" sz="5400" dirty="0" smtClean="0">
                <a:solidFill>
                  <a:schemeClr val="bg1"/>
                </a:solidFill>
                <a:latin typeface="+mj-lt"/>
                <a:cs typeface="Arial" pitchFamily="34" charset="0"/>
              </a:rPr>
              <a:t> Industry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E2E8406-E476-4FCC-87EB-2286510252EB}"/>
              </a:ext>
            </a:extLst>
          </p:cNvPr>
          <p:cNvSpPr txBox="1"/>
          <p:nvPr/>
        </p:nvSpPr>
        <p:spPr>
          <a:xfrm>
            <a:off x="470922" y="469769"/>
            <a:ext cx="5597369" cy="83099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4800" b="1" dirty="0" smtClean="0">
                <a:solidFill>
                  <a:schemeClr val="bg1"/>
                </a:solidFill>
                <a:latin typeface="+mj-lt"/>
                <a:cs typeface="Arial" pitchFamily="34" charset="0"/>
              </a:rPr>
              <a:t>Grade 10 – IT 402</a:t>
            </a:r>
            <a:endParaRPr lang="ko-KR" altLang="en-US" sz="4800" b="1" dirty="0">
              <a:solidFill>
                <a:schemeClr val="bg1"/>
              </a:solidFill>
              <a:latin typeface="+mj-lt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130719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5A4BDA0-C270-4764-9C18-A593BCE2C965}"/>
              </a:ext>
            </a:extLst>
          </p:cNvPr>
          <p:cNvSpPr txBox="1"/>
          <p:nvPr/>
        </p:nvSpPr>
        <p:spPr>
          <a:xfrm>
            <a:off x="3864137" y="457133"/>
            <a:ext cx="3971109" cy="92333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r"/>
            <a:r>
              <a:rPr lang="en-US" altLang="ko-KR" sz="5400" b="1" dirty="0" smtClean="0">
                <a:solidFill>
                  <a:schemeClr val="bg1"/>
                </a:solidFill>
                <a:cs typeface="Arial" pitchFamily="34" charset="0"/>
              </a:rPr>
              <a:t>Objectives</a:t>
            </a:r>
            <a:endParaRPr lang="ko-KR" altLang="en-US" sz="5400" b="1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6" name="Oval 2">
            <a:extLst>
              <a:ext uri="{FF2B5EF4-FFF2-40B4-BE49-F238E27FC236}">
                <a16:creationId xmlns:a16="http://schemas.microsoft.com/office/drawing/2014/main" id="{242F4770-0D1D-4BCF-A106-9DB5EA461807}"/>
              </a:ext>
            </a:extLst>
          </p:cNvPr>
          <p:cNvSpPr>
            <a:spLocks noChangeAspect="1"/>
          </p:cNvSpPr>
          <p:nvPr/>
        </p:nvSpPr>
        <p:spPr>
          <a:xfrm>
            <a:off x="1945991" y="3765265"/>
            <a:ext cx="731520" cy="731520"/>
          </a:xfrm>
          <a:prstGeom prst="ellipse">
            <a:avLst/>
          </a:prstGeom>
          <a:solidFill>
            <a:schemeClr val="accent2"/>
          </a:solidFill>
          <a:ln w="63500">
            <a:noFill/>
          </a:ln>
          <a:effectLst>
            <a:innerShdw blurRad="101600" dist="88900" dir="13500000">
              <a:prstClr val="black">
                <a:alpha val="56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00">
              <a:cs typeface="Arial" pitchFamily="34" charset="0"/>
            </a:endParaRPr>
          </a:p>
        </p:txBody>
      </p:sp>
      <p:sp>
        <p:nvSpPr>
          <p:cNvPr id="7" name="Oval 3">
            <a:extLst>
              <a:ext uri="{FF2B5EF4-FFF2-40B4-BE49-F238E27FC236}">
                <a16:creationId xmlns:a16="http://schemas.microsoft.com/office/drawing/2014/main" id="{3D8A877C-EF50-4573-A9A2-F190BCFE56F2}"/>
              </a:ext>
            </a:extLst>
          </p:cNvPr>
          <p:cNvSpPr>
            <a:spLocks noChangeAspect="1"/>
          </p:cNvSpPr>
          <p:nvPr/>
        </p:nvSpPr>
        <p:spPr>
          <a:xfrm>
            <a:off x="1971113" y="2829108"/>
            <a:ext cx="731520" cy="731520"/>
          </a:xfrm>
          <a:prstGeom prst="ellipse">
            <a:avLst/>
          </a:prstGeom>
          <a:solidFill>
            <a:schemeClr val="accent3"/>
          </a:solidFill>
          <a:ln w="63500">
            <a:noFill/>
          </a:ln>
          <a:effectLst>
            <a:innerShdw blurRad="101600" dist="88900" dir="13500000">
              <a:prstClr val="black">
                <a:alpha val="56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00">
              <a:cs typeface="Arial" pitchFamily="34" charset="0"/>
            </a:endParaRPr>
          </a:p>
        </p:txBody>
      </p:sp>
      <p:sp>
        <p:nvSpPr>
          <p:cNvPr id="8" name="Oval 4">
            <a:extLst>
              <a:ext uri="{FF2B5EF4-FFF2-40B4-BE49-F238E27FC236}">
                <a16:creationId xmlns:a16="http://schemas.microsoft.com/office/drawing/2014/main" id="{D2E23B87-7327-4B47-A101-ACB1C8D219FF}"/>
              </a:ext>
            </a:extLst>
          </p:cNvPr>
          <p:cNvSpPr>
            <a:spLocks noChangeAspect="1"/>
          </p:cNvSpPr>
          <p:nvPr/>
        </p:nvSpPr>
        <p:spPr>
          <a:xfrm>
            <a:off x="1944987" y="1972318"/>
            <a:ext cx="731520" cy="731520"/>
          </a:xfrm>
          <a:prstGeom prst="ellipse">
            <a:avLst/>
          </a:prstGeom>
          <a:solidFill>
            <a:schemeClr val="accent4"/>
          </a:solidFill>
          <a:ln w="63500">
            <a:noFill/>
          </a:ln>
          <a:effectLst>
            <a:innerShdw blurRad="101600" dist="88900" dir="13500000">
              <a:prstClr val="black">
                <a:alpha val="56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00">
              <a:cs typeface="Arial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6433B35-0314-4230-A05B-B1AC7DA40B33}"/>
              </a:ext>
            </a:extLst>
          </p:cNvPr>
          <p:cNvSpPr txBox="1"/>
          <p:nvPr/>
        </p:nvSpPr>
        <p:spPr>
          <a:xfrm>
            <a:off x="1986766" y="2050008"/>
            <a:ext cx="703386" cy="646331"/>
          </a:xfrm>
          <a:prstGeom prst="rect">
            <a:avLst/>
          </a:prstGeom>
          <a:noFill/>
        </p:spPr>
        <p:txBody>
          <a:bodyPr wrap="square" lIns="108000" rIns="108000" rtlCol="0">
            <a:spAutoFit/>
          </a:bodyPr>
          <a:lstStyle/>
          <a:p>
            <a:pPr algn="ctr"/>
            <a:r>
              <a:rPr lang="en-US" altLang="ko-KR" sz="3600" b="1" dirty="0" smtClean="0">
                <a:solidFill>
                  <a:schemeClr val="bg1"/>
                </a:solidFill>
                <a:cs typeface="Arial" pitchFamily="34" charset="0"/>
              </a:rPr>
              <a:t>1</a:t>
            </a:r>
            <a:endParaRPr lang="ko-KR" altLang="en-US" sz="3600" b="1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2DD6A24-56ED-434E-9F2F-9B1165C3675D}"/>
              </a:ext>
            </a:extLst>
          </p:cNvPr>
          <p:cNvSpPr txBox="1"/>
          <p:nvPr/>
        </p:nvSpPr>
        <p:spPr>
          <a:xfrm>
            <a:off x="2874247" y="2191661"/>
            <a:ext cx="5660155" cy="523220"/>
          </a:xfrm>
          <a:prstGeom prst="rect">
            <a:avLst/>
          </a:prstGeom>
          <a:noFill/>
        </p:spPr>
        <p:txBody>
          <a:bodyPr wrap="square" lIns="108000" rIns="108000" rtlCol="0">
            <a:spAutoFit/>
          </a:bodyPr>
          <a:lstStyle/>
          <a:p>
            <a:r>
              <a:rPr lang="en-GB" altLang="ko-KR" sz="2800" b="1" dirty="0" smtClean="0">
                <a:solidFill>
                  <a:schemeClr val="accent4"/>
                </a:solidFill>
                <a:cs typeface="Arial" pitchFamily="34" charset="0"/>
              </a:rPr>
              <a:t>Introduction to IT</a:t>
            </a:r>
            <a:endParaRPr lang="ko-KR" altLang="en-US" sz="2800" b="1" dirty="0">
              <a:solidFill>
                <a:schemeClr val="accent4"/>
              </a:solidFill>
              <a:cs typeface="Arial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86D8FDF-4E1A-4E9F-8EAE-AD4ADCF40EDE}"/>
              </a:ext>
            </a:extLst>
          </p:cNvPr>
          <p:cNvSpPr txBox="1"/>
          <p:nvPr/>
        </p:nvSpPr>
        <p:spPr>
          <a:xfrm>
            <a:off x="2011434" y="2898532"/>
            <a:ext cx="677008" cy="646331"/>
          </a:xfrm>
          <a:prstGeom prst="rect">
            <a:avLst/>
          </a:prstGeom>
          <a:noFill/>
        </p:spPr>
        <p:txBody>
          <a:bodyPr wrap="square" lIns="108000" rIns="108000" rtlCol="0">
            <a:spAutoFit/>
          </a:bodyPr>
          <a:lstStyle/>
          <a:p>
            <a:pPr algn="ctr"/>
            <a:r>
              <a:rPr lang="en-US" altLang="ko-KR" sz="3600" b="1" dirty="0" smtClean="0">
                <a:solidFill>
                  <a:schemeClr val="bg1"/>
                </a:solidFill>
                <a:cs typeface="Arial" pitchFamily="34" charset="0"/>
              </a:rPr>
              <a:t>2</a:t>
            </a:r>
            <a:endParaRPr lang="ko-KR" altLang="en-US" sz="3600" b="1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BFB545D-ECC5-4256-9DA7-37396DBA1BC2}"/>
              </a:ext>
            </a:extLst>
          </p:cNvPr>
          <p:cNvSpPr txBox="1"/>
          <p:nvPr/>
        </p:nvSpPr>
        <p:spPr>
          <a:xfrm>
            <a:off x="2874247" y="2975581"/>
            <a:ext cx="4571979" cy="523220"/>
          </a:xfrm>
          <a:prstGeom prst="rect">
            <a:avLst/>
          </a:prstGeom>
          <a:noFill/>
        </p:spPr>
        <p:txBody>
          <a:bodyPr wrap="square" lIns="108000" rIns="108000" rtlCol="0">
            <a:spAutoFit/>
          </a:bodyPr>
          <a:lstStyle/>
          <a:p>
            <a:r>
              <a:rPr lang="en-GB" altLang="ko-KR" sz="2800" b="1" dirty="0" smtClean="0">
                <a:solidFill>
                  <a:schemeClr val="accent3"/>
                </a:solidFill>
                <a:cs typeface="Arial" pitchFamily="34" charset="0"/>
              </a:rPr>
              <a:t>Applications of IT</a:t>
            </a:r>
            <a:endParaRPr lang="ko-KR" altLang="en-US" sz="2800" b="1" dirty="0">
              <a:solidFill>
                <a:schemeClr val="accent3"/>
              </a:solidFill>
              <a:cs typeface="Arial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3DA5B5B-44B3-4125-9F72-FD376171E17C}"/>
              </a:ext>
            </a:extLst>
          </p:cNvPr>
          <p:cNvSpPr txBox="1"/>
          <p:nvPr/>
        </p:nvSpPr>
        <p:spPr>
          <a:xfrm>
            <a:off x="2000959" y="3845745"/>
            <a:ext cx="677008" cy="646331"/>
          </a:xfrm>
          <a:prstGeom prst="rect">
            <a:avLst/>
          </a:prstGeom>
          <a:noFill/>
        </p:spPr>
        <p:txBody>
          <a:bodyPr wrap="square" lIns="108000" rIns="108000" rtlCol="0">
            <a:spAutoFit/>
          </a:bodyPr>
          <a:lstStyle/>
          <a:p>
            <a:pPr algn="ctr"/>
            <a:r>
              <a:rPr lang="en-US" altLang="ko-KR" sz="3600" b="1" dirty="0" smtClean="0">
                <a:solidFill>
                  <a:schemeClr val="bg1"/>
                </a:solidFill>
                <a:cs typeface="Arial" pitchFamily="34" charset="0"/>
              </a:rPr>
              <a:t>3</a:t>
            </a:r>
            <a:endParaRPr lang="ko-KR" altLang="en-US" sz="3600" b="1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44167EA-026E-42EE-9B45-35E69658B2CB}"/>
              </a:ext>
            </a:extLst>
          </p:cNvPr>
          <p:cNvSpPr txBox="1"/>
          <p:nvPr/>
        </p:nvSpPr>
        <p:spPr>
          <a:xfrm>
            <a:off x="2874247" y="3869415"/>
            <a:ext cx="4031652" cy="523220"/>
          </a:xfrm>
          <a:prstGeom prst="rect">
            <a:avLst/>
          </a:prstGeom>
          <a:noFill/>
        </p:spPr>
        <p:txBody>
          <a:bodyPr wrap="square" lIns="108000" rIns="108000" rtlCol="0">
            <a:spAutoFit/>
          </a:bodyPr>
          <a:lstStyle/>
          <a:p>
            <a:r>
              <a:rPr lang="en-GB" altLang="ko-KR" sz="2800" b="1" dirty="0" smtClean="0">
                <a:solidFill>
                  <a:schemeClr val="accent2"/>
                </a:solidFill>
                <a:cs typeface="Arial" pitchFamily="34" charset="0"/>
              </a:rPr>
              <a:t>IT Enabled Services</a:t>
            </a:r>
            <a:endParaRPr lang="ko-KR" altLang="en-US" sz="2800" b="1" dirty="0">
              <a:solidFill>
                <a:schemeClr val="accent2"/>
              </a:solidFill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488225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57C9C667-2B9C-48DC-BC22-F727D3BB3728}"/>
              </a:ext>
            </a:extLst>
          </p:cNvPr>
          <p:cNvSpPr/>
          <p:nvPr/>
        </p:nvSpPr>
        <p:spPr>
          <a:xfrm>
            <a:off x="0" y="4835877"/>
            <a:ext cx="748937" cy="1777059"/>
          </a:xfrm>
          <a:custGeom>
            <a:avLst/>
            <a:gdLst>
              <a:gd name="connsiteX0" fmla="*/ 0 w 705394"/>
              <a:gd name="connsiteY0" fmla="*/ 0 h 1757970"/>
              <a:gd name="connsiteX1" fmla="*/ 0 w 705394"/>
              <a:gd name="connsiteY1" fmla="*/ 0 h 1757970"/>
              <a:gd name="connsiteX2" fmla="*/ 705394 w 705394"/>
              <a:gd name="connsiteY2" fmla="*/ 0 h 1757970"/>
              <a:gd name="connsiteX3" fmla="*/ 705394 w 705394"/>
              <a:gd name="connsiteY3" fmla="*/ 0 h 1757970"/>
              <a:gd name="connsiteX4" fmla="*/ 705394 w 705394"/>
              <a:gd name="connsiteY4" fmla="*/ 1757970 h 1757970"/>
              <a:gd name="connsiteX5" fmla="*/ 705394 w 705394"/>
              <a:gd name="connsiteY5" fmla="*/ 1757970 h 1757970"/>
              <a:gd name="connsiteX6" fmla="*/ 0 w 705394"/>
              <a:gd name="connsiteY6" fmla="*/ 1757970 h 1757970"/>
              <a:gd name="connsiteX7" fmla="*/ 0 w 705394"/>
              <a:gd name="connsiteY7" fmla="*/ 1757970 h 1757970"/>
              <a:gd name="connsiteX8" fmla="*/ 0 w 705394"/>
              <a:gd name="connsiteY8" fmla="*/ 0 h 1757970"/>
              <a:gd name="connsiteX0" fmla="*/ 0 w 705394"/>
              <a:gd name="connsiteY0" fmla="*/ 0 h 1757970"/>
              <a:gd name="connsiteX1" fmla="*/ 0 w 705394"/>
              <a:gd name="connsiteY1" fmla="*/ 0 h 1757970"/>
              <a:gd name="connsiteX2" fmla="*/ 705394 w 705394"/>
              <a:gd name="connsiteY2" fmla="*/ 0 h 1757970"/>
              <a:gd name="connsiteX3" fmla="*/ 496388 w 705394"/>
              <a:gd name="connsiteY3" fmla="*/ 182880 h 1757970"/>
              <a:gd name="connsiteX4" fmla="*/ 705394 w 705394"/>
              <a:gd name="connsiteY4" fmla="*/ 1757970 h 1757970"/>
              <a:gd name="connsiteX5" fmla="*/ 705394 w 705394"/>
              <a:gd name="connsiteY5" fmla="*/ 1757970 h 1757970"/>
              <a:gd name="connsiteX6" fmla="*/ 0 w 705394"/>
              <a:gd name="connsiteY6" fmla="*/ 1757970 h 1757970"/>
              <a:gd name="connsiteX7" fmla="*/ 0 w 705394"/>
              <a:gd name="connsiteY7" fmla="*/ 1757970 h 1757970"/>
              <a:gd name="connsiteX8" fmla="*/ 0 w 705394"/>
              <a:gd name="connsiteY8" fmla="*/ 0 h 1757970"/>
              <a:gd name="connsiteX0" fmla="*/ 0 w 705394"/>
              <a:gd name="connsiteY0" fmla="*/ 0 h 1757970"/>
              <a:gd name="connsiteX1" fmla="*/ 0 w 705394"/>
              <a:gd name="connsiteY1" fmla="*/ 0 h 1757970"/>
              <a:gd name="connsiteX2" fmla="*/ 418011 w 705394"/>
              <a:gd name="connsiteY2" fmla="*/ 17417 h 1757970"/>
              <a:gd name="connsiteX3" fmla="*/ 496388 w 705394"/>
              <a:gd name="connsiteY3" fmla="*/ 182880 h 1757970"/>
              <a:gd name="connsiteX4" fmla="*/ 705394 w 705394"/>
              <a:gd name="connsiteY4" fmla="*/ 1757970 h 1757970"/>
              <a:gd name="connsiteX5" fmla="*/ 705394 w 705394"/>
              <a:gd name="connsiteY5" fmla="*/ 1757970 h 1757970"/>
              <a:gd name="connsiteX6" fmla="*/ 0 w 705394"/>
              <a:gd name="connsiteY6" fmla="*/ 1757970 h 1757970"/>
              <a:gd name="connsiteX7" fmla="*/ 0 w 705394"/>
              <a:gd name="connsiteY7" fmla="*/ 1757970 h 1757970"/>
              <a:gd name="connsiteX8" fmla="*/ 0 w 705394"/>
              <a:gd name="connsiteY8" fmla="*/ 0 h 1757970"/>
              <a:gd name="connsiteX0" fmla="*/ 0 w 748937"/>
              <a:gd name="connsiteY0" fmla="*/ 0 h 1757970"/>
              <a:gd name="connsiteX1" fmla="*/ 0 w 748937"/>
              <a:gd name="connsiteY1" fmla="*/ 0 h 1757970"/>
              <a:gd name="connsiteX2" fmla="*/ 418011 w 748937"/>
              <a:gd name="connsiteY2" fmla="*/ 17417 h 1757970"/>
              <a:gd name="connsiteX3" fmla="*/ 496388 w 748937"/>
              <a:gd name="connsiteY3" fmla="*/ 182880 h 1757970"/>
              <a:gd name="connsiteX4" fmla="*/ 705394 w 748937"/>
              <a:gd name="connsiteY4" fmla="*/ 1757970 h 1757970"/>
              <a:gd name="connsiteX5" fmla="*/ 748937 w 748937"/>
              <a:gd name="connsiteY5" fmla="*/ 1566381 h 1757970"/>
              <a:gd name="connsiteX6" fmla="*/ 0 w 748937"/>
              <a:gd name="connsiteY6" fmla="*/ 1757970 h 1757970"/>
              <a:gd name="connsiteX7" fmla="*/ 0 w 748937"/>
              <a:gd name="connsiteY7" fmla="*/ 1757970 h 1757970"/>
              <a:gd name="connsiteX8" fmla="*/ 0 w 748937"/>
              <a:gd name="connsiteY8" fmla="*/ 0 h 1757970"/>
              <a:gd name="connsiteX0" fmla="*/ 0 w 705394"/>
              <a:gd name="connsiteY0" fmla="*/ 0 h 1775387"/>
              <a:gd name="connsiteX1" fmla="*/ 0 w 705394"/>
              <a:gd name="connsiteY1" fmla="*/ 0 h 1775387"/>
              <a:gd name="connsiteX2" fmla="*/ 418011 w 705394"/>
              <a:gd name="connsiteY2" fmla="*/ 17417 h 1775387"/>
              <a:gd name="connsiteX3" fmla="*/ 496388 w 705394"/>
              <a:gd name="connsiteY3" fmla="*/ 182880 h 1775387"/>
              <a:gd name="connsiteX4" fmla="*/ 705394 w 705394"/>
              <a:gd name="connsiteY4" fmla="*/ 1757970 h 1775387"/>
              <a:gd name="connsiteX5" fmla="*/ 600892 w 705394"/>
              <a:gd name="connsiteY5" fmla="*/ 1775387 h 1775387"/>
              <a:gd name="connsiteX6" fmla="*/ 0 w 705394"/>
              <a:gd name="connsiteY6" fmla="*/ 1757970 h 1775387"/>
              <a:gd name="connsiteX7" fmla="*/ 0 w 705394"/>
              <a:gd name="connsiteY7" fmla="*/ 1757970 h 1775387"/>
              <a:gd name="connsiteX8" fmla="*/ 0 w 705394"/>
              <a:gd name="connsiteY8" fmla="*/ 0 h 1775387"/>
              <a:gd name="connsiteX0" fmla="*/ 0 w 748937"/>
              <a:gd name="connsiteY0" fmla="*/ 0 h 1775387"/>
              <a:gd name="connsiteX1" fmla="*/ 0 w 748937"/>
              <a:gd name="connsiteY1" fmla="*/ 0 h 1775387"/>
              <a:gd name="connsiteX2" fmla="*/ 418011 w 748937"/>
              <a:gd name="connsiteY2" fmla="*/ 17417 h 1775387"/>
              <a:gd name="connsiteX3" fmla="*/ 496388 w 748937"/>
              <a:gd name="connsiteY3" fmla="*/ 182880 h 1775387"/>
              <a:gd name="connsiteX4" fmla="*/ 748937 w 748937"/>
              <a:gd name="connsiteY4" fmla="*/ 1583799 h 1775387"/>
              <a:gd name="connsiteX5" fmla="*/ 600892 w 748937"/>
              <a:gd name="connsiteY5" fmla="*/ 1775387 h 1775387"/>
              <a:gd name="connsiteX6" fmla="*/ 0 w 748937"/>
              <a:gd name="connsiteY6" fmla="*/ 1757970 h 1775387"/>
              <a:gd name="connsiteX7" fmla="*/ 0 w 748937"/>
              <a:gd name="connsiteY7" fmla="*/ 1757970 h 1775387"/>
              <a:gd name="connsiteX8" fmla="*/ 0 w 748937"/>
              <a:gd name="connsiteY8" fmla="*/ 0 h 1775387"/>
              <a:gd name="connsiteX0" fmla="*/ 0 w 748937"/>
              <a:gd name="connsiteY0" fmla="*/ 0 h 1775387"/>
              <a:gd name="connsiteX1" fmla="*/ 0 w 748937"/>
              <a:gd name="connsiteY1" fmla="*/ 0 h 1775387"/>
              <a:gd name="connsiteX2" fmla="*/ 418011 w 748937"/>
              <a:gd name="connsiteY2" fmla="*/ 17417 h 1775387"/>
              <a:gd name="connsiteX3" fmla="*/ 496388 w 748937"/>
              <a:gd name="connsiteY3" fmla="*/ 182880 h 1775387"/>
              <a:gd name="connsiteX4" fmla="*/ 748937 w 748937"/>
              <a:gd name="connsiteY4" fmla="*/ 1583799 h 1775387"/>
              <a:gd name="connsiteX5" fmla="*/ 600892 w 748937"/>
              <a:gd name="connsiteY5" fmla="*/ 1775387 h 1775387"/>
              <a:gd name="connsiteX6" fmla="*/ 0 w 748937"/>
              <a:gd name="connsiteY6" fmla="*/ 1757970 h 1775387"/>
              <a:gd name="connsiteX7" fmla="*/ 0 w 748937"/>
              <a:gd name="connsiteY7" fmla="*/ 1757970 h 1775387"/>
              <a:gd name="connsiteX8" fmla="*/ 0 w 748937"/>
              <a:gd name="connsiteY8" fmla="*/ 0 h 1775387"/>
              <a:gd name="connsiteX0" fmla="*/ 0 w 748937"/>
              <a:gd name="connsiteY0" fmla="*/ 0 h 1777059"/>
              <a:gd name="connsiteX1" fmla="*/ 0 w 748937"/>
              <a:gd name="connsiteY1" fmla="*/ 0 h 1777059"/>
              <a:gd name="connsiteX2" fmla="*/ 418011 w 748937"/>
              <a:gd name="connsiteY2" fmla="*/ 17417 h 1777059"/>
              <a:gd name="connsiteX3" fmla="*/ 496388 w 748937"/>
              <a:gd name="connsiteY3" fmla="*/ 182880 h 1777059"/>
              <a:gd name="connsiteX4" fmla="*/ 748937 w 748937"/>
              <a:gd name="connsiteY4" fmla="*/ 1583799 h 1777059"/>
              <a:gd name="connsiteX5" fmla="*/ 600892 w 748937"/>
              <a:gd name="connsiteY5" fmla="*/ 1775387 h 1777059"/>
              <a:gd name="connsiteX6" fmla="*/ 0 w 748937"/>
              <a:gd name="connsiteY6" fmla="*/ 1757970 h 1777059"/>
              <a:gd name="connsiteX7" fmla="*/ 0 w 748937"/>
              <a:gd name="connsiteY7" fmla="*/ 1757970 h 1777059"/>
              <a:gd name="connsiteX8" fmla="*/ 0 w 748937"/>
              <a:gd name="connsiteY8" fmla="*/ 0 h 17770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48937" h="1777059">
                <a:moveTo>
                  <a:pt x="0" y="0"/>
                </a:moveTo>
                <a:lnTo>
                  <a:pt x="0" y="0"/>
                </a:lnTo>
                <a:lnTo>
                  <a:pt x="418011" y="17417"/>
                </a:lnTo>
                <a:lnTo>
                  <a:pt x="496388" y="182880"/>
                </a:lnTo>
                <a:lnTo>
                  <a:pt x="748937" y="1583799"/>
                </a:lnTo>
                <a:cubicBezTo>
                  <a:pt x="743132" y="1708622"/>
                  <a:pt x="676366" y="1789901"/>
                  <a:pt x="600892" y="1775387"/>
                </a:cubicBezTo>
                <a:lnTo>
                  <a:pt x="0" y="1757970"/>
                </a:lnTo>
                <a:lnTo>
                  <a:pt x="0" y="175797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735F7F3-C1B5-4B60-A00A-4EB618DDFB5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6982" y="245790"/>
            <a:ext cx="4364182" cy="724247"/>
          </a:xfrm>
        </p:spPr>
        <p:txBody>
          <a:bodyPr/>
          <a:lstStyle/>
          <a:p>
            <a:r>
              <a:rPr lang="en-US" b="1" dirty="0" smtClean="0">
                <a:solidFill>
                  <a:srgbClr val="7030A0"/>
                </a:solidFill>
              </a:rPr>
              <a:t>Introduction</a:t>
            </a:r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1D732EBC-8CF1-45E5-B0F1-FC5FAA704529}"/>
              </a:ext>
            </a:extLst>
          </p:cNvPr>
          <p:cNvGrpSpPr/>
          <p:nvPr/>
        </p:nvGrpSpPr>
        <p:grpSpPr>
          <a:xfrm>
            <a:off x="351237" y="3406765"/>
            <a:ext cx="3644110" cy="3046734"/>
            <a:chOff x="593248" y="-39"/>
            <a:chExt cx="11004531" cy="6855463"/>
          </a:xfrm>
        </p:grpSpPr>
        <p:sp>
          <p:nvSpPr>
            <p:cNvPr id="23" name="자유형: 도형 22">
              <a:extLst>
                <a:ext uri="{FF2B5EF4-FFF2-40B4-BE49-F238E27FC236}">
                  <a16:creationId xmlns:a16="http://schemas.microsoft.com/office/drawing/2014/main" id="{E1F07239-4247-4640-9A11-B1F5FAF8AC6F}"/>
                </a:ext>
              </a:extLst>
            </p:cNvPr>
            <p:cNvSpPr/>
            <p:nvPr/>
          </p:nvSpPr>
          <p:spPr>
            <a:xfrm>
              <a:off x="2724939" y="-39"/>
              <a:ext cx="8859769" cy="5261333"/>
            </a:xfrm>
            <a:custGeom>
              <a:avLst/>
              <a:gdLst>
                <a:gd name="connsiteX0" fmla="*/ 0 w 8859769"/>
                <a:gd name="connsiteY0" fmla="*/ 3417069 h 5261333"/>
                <a:gd name="connsiteX1" fmla="*/ 2977037 w 8859769"/>
                <a:gd name="connsiteY1" fmla="*/ 5224090 h 5261333"/>
                <a:gd name="connsiteX2" fmla="*/ 3241382 w 8859769"/>
                <a:gd name="connsiteY2" fmla="*/ 5225254 h 5261333"/>
                <a:gd name="connsiteX3" fmla="*/ 8837011 w 8859769"/>
                <a:gd name="connsiteY3" fmla="*/ 1918451 h 5261333"/>
                <a:gd name="connsiteX4" fmla="*/ 8837759 w 8859769"/>
                <a:gd name="connsiteY4" fmla="*/ 1838815 h 5261333"/>
                <a:gd name="connsiteX5" fmla="*/ 5884746 w 8859769"/>
                <a:gd name="connsiteY5" fmla="*/ 28885 h 5261333"/>
                <a:gd name="connsiteX6" fmla="*/ 5685407 w 8859769"/>
                <a:gd name="connsiteY6" fmla="*/ 27056 h 5261333"/>
                <a:gd name="connsiteX7" fmla="*/ 0 w 8859769"/>
                <a:gd name="connsiteY7" fmla="*/ 3417069 h 5261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859769" h="5261333">
                  <a:moveTo>
                    <a:pt x="0" y="3417069"/>
                  </a:moveTo>
                  <a:lnTo>
                    <a:pt x="2977037" y="5224090"/>
                  </a:lnTo>
                  <a:cubicBezTo>
                    <a:pt x="3058169" y="5273301"/>
                    <a:pt x="3159834" y="5273800"/>
                    <a:pt x="3241382" y="5225254"/>
                  </a:cubicBezTo>
                  <a:lnTo>
                    <a:pt x="8837011" y="1918451"/>
                  </a:lnTo>
                  <a:cubicBezTo>
                    <a:pt x="8867020" y="1900578"/>
                    <a:pt x="8867435" y="1857269"/>
                    <a:pt x="8837759" y="1838815"/>
                  </a:cubicBezTo>
                  <a:lnTo>
                    <a:pt x="5884746" y="28885"/>
                  </a:lnTo>
                  <a:cubicBezTo>
                    <a:pt x="5823897" y="-8938"/>
                    <a:pt x="5747004" y="-9686"/>
                    <a:pt x="5685407" y="27056"/>
                  </a:cubicBezTo>
                  <a:lnTo>
                    <a:pt x="0" y="3417069"/>
                  </a:lnTo>
                  <a:close/>
                </a:path>
              </a:pathLst>
            </a:custGeom>
            <a:solidFill>
              <a:srgbClr val="26586F"/>
            </a:solidFill>
            <a:ln w="83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4" name="자유형: 도형 23">
              <a:extLst>
                <a:ext uri="{FF2B5EF4-FFF2-40B4-BE49-F238E27FC236}">
                  <a16:creationId xmlns:a16="http://schemas.microsoft.com/office/drawing/2014/main" id="{540C15E9-2729-4A50-9AC5-0021B5D2C4CF}"/>
                </a:ext>
              </a:extLst>
            </p:cNvPr>
            <p:cNvSpPr/>
            <p:nvPr/>
          </p:nvSpPr>
          <p:spPr>
            <a:xfrm>
              <a:off x="2722247" y="1885058"/>
              <a:ext cx="8875532" cy="3725856"/>
            </a:xfrm>
            <a:custGeom>
              <a:avLst/>
              <a:gdLst>
                <a:gd name="connsiteX0" fmla="*/ 8874616 w 8875532"/>
                <a:gd name="connsiteY0" fmla="*/ 24873 h 3725856"/>
                <a:gd name="connsiteX1" fmla="*/ 8856993 w 8875532"/>
                <a:gd name="connsiteY1" fmla="*/ 268 h 3725856"/>
                <a:gd name="connsiteX2" fmla="*/ 8847101 w 8875532"/>
                <a:gd name="connsiteY2" fmla="*/ 21798 h 3725856"/>
                <a:gd name="connsiteX3" fmla="*/ 3287964 w 8875532"/>
                <a:gd name="connsiteY3" fmla="*/ 3310894 h 3725856"/>
                <a:gd name="connsiteX4" fmla="*/ 2958199 w 8875532"/>
                <a:gd name="connsiteY4" fmla="*/ 3316630 h 3725856"/>
                <a:gd name="connsiteX5" fmla="*/ 10671 w 8875532"/>
                <a:gd name="connsiteY5" fmla="*/ 1528729 h 3725856"/>
                <a:gd name="connsiteX6" fmla="*/ 31 w 8875532"/>
                <a:gd name="connsiteY6" fmla="*/ 1939461 h 3725856"/>
                <a:gd name="connsiteX7" fmla="*/ 39932 w 8875532"/>
                <a:gd name="connsiteY7" fmla="*/ 2005464 h 3725856"/>
                <a:gd name="connsiteX8" fmla="*/ 2828021 w 8875532"/>
                <a:gd name="connsiteY8" fmla="*/ 3636421 h 3725856"/>
                <a:gd name="connsiteX9" fmla="*/ 3080894 w 8875532"/>
                <a:gd name="connsiteY9" fmla="*/ 3722374 h 3725856"/>
                <a:gd name="connsiteX10" fmla="*/ 3202260 w 8875532"/>
                <a:gd name="connsiteY10" fmla="*/ 3722541 h 3725856"/>
                <a:gd name="connsiteX11" fmla="*/ 3345073 w 8875532"/>
                <a:gd name="connsiteY11" fmla="*/ 3677818 h 3725856"/>
                <a:gd name="connsiteX12" fmla="*/ 8845188 w 8875532"/>
                <a:gd name="connsiteY12" fmla="*/ 470186 h 3725856"/>
                <a:gd name="connsiteX13" fmla="*/ 8875530 w 8875532"/>
                <a:gd name="connsiteY13" fmla="*/ 431698 h 3725856"/>
                <a:gd name="connsiteX14" fmla="*/ 8874616 w 8875532"/>
                <a:gd name="connsiteY14" fmla="*/ 24873 h 3725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8875532" h="3725856">
                  <a:moveTo>
                    <a:pt x="8874616" y="24873"/>
                  </a:moveTo>
                  <a:cubicBezTo>
                    <a:pt x="8874616" y="13235"/>
                    <a:pt x="8877691" y="-2226"/>
                    <a:pt x="8856993" y="268"/>
                  </a:cubicBezTo>
                  <a:cubicBezTo>
                    <a:pt x="8863975" y="12238"/>
                    <a:pt x="8856328" y="16394"/>
                    <a:pt x="8847101" y="21798"/>
                  </a:cubicBezTo>
                  <a:cubicBezTo>
                    <a:pt x="8681761" y="119389"/>
                    <a:pt x="3584729" y="3135496"/>
                    <a:pt x="3287964" y="3310894"/>
                  </a:cubicBezTo>
                  <a:cubicBezTo>
                    <a:pt x="3179650" y="3374903"/>
                    <a:pt x="3068093" y="3377064"/>
                    <a:pt x="2958199" y="3316630"/>
                  </a:cubicBezTo>
                  <a:cubicBezTo>
                    <a:pt x="2752625" y="3203577"/>
                    <a:pt x="326804" y="1714851"/>
                    <a:pt x="10671" y="1528729"/>
                  </a:cubicBezTo>
                  <a:cubicBezTo>
                    <a:pt x="10256" y="1662896"/>
                    <a:pt x="2857" y="1805376"/>
                    <a:pt x="31" y="1939461"/>
                  </a:cubicBezTo>
                  <a:cubicBezTo>
                    <a:pt x="-717" y="1973543"/>
                    <a:pt x="12001" y="1989337"/>
                    <a:pt x="39932" y="2005464"/>
                  </a:cubicBezTo>
                  <a:cubicBezTo>
                    <a:pt x="345009" y="2182109"/>
                    <a:pt x="2519453" y="3454704"/>
                    <a:pt x="2828021" y="3636421"/>
                  </a:cubicBezTo>
                  <a:cubicBezTo>
                    <a:pt x="2906660" y="3682723"/>
                    <a:pt x="2987875" y="3719382"/>
                    <a:pt x="3080894" y="3722374"/>
                  </a:cubicBezTo>
                  <a:cubicBezTo>
                    <a:pt x="3121377" y="3727196"/>
                    <a:pt x="3161777" y="3726780"/>
                    <a:pt x="3202260" y="3722541"/>
                  </a:cubicBezTo>
                  <a:cubicBezTo>
                    <a:pt x="3254131" y="3721377"/>
                    <a:pt x="3301514" y="3702258"/>
                    <a:pt x="3345073" y="3677818"/>
                  </a:cubicBezTo>
                  <a:cubicBezTo>
                    <a:pt x="3471094" y="3607077"/>
                    <a:pt x="8618501" y="602525"/>
                    <a:pt x="8845188" y="470186"/>
                  </a:cubicBezTo>
                  <a:cubicBezTo>
                    <a:pt x="8859985" y="461541"/>
                    <a:pt x="8875780" y="456054"/>
                    <a:pt x="8875530" y="431698"/>
                  </a:cubicBezTo>
                  <a:cubicBezTo>
                    <a:pt x="8874034" y="296118"/>
                    <a:pt x="8874865" y="160454"/>
                    <a:pt x="8874616" y="24873"/>
                  </a:cubicBezTo>
                  <a:close/>
                </a:path>
              </a:pathLst>
            </a:custGeom>
            <a:solidFill>
              <a:srgbClr val="174859"/>
            </a:solidFill>
            <a:ln w="83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5" name="자유형: 도형 24">
              <a:extLst>
                <a:ext uri="{FF2B5EF4-FFF2-40B4-BE49-F238E27FC236}">
                  <a16:creationId xmlns:a16="http://schemas.microsoft.com/office/drawing/2014/main" id="{944A8D14-7A24-4A63-B9E2-CF4171D3491B}"/>
                </a:ext>
              </a:extLst>
            </p:cNvPr>
            <p:cNvSpPr/>
            <p:nvPr/>
          </p:nvSpPr>
          <p:spPr>
            <a:xfrm>
              <a:off x="3488961" y="374257"/>
              <a:ext cx="7396545" cy="4439426"/>
            </a:xfrm>
            <a:custGeom>
              <a:avLst/>
              <a:gdLst>
                <a:gd name="connsiteX0" fmla="*/ 16377 w 7396545"/>
                <a:gd name="connsiteY0" fmla="*/ 2723148 h 4439426"/>
                <a:gd name="connsiteX1" fmla="*/ 2841790 w 7396545"/>
                <a:gd name="connsiteY1" fmla="*/ 4424846 h 4439426"/>
                <a:gd name="connsiteX2" fmla="*/ 2945699 w 7396545"/>
                <a:gd name="connsiteY2" fmla="*/ 4425512 h 4439426"/>
                <a:gd name="connsiteX3" fmla="*/ 7378461 w 7396545"/>
                <a:gd name="connsiteY3" fmla="*/ 1835016 h 4439426"/>
                <a:gd name="connsiteX4" fmla="*/ 7377463 w 7396545"/>
                <a:gd name="connsiteY4" fmla="*/ 1771424 h 4439426"/>
                <a:gd name="connsiteX5" fmla="*/ 4552549 w 7396545"/>
                <a:gd name="connsiteY5" fmla="*/ 13365 h 4439426"/>
                <a:gd name="connsiteX6" fmla="*/ 4444235 w 7396545"/>
                <a:gd name="connsiteY6" fmla="*/ 15027 h 4439426"/>
                <a:gd name="connsiteX7" fmla="*/ 16793 w 7396545"/>
                <a:gd name="connsiteY7" fmla="*/ 2664876 h 4439426"/>
                <a:gd name="connsiteX8" fmla="*/ 16377 w 7396545"/>
                <a:gd name="connsiteY8" fmla="*/ 2723148 h 443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96545" h="4439426">
                  <a:moveTo>
                    <a:pt x="16377" y="2723148"/>
                  </a:moveTo>
                  <a:lnTo>
                    <a:pt x="2841790" y="4424846"/>
                  </a:lnTo>
                  <a:cubicBezTo>
                    <a:pt x="2873711" y="4444049"/>
                    <a:pt x="2913529" y="4444298"/>
                    <a:pt x="2945699" y="4425512"/>
                  </a:cubicBezTo>
                  <a:lnTo>
                    <a:pt x="7378461" y="1835016"/>
                  </a:lnTo>
                  <a:cubicBezTo>
                    <a:pt x="7402983" y="1820635"/>
                    <a:pt x="7402485" y="1784973"/>
                    <a:pt x="7377463" y="1771424"/>
                  </a:cubicBezTo>
                  <a:lnTo>
                    <a:pt x="4552549" y="13365"/>
                  </a:lnTo>
                  <a:cubicBezTo>
                    <a:pt x="4518634" y="-5006"/>
                    <a:pt x="4477569" y="-4424"/>
                    <a:pt x="4444235" y="15027"/>
                  </a:cubicBezTo>
                  <a:lnTo>
                    <a:pt x="16793" y="2664876"/>
                  </a:lnTo>
                  <a:cubicBezTo>
                    <a:pt x="-5402" y="2677843"/>
                    <a:pt x="-5652" y="2709847"/>
                    <a:pt x="16377" y="2723148"/>
                  </a:cubicBez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 w="83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6" name="자유형: 도형 25">
              <a:extLst>
                <a:ext uri="{FF2B5EF4-FFF2-40B4-BE49-F238E27FC236}">
                  <a16:creationId xmlns:a16="http://schemas.microsoft.com/office/drawing/2014/main" id="{41476A20-5FBD-4D83-BFD7-592918334E84}"/>
                </a:ext>
              </a:extLst>
            </p:cNvPr>
            <p:cNvSpPr/>
            <p:nvPr/>
          </p:nvSpPr>
          <p:spPr>
            <a:xfrm>
              <a:off x="593248" y="100251"/>
              <a:ext cx="10255469" cy="6755173"/>
            </a:xfrm>
            <a:custGeom>
              <a:avLst/>
              <a:gdLst>
                <a:gd name="connsiteX0" fmla="*/ 1167414 w 10255469"/>
                <a:gd name="connsiteY0" fmla="*/ 3133150 h 6755173"/>
                <a:gd name="connsiteX1" fmla="*/ 1489615 w 10255469"/>
                <a:gd name="connsiteY1" fmla="*/ 2914692 h 6755173"/>
                <a:gd name="connsiteX2" fmla="*/ 1985553 w 10255469"/>
                <a:gd name="connsiteY2" fmla="*/ 2456660 h 6755173"/>
                <a:gd name="connsiteX3" fmla="*/ 2164775 w 10255469"/>
                <a:gd name="connsiteY3" fmla="*/ 2192814 h 6755173"/>
                <a:gd name="connsiteX4" fmla="*/ 3051826 w 10255469"/>
                <a:gd name="connsiteY4" fmla="*/ 1501029 h 6755173"/>
                <a:gd name="connsiteX5" fmla="*/ 4750199 w 10255469"/>
                <a:gd name="connsiteY5" fmla="*/ 631767 h 6755173"/>
                <a:gd name="connsiteX6" fmla="*/ 6687065 w 10255469"/>
                <a:gd name="connsiteY6" fmla="*/ 0 h 6755173"/>
                <a:gd name="connsiteX7" fmla="*/ 5057770 w 10255469"/>
                <a:gd name="connsiteY7" fmla="*/ 1571105 h 6755173"/>
                <a:gd name="connsiteX8" fmla="*/ 3868386 w 10255469"/>
                <a:gd name="connsiteY8" fmla="*/ 2285252 h 6755173"/>
                <a:gd name="connsiteX9" fmla="*/ 2672932 w 10255469"/>
                <a:gd name="connsiteY9" fmla="*/ 2993413 h 6755173"/>
                <a:gd name="connsiteX10" fmla="*/ 2187219 w 10255469"/>
                <a:gd name="connsiteY10" fmla="*/ 3280202 h 6755173"/>
                <a:gd name="connsiteX11" fmla="*/ 2141583 w 10255469"/>
                <a:gd name="connsiteY11" fmla="*/ 3324260 h 6755173"/>
                <a:gd name="connsiteX12" fmla="*/ 2140585 w 10255469"/>
                <a:gd name="connsiteY12" fmla="*/ 3722606 h 6755173"/>
                <a:gd name="connsiteX13" fmla="*/ 2173753 w 10255469"/>
                <a:gd name="connsiteY13" fmla="*/ 3779631 h 6755173"/>
                <a:gd name="connsiteX14" fmla="*/ 3374028 w 10255469"/>
                <a:gd name="connsiteY14" fmla="*/ 4480311 h 6755173"/>
                <a:gd name="connsiteX15" fmla="*/ 4100975 w 10255469"/>
                <a:gd name="connsiteY15" fmla="*/ 4905590 h 6755173"/>
                <a:gd name="connsiteX16" fmla="*/ 5010388 w 10255469"/>
                <a:gd name="connsiteY16" fmla="*/ 5437854 h 6755173"/>
                <a:gd name="connsiteX17" fmla="*/ 5215795 w 10255469"/>
                <a:gd name="connsiteY17" fmla="*/ 5498953 h 6755173"/>
                <a:gd name="connsiteX18" fmla="*/ 5324110 w 10255469"/>
                <a:gd name="connsiteY18" fmla="*/ 5499202 h 6755173"/>
                <a:gd name="connsiteX19" fmla="*/ 5519875 w 10255469"/>
                <a:gd name="connsiteY19" fmla="*/ 5423306 h 6755173"/>
                <a:gd name="connsiteX20" fmla="*/ 6753983 w 10255469"/>
                <a:gd name="connsiteY20" fmla="*/ 4706750 h 6755173"/>
                <a:gd name="connsiteX21" fmla="*/ 6816494 w 10255469"/>
                <a:gd name="connsiteY21" fmla="*/ 4620629 h 6755173"/>
                <a:gd name="connsiteX22" fmla="*/ 6830459 w 10255469"/>
                <a:gd name="connsiteY22" fmla="*/ 4555790 h 6755173"/>
                <a:gd name="connsiteX23" fmla="*/ 6822895 w 10255469"/>
                <a:gd name="connsiteY23" fmla="*/ 4450967 h 6755173"/>
                <a:gd name="connsiteX24" fmla="*/ 6764706 w 10255469"/>
                <a:gd name="connsiteY24" fmla="*/ 4295602 h 6755173"/>
                <a:gd name="connsiteX25" fmla="*/ 6717905 w 10255469"/>
                <a:gd name="connsiteY25" fmla="*/ 4161268 h 6755173"/>
                <a:gd name="connsiteX26" fmla="*/ 6527544 w 10255469"/>
                <a:gd name="connsiteY26" fmla="*/ 3872401 h 6755173"/>
                <a:gd name="connsiteX27" fmla="*/ 6182981 w 10255469"/>
                <a:gd name="connsiteY27" fmla="*/ 3580125 h 6755173"/>
                <a:gd name="connsiteX28" fmla="*/ 6044824 w 10255469"/>
                <a:gd name="connsiteY28" fmla="*/ 3329663 h 6755173"/>
                <a:gd name="connsiteX29" fmla="*/ 6074833 w 10255469"/>
                <a:gd name="connsiteY29" fmla="*/ 3154015 h 6755173"/>
                <a:gd name="connsiteX30" fmla="*/ 6131359 w 10255469"/>
                <a:gd name="connsiteY30" fmla="*/ 3183941 h 6755173"/>
                <a:gd name="connsiteX31" fmla="*/ 6399362 w 10255469"/>
                <a:gd name="connsiteY31" fmla="*/ 3346122 h 6755173"/>
                <a:gd name="connsiteX32" fmla="*/ 6548160 w 10255469"/>
                <a:gd name="connsiteY32" fmla="*/ 3374552 h 6755173"/>
                <a:gd name="connsiteX33" fmla="*/ 6724472 w 10255469"/>
                <a:gd name="connsiteY33" fmla="*/ 3240468 h 6755173"/>
                <a:gd name="connsiteX34" fmla="*/ 6754980 w 10255469"/>
                <a:gd name="connsiteY34" fmla="*/ 3192919 h 6755173"/>
                <a:gd name="connsiteX35" fmla="*/ 6808015 w 10255469"/>
                <a:gd name="connsiteY35" fmla="*/ 3212703 h 6755173"/>
                <a:gd name="connsiteX36" fmla="*/ 7246678 w 10255469"/>
                <a:gd name="connsiteY36" fmla="*/ 3493673 h 6755173"/>
                <a:gd name="connsiteX37" fmla="*/ 7294310 w 10255469"/>
                <a:gd name="connsiteY37" fmla="*/ 3549285 h 6755173"/>
                <a:gd name="connsiteX38" fmla="*/ 7405783 w 10255469"/>
                <a:gd name="connsiteY38" fmla="*/ 3770986 h 6755173"/>
                <a:gd name="connsiteX39" fmla="*/ 7585255 w 10255469"/>
                <a:gd name="connsiteY39" fmla="*/ 4121201 h 6755173"/>
                <a:gd name="connsiteX40" fmla="*/ 7647019 w 10255469"/>
                <a:gd name="connsiteY40" fmla="*/ 4169415 h 6755173"/>
                <a:gd name="connsiteX41" fmla="*/ 7655581 w 10255469"/>
                <a:gd name="connsiteY41" fmla="*/ 4097842 h 6755173"/>
                <a:gd name="connsiteX42" fmla="*/ 7606702 w 10255469"/>
                <a:gd name="connsiteY42" fmla="*/ 3804154 h 6755173"/>
                <a:gd name="connsiteX43" fmla="*/ 7621167 w 10255469"/>
                <a:gd name="connsiteY43" fmla="*/ 3640060 h 6755173"/>
                <a:gd name="connsiteX44" fmla="*/ 7476193 w 10255469"/>
                <a:gd name="connsiteY44" fmla="*/ 3428834 h 6755173"/>
                <a:gd name="connsiteX45" fmla="*/ 7227808 w 10255469"/>
                <a:gd name="connsiteY45" fmla="*/ 3037637 h 6755173"/>
                <a:gd name="connsiteX46" fmla="*/ 7128887 w 10255469"/>
                <a:gd name="connsiteY46" fmla="*/ 2670879 h 6755173"/>
                <a:gd name="connsiteX47" fmla="*/ 7153742 w 10255469"/>
                <a:gd name="connsiteY47" fmla="*/ 2580853 h 6755173"/>
                <a:gd name="connsiteX48" fmla="*/ 7192728 w 10255469"/>
                <a:gd name="connsiteY48" fmla="*/ 2602299 h 6755173"/>
                <a:gd name="connsiteX49" fmla="*/ 7342690 w 10255469"/>
                <a:gd name="connsiteY49" fmla="*/ 2795737 h 6755173"/>
                <a:gd name="connsiteX50" fmla="*/ 7605788 w 10255469"/>
                <a:gd name="connsiteY50" fmla="*/ 2947943 h 6755173"/>
                <a:gd name="connsiteX51" fmla="*/ 7769632 w 10255469"/>
                <a:gd name="connsiteY51" fmla="*/ 2913112 h 6755173"/>
                <a:gd name="connsiteX52" fmla="*/ 7878695 w 10255469"/>
                <a:gd name="connsiteY52" fmla="*/ 2837633 h 6755173"/>
                <a:gd name="connsiteX53" fmla="*/ 7917765 w 10255469"/>
                <a:gd name="connsiteY53" fmla="*/ 2816435 h 6755173"/>
                <a:gd name="connsiteX54" fmla="*/ 7955587 w 10255469"/>
                <a:gd name="connsiteY54" fmla="*/ 2839877 h 6755173"/>
                <a:gd name="connsiteX55" fmla="*/ 8203805 w 10255469"/>
                <a:gd name="connsiteY55" fmla="*/ 3077039 h 6755173"/>
                <a:gd name="connsiteX56" fmla="*/ 8337723 w 10255469"/>
                <a:gd name="connsiteY56" fmla="*/ 3238140 h 6755173"/>
                <a:gd name="connsiteX57" fmla="*/ 8489348 w 10255469"/>
                <a:gd name="connsiteY57" fmla="*/ 3577548 h 6755173"/>
                <a:gd name="connsiteX58" fmla="*/ 8510212 w 10255469"/>
                <a:gd name="connsiteY58" fmla="*/ 3405143 h 6755173"/>
                <a:gd name="connsiteX59" fmla="*/ 8517361 w 10255469"/>
                <a:gd name="connsiteY59" fmla="*/ 3351941 h 6755173"/>
                <a:gd name="connsiteX60" fmla="*/ 8477710 w 10255469"/>
                <a:gd name="connsiteY60" fmla="*/ 3148944 h 6755173"/>
                <a:gd name="connsiteX61" fmla="*/ 8286351 w 10255469"/>
                <a:gd name="connsiteY61" fmla="*/ 2704213 h 6755173"/>
                <a:gd name="connsiteX62" fmla="*/ 8259750 w 10255469"/>
                <a:gd name="connsiteY62" fmla="*/ 2406202 h 6755173"/>
                <a:gd name="connsiteX63" fmla="*/ 8365987 w 10255469"/>
                <a:gd name="connsiteY63" fmla="*/ 2239615 h 6755173"/>
                <a:gd name="connsiteX64" fmla="*/ 8407300 w 10255469"/>
                <a:gd name="connsiteY64" fmla="*/ 2288743 h 6755173"/>
                <a:gd name="connsiteX65" fmla="*/ 8512374 w 10255469"/>
                <a:gd name="connsiteY65" fmla="*/ 2522663 h 6755173"/>
                <a:gd name="connsiteX66" fmla="*/ 8594171 w 10255469"/>
                <a:gd name="connsiteY66" fmla="*/ 2621003 h 6755173"/>
                <a:gd name="connsiteX67" fmla="*/ 8813876 w 10255469"/>
                <a:gd name="connsiteY67" fmla="*/ 2647687 h 6755173"/>
                <a:gd name="connsiteX68" fmla="*/ 8939564 w 10255469"/>
                <a:gd name="connsiteY68" fmla="*/ 2577112 h 6755173"/>
                <a:gd name="connsiteX69" fmla="*/ 8986033 w 10255469"/>
                <a:gd name="connsiteY69" fmla="*/ 2621502 h 6755173"/>
                <a:gd name="connsiteX70" fmla="*/ 9104904 w 10255469"/>
                <a:gd name="connsiteY70" fmla="*/ 2786260 h 6755173"/>
                <a:gd name="connsiteX71" fmla="*/ 9157773 w 10255469"/>
                <a:gd name="connsiteY71" fmla="*/ 2863984 h 6755173"/>
                <a:gd name="connsiteX72" fmla="*/ 9238158 w 10255469"/>
                <a:gd name="connsiteY72" fmla="*/ 2979947 h 6755173"/>
                <a:gd name="connsiteX73" fmla="*/ 9316714 w 10255469"/>
                <a:gd name="connsiteY73" fmla="*/ 3151022 h 6755173"/>
                <a:gd name="connsiteX74" fmla="*/ 10139008 w 10255469"/>
                <a:gd name="connsiteY74" fmla="*/ 2730149 h 6755173"/>
                <a:gd name="connsiteX75" fmla="*/ 10218312 w 10255469"/>
                <a:gd name="connsiteY75" fmla="*/ 2684928 h 6755173"/>
                <a:gd name="connsiteX76" fmla="*/ 10255469 w 10255469"/>
                <a:gd name="connsiteY76" fmla="*/ 2675701 h 6755173"/>
                <a:gd name="connsiteX77" fmla="*/ 10007251 w 10255469"/>
                <a:gd name="connsiteY77" fmla="*/ 3206053 h 6755173"/>
                <a:gd name="connsiteX78" fmla="*/ 9410314 w 10255469"/>
                <a:gd name="connsiteY78" fmla="*/ 3653028 h 6755173"/>
                <a:gd name="connsiteX79" fmla="*/ 9324860 w 10255469"/>
                <a:gd name="connsiteY79" fmla="*/ 3715457 h 6755173"/>
                <a:gd name="connsiteX80" fmla="*/ 9303412 w 10255469"/>
                <a:gd name="connsiteY80" fmla="*/ 3734659 h 6755173"/>
                <a:gd name="connsiteX81" fmla="*/ 9185206 w 10255469"/>
                <a:gd name="connsiteY81" fmla="*/ 3912884 h 6755173"/>
                <a:gd name="connsiteX82" fmla="*/ 8993015 w 10255469"/>
                <a:gd name="connsiteY82" fmla="*/ 4173156 h 6755173"/>
                <a:gd name="connsiteX83" fmla="*/ 8609133 w 10255469"/>
                <a:gd name="connsiteY83" fmla="*/ 4358945 h 6755173"/>
                <a:gd name="connsiteX84" fmla="*/ 8414699 w 10255469"/>
                <a:gd name="connsiteY84" fmla="*/ 4524950 h 6755173"/>
                <a:gd name="connsiteX85" fmla="*/ 8137303 w 10255469"/>
                <a:gd name="connsiteY85" fmla="*/ 4962615 h 6755173"/>
                <a:gd name="connsiteX86" fmla="*/ 7881188 w 10255469"/>
                <a:gd name="connsiteY86" fmla="*/ 5149652 h 6755173"/>
                <a:gd name="connsiteX87" fmla="*/ 7458237 w 10255469"/>
                <a:gd name="connsiteY87" fmla="*/ 5263786 h 6755173"/>
                <a:gd name="connsiteX88" fmla="*/ 7228057 w 10255469"/>
                <a:gd name="connsiteY88" fmla="*/ 5406681 h 6755173"/>
                <a:gd name="connsiteX89" fmla="*/ 6910761 w 10255469"/>
                <a:gd name="connsiteY89" fmla="*/ 5674102 h 6755173"/>
                <a:gd name="connsiteX90" fmla="*/ 6689642 w 10255469"/>
                <a:gd name="connsiteY90" fmla="*/ 5795966 h 6755173"/>
                <a:gd name="connsiteX91" fmla="*/ 6424965 w 10255469"/>
                <a:gd name="connsiteY91" fmla="*/ 5958397 h 6755173"/>
                <a:gd name="connsiteX92" fmla="*/ 5803173 w 10255469"/>
                <a:gd name="connsiteY92" fmla="*/ 6241113 h 6755173"/>
                <a:gd name="connsiteX93" fmla="*/ 5524364 w 10255469"/>
                <a:gd name="connsiteY93" fmla="*/ 6276359 h 6755173"/>
                <a:gd name="connsiteX94" fmla="*/ 4997088 w 10255469"/>
                <a:gd name="connsiteY94" fmla="*/ 6276193 h 6755173"/>
                <a:gd name="connsiteX95" fmla="*/ 4314197 w 10255469"/>
                <a:gd name="connsiteY95" fmla="*/ 6177520 h 6755173"/>
                <a:gd name="connsiteX96" fmla="*/ 3416173 w 10255469"/>
                <a:gd name="connsiteY96" fmla="*/ 6011183 h 6755173"/>
                <a:gd name="connsiteX97" fmla="*/ 2685152 w 10255469"/>
                <a:gd name="connsiteY97" fmla="*/ 5964548 h 6755173"/>
                <a:gd name="connsiteX98" fmla="*/ 1601920 w 10255469"/>
                <a:gd name="connsiteY98" fmla="*/ 6219666 h 6755173"/>
                <a:gd name="connsiteX99" fmla="*/ 1108061 w 10255469"/>
                <a:gd name="connsiteY99" fmla="*/ 6573622 h 6755173"/>
                <a:gd name="connsiteX100" fmla="*/ 968324 w 10255469"/>
                <a:gd name="connsiteY100" fmla="*/ 6690748 h 6755173"/>
                <a:gd name="connsiteX101" fmla="*/ 567484 w 10255469"/>
                <a:gd name="connsiteY101" fmla="*/ 6654505 h 6755173"/>
                <a:gd name="connsiteX102" fmla="*/ 353515 w 10255469"/>
                <a:gd name="connsiteY102" fmla="*/ 6293483 h 6755173"/>
                <a:gd name="connsiteX103" fmla="*/ 161408 w 10255469"/>
                <a:gd name="connsiteY103" fmla="*/ 5524389 h 6755173"/>
                <a:gd name="connsiteX104" fmla="*/ 88754 w 10255469"/>
                <a:gd name="connsiteY104" fmla="*/ 4987720 h 6755173"/>
                <a:gd name="connsiteX105" fmla="*/ 53259 w 10255469"/>
                <a:gd name="connsiteY105" fmla="*/ 4583638 h 6755173"/>
                <a:gd name="connsiteX106" fmla="*/ 13940 w 10255469"/>
                <a:gd name="connsiteY106" fmla="*/ 4009228 h 6755173"/>
                <a:gd name="connsiteX107" fmla="*/ 58 w 10255469"/>
                <a:gd name="connsiteY107" fmla="*/ 3627841 h 6755173"/>
                <a:gd name="connsiteX108" fmla="*/ 27739 w 10255469"/>
                <a:gd name="connsiteY108" fmla="*/ 3601988 h 6755173"/>
                <a:gd name="connsiteX109" fmla="*/ 622598 w 10255469"/>
                <a:gd name="connsiteY109" fmla="*/ 3412208 h 6755173"/>
                <a:gd name="connsiteX110" fmla="*/ 1167414 w 10255469"/>
                <a:gd name="connsiteY110" fmla="*/ 3133150 h 6755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</a:cxnLst>
              <a:rect l="l" t="t" r="r" b="b"/>
              <a:pathLst>
                <a:path w="10255469" h="6755173">
                  <a:moveTo>
                    <a:pt x="1167414" y="3133150"/>
                  </a:moveTo>
                  <a:cubicBezTo>
                    <a:pt x="1281714" y="3070472"/>
                    <a:pt x="1386288" y="2993413"/>
                    <a:pt x="1489615" y="2914692"/>
                  </a:cubicBezTo>
                  <a:cubicBezTo>
                    <a:pt x="1669420" y="2777698"/>
                    <a:pt x="1838833" y="2628651"/>
                    <a:pt x="1985553" y="2456660"/>
                  </a:cubicBezTo>
                  <a:cubicBezTo>
                    <a:pt x="2054299" y="2376110"/>
                    <a:pt x="2102097" y="2278934"/>
                    <a:pt x="2164775" y="2192814"/>
                  </a:cubicBezTo>
                  <a:cubicBezTo>
                    <a:pt x="2394373" y="1877180"/>
                    <a:pt x="2687812" y="1644174"/>
                    <a:pt x="3051826" y="1501029"/>
                  </a:cubicBezTo>
                  <a:cubicBezTo>
                    <a:pt x="3063797" y="1496291"/>
                    <a:pt x="3852425" y="1130531"/>
                    <a:pt x="4750199" y="631767"/>
                  </a:cubicBezTo>
                  <a:cubicBezTo>
                    <a:pt x="5647974" y="374073"/>
                    <a:pt x="6396119" y="67749"/>
                    <a:pt x="6687065" y="0"/>
                  </a:cubicBezTo>
                  <a:cubicBezTo>
                    <a:pt x="7268956" y="615142"/>
                    <a:pt x="5522535" y="1488228"/>
                    <a:pt x="5057770" y="1571105"/>
                  </a:cubicBezTo>
                  <a:cubicBezTo>
                    <a:pt x="4791098" y="1728632"/>
                    <a:pt x="4134725" y="2127227"/>
                    <a:pt x="3868386" y="2285252"/>
                  </a:cubicBezTo>
                  <a:cubicBezTo>
                    <a:pt x="3470040" y="2521500"/>
                    <a:pt x="3071029" y="2756750"/>
                    <a:pt x="2672932" y="2993413"/>
                  </a:cubicBezTo>
                  <a:cubicBezTo>
                    <a:pt x="2511333" y="3089508"/>
                    <a:pt x="2349733" y="3185687"/>
                    <a:pt x="2187219" y="3280202"/>
                  </a:cubicBezTo>
                  <a:cubicBezTo>
                    <a:pt x="2168932" y="3290843"/>
                    <a:pt x="2145074" y="3297576"/>
                    <a:pt x="2141583" y="3324260"/>
                  </a:cubicBezTo>
                  <a:cubicBezTo>
                    <a:pt x="2139671" y="3457097"/>
                    <a:pt x="2141666" y="3589851"/>
                    <a:pt x="2140585" y="3722606"/>
                  </a:cubicBezTo>
                  <a:cubicBezTo>
                    <a:pt x="2140336" y="3749206"/>
                    <a:pt x="2150893" y="3766414"/>
                    <a:pt x="2173753" y="3779631"/>
                  </a:cubicBezTo>
                  <a:cubicBezTo>
                    <a:pt x="2574759" y="4011639"/>
                    <a:pt x="2973770" y="4247055"/>
                    <a:pt x="3374028" y="4480311"/>
                  </a:cubicBezTo>
                  <a:cubicBezTo>
                    <a:pt x="3616593" y="4621627"/>
                    <a:pt x="3858826" y="4763525"/>
                    <a:pt x="4100975" y="4905590"/>
                  </a:cubicBezTo>
                  <a:cubicBezTo>
                    <a:pt x="4403891" y="5083399"/>
                    <a:pt x="4707556" y="5259962"/>
                    <a:pt x="5010388" y="5437854"/>
                  </a:cubicBezTo>
                  <a:cubicBezTo>
                    <a:pt x="5073482" y="5474929"/>
                    <a:pt x="5143974" y="5489808"/>
                    <a:pt x="5215795" y="5498953"/>
                  </a:cubicBezTo>
                  <a:cubicBezTo>
                    <a:pt x="5251873" y="5505436"/>
                    <a:pt x="5288033" y="5504937"/>
                    <a:pt x="5324110" y="5499202"/>
                  </a:cubicBezTo>
                  <a:cubicBezTo>
                    <a:pt x="5395516" y="5489642"/>
                    <a:pt x="5458361" y="5459052"/>
                    <a:pt x="5519875" y="5423306"/>
                  </a:cubicBezTo>
                  <a:cubicBezTo>
                    <a:pt x="5931106" y="5184233"/>
                    <a:pt x="6342420" y="4945325"/>
                    <a:pt x="6753983" y="4706750"/>
                  </a:cubicBezTo>
                  <a:cubicBezTo>
                    <a:pt x="6789312" y="4686217"/>
                    <a:pt x="6810925" y="4661030"/>
                    <a:pt x="6816494" y="4620629"/>
                  </a:cubicBezTo>
                  <a:cubicBezTo>
                    <a:pt x="6819570" y="4598850"/>
                    <a:pt x="6823893" y="4576905"/>
                    <a:pt x="6830459" y="4555790"/>
                  </a:cubicBezTo>
                  <a:cubicBezTo>
                    <a:pt x="6841682" y="4519713"/>
                    <a:pt x="6838191" y="4485631"/>
                    <a:pt x="6822895" y="4450967"/>
                  </a:cubicBezTo>
                  <a:cubicBezTo>
                    <a:pt x="6800451" y="4400425"/>
                    <a:pt x="6785072" y="4347058"/>
                    <a:pt x="6764706" y="4295602"/>
                  </a:cubicBezTo>
                  <a:cubicBezTo>
                    <a:pt x="6750076" y="4250464"/>
                    <a:pt x="6736277" y="4205076"/>
                    <a:pt x="6717905" y="4161268"/>
                  </a:cubicBezTo>
                  <a:cubicBezTo>
                    <a:pt x="6670939" y="3984872"/>
                    <a:pt x="6670855" y="3984955"/>
                    <a:pt x="6527544" y="3872401"/>
                  </a:cubicBezTo>
                  <a:cubicBezTo>
                    <a:pt x="6409005" y="3779382"/>
                    <a:pt x="6285643" y="3691848"/>
                    <a:pt x="6182981" y="3580125"/>
                  </a:cubicBezTo>
                  <a:cubicBezTo>
                    <a:pt x="6116646" y="3507888"/>
                    <a:pt x="6060369" y="3429582"/>
                    <a:pt x="6044824" y="3329663"/>
                  </a:cubicBezTo>
                  <a:cubicBezTo>
                    <a:pt x="6035264" y="3268232"/>
                    <a:pt x="6042995" y="3208796"/>
                    <a:pt x="6074833" y="3154015"/>
                  </a:cubicBezTo>
                  <a:cubicBezTo>
                    <a:pt x="6100187" y="3151604"/>
                    <a:pt x="6114235" y="3171389"/>
                    <a:pt x="6131359" y="3183941"/>
                  </a:cubicBezTo>
                  <a:cubicBezTo>
                    <a:pt x="6216066" y="3245705"/>
                    <a:pt x="6300689" y="3307801"/>
                    <a:pt x="6399362" y="3346122"/>
                  </a:cubicBezTo>
                  <a:cubicBezTo>
                    <a:pt x="6446911" y="3364576"/>
                    <a:pt x="6496205" y="3379872"/>
                    <a:pt x="6548160" y="3374552"/>
                  </a:cubicBezTo>
                  <a:cubicBezTo>
                    <a:pt x="6633781" y="3365823"/>
                    <a:pt x="6685652" y="3311708"/>
                    <a:pt x="6724472" y="3240468"/>
                  </a:cubicBezTo>
                  <a:cubicBezTo>
                    <a:pt x="6733450" y="3224008"/>
                    <a:pt x="6735279" y="3202644"/>
                    <a:pt x="6754980" y="3192919"/>
                  </a:cubicBezTo>
                  <a:cubicBezTo>
                    <a:pt x="6776011" y="3190508"/>
                    <a:pt x="6791722" y="3202811"/>
                    <a:pt x="6808015" y="3212703"/>
                  </a:cubicBezTo>
                  <a:cubicBezTo>
                    <a:pt x="6956231" y="3303228"/>
                    <a:pt x="7102286" y="3397162"/>
                    <a:pt x="7246678" y="3493673"/>
                  </a:cubicBezTo>
                  <a:cubicBezTo>
                    <a:pt x="7268125" y="3508054"/>
                    <a:pt x="7282922" y="3526508"/>
                    <a:pt x="7294310" y="3549285"/>
                  </a:cubicBezTo>
                  <a:cubicBezTo>
                    <a:pt x="7331468" y="3623186"/>
                    <a:pt x="7366963" y="3697917"/>
                    <a:pt x="7405783" y="3770986"/>
                  </a:cubicBezTo>
                  <a:cubicBezTo>
                    <a:pt x="7467797" y="3886616"/>
                    <a:pt x="7526734" y="4003825"/>
                    <a:pt x="7585255" y="4121201"/>
                  </a:cubicBezTo>
                  <a:cubicBezTo>
                    <a:pt x="7598223" y="4147137"/>
                    <a:pt x="7614682" y="4182216"/>
                    <a:pt x="7647019" y="4169415"/>
                  </a:cubicBezTo>
                  <a:cubicBezTo>
                    <a:pt x="7673703" y="4158857"/>
                    <a:pt x="7661068" y="4122115"/>
                    <a:pt x="7655581" y="4097842"/>
                  </a:cubicBezTo>
                  <a:cubicBezTo>
                    <a:pt x="7633718" y="4000833"/>
                    <a:pt x="7611939" y="3904239"/>
                    <a:pt x="7606702" y="3804154"/>
                  </a:cubicBezTo>
                  <a:cubicBezTo>
                    <a:pt x="7603793" y="3748209"/>
                    <a:pt x="7613851" y="3694509"/>
                    <a:pt x="7621167" y="3640060"/>
                  </a:cubicBezTo>
                  <a:cubicBezTo>
                    <a:pt x="7580268" y="3564497"/>
                    <a:pt x="7525404" y="3498578"/>
                    <a:pt x="7476193" y="3428834"/>
                  </a:cubicBezTo>
                  <a:cubicBezTo>
                    <a:pt x="7386913" y="3302480"/>
                    <a:pt x="7299131" y="3175046"/>
                    <a:pt x="7227808" y="3037637"/>
                  </a:cubicBezTo>
                  <a:cubicBezTo>
                    <a:pt x="7168289" y="2923171"/>
                    <a:pt x="7117997" y="2804964"/>
                    <a:pt x="7128887" y="2670879"/>
                  </a:cubicBezTo>
                  <a:cubicBezTo>
                    <a:pt x="7131463" y="2639208"/>
                    <a:pt x="7132794" y="2607370"/>
                    <a:pt x="7153742" y="2580853"/>
                  </a:cubicBezTo>
                  <a:cubicBezTo>
                    <a:pt x="7175604" y="2571708"/>
                    <a:pt x="7183917" y="2589248"/>
                    <a:pt x="7192728" y="2602299"/>
                  </a:cubicBezTo>
                  <a:cubicBezTo>
                    <a:pt x="7238698" y="2669965"/>
                    <a:pt x="7286579" y="2736217"/>
                    <a:pt x="7342690" y="2795737"/>
                  </a:cubicBezTo>
                  <a:cubicBezTo>
                    <a:pt x="7414845" y="2872380"/>
                    <a:pt x="7494647" y="2937718"/>
                    <a:pt x="7605788" y="2947943"/>
                  </a:cubicBezTo>
                  <a:cubicBezTo>
                    <a:pt x="7664060" y="2953346"/>
                    <a:pt x="7718342" y="2940045"/>
                    <a:pt x="7769632" y="2913112"/>
                  </a:cubicBezTo>
                  <a:cubicBezTo>
                    <a:pt x="7809034" y="2892414"/>
                    <a:pt x="7845028" y="2866644"/>
                    <a:pt x="7878695" y="2837633"/>
                  </a:cubicBezTo>
                  <a:cubicBezTo>
                    <a:pt x="7890166" y="2827741"/>
                    <a:pt x="7900890" y="2816269"/>
                    <a:pt x="7917765" y="2816435"/>
                  </a:cubicBezTo>
                  <a:cubicBezTo>
                    <a:pt x="7934224" y="2818015"/>
                    <a:pt x="7944947" y="2829154"/>
                    <a:pt x="7955587" y="2839877"/>
                  </a:cubicBezTo>
                  <a:cubicBezTo>
                    <a:pt x="8036138" y="2921176"/>
                    <a:pt x="8121260" y="2997819"/>
                    <a:pt x="8203805" y="3077039"/>
                  </a:cubicBezTo>
                  <a:cubicBezTo>
                    <a:pt x="8255095" y="3126334"/>
                    <a:pt x="8302394" y="3176626"/>
                    <a:pt x="8337723" y="3238140"/>
                  </a:cubicBezTo>
                  <a:cubicBezTo>
                    <a:pt x="8406469" y="3351775"/>
                    <a:pt x="8465906" y="3469317"/>
                    <a:pt x="8489348" y="3577548"/>
                  </a:cubicBezTo>
                  <a:cubicBezTo>
                    <a:pt x="8488100" y="3534904"/>
                    <a:pt x="8502897" y="3470314"/>
                    <a:pt x="8510212" y="3405143"/>
                  </a:cubicBezTo>
                  <a:cubicBezTo>
                    <a:pt x="8512208" y="3387353"/>
                    <a:pt x="8512041" y="3368400"/>
                    <a:pt x="8517361" y="3351941"/>
                  </a:cubicBezTo>
                  <a:cubicBezTo>
                    <a:pt x="8541717" y="3276379"/>
                    <a:pt x="8517445" y="3211373"/>
                    <a:pt x="8477710" y="3148944"/>
                  </a:cubicBezTo>
                  <a:cubicBezTo>
                    <a:pt x="8399154" y="3007046"/>
                    <a:pt x="8333401" y="2859495"/>
                    <a:pt x="8286351" y="2704213"/>
                  </a:cubicBezTo>
                  <a:cubicBezTo>
                    <a:pt x="8256924" y="2607121"/>
                    <a:pt x="8237306" y="2508199"/>
                    <a:pt x="8259750" y="2406202"/>
                  </a:cubicBezTo>
                  <a:cubicBezTo>
                    <a:pt x="8274796" y="2337788"/>
                    <a:pt x="8305470" y="2279101"/>
                    <a:pt x="8365987" y="2239615"/>
                  </a:cubicBezTo>
                  <a:cubicBezTo>
                    <a:pt x="8398822" y="2239698"/>
                    <a:pt x="8399486" y="2268876"/>
                    <a:pt x="8407300" y="2288743"/>
                  </a:cubicBezTo>
                  <a:cubicBezTo>
                    <a:pt x="8438723" y="2368379"/>
                    <a:pt x="8466986" y="2449179"/>
                    <a:pt x="8512374" y="2522663"/>
                  </a:cubicBezTo>
                  <a:cubicBezTo>
                    <a:pt x="8535234" y="2559655"/>
                    <a:pt x="8562250" y="2592241"/>
                    <a:pt x="8594171" y="2621003"/>
                  </a:cubicBezTo>
                  <a:cubicBezTo>
                    <a:pt x="8661006" y="2681353"/>
                    <a:pt x="8734407" y="2681686"/>
                    <a:pt x="8813876" y="2647687"/>
                  </a:cubicBezTo>
                  <a:cubicBezTo>
                    <a:pt x="8858598" y="2628568"/>
                    <a:pt x="8893013" y="2592241"/>
                    <a:pt x="8939564" y="2577112"/>
                  </a:cubicBezTo>
                  <a:cubicBezTo>
                    <a:pt x="8964420" y="2582099"/>
                    <a:pt x="8973148" y="2604294"/>
                    <a:pt x="8986033" y="2621502"/>
                  </a:cubicBezTo>
                  <a:cubicBezTo>
                    <a:pt x="9026516" y="2675784"/>
                    <a:pt x="9062426" y="2733391"/>
                    <a:pt x="9104904" y="2786260"/>
                  </a:cubicBezTo>
                  <a:cubicBezTo>
                    <a:pt x="9120449" y="2813526"/>
                    <a:pt x="9141813" y="2836968"/>
                    <a:pt x="9157773" y="2863984"/>
                  </a:cubicBezTo>
                  <a:cubicBezTo>
                    <a:pt x="9182629" y="2903968"/>
                    <a:pt x="9209646" y="2942706"/>
                    <a:pt x="9238158" y="2979947"/>
                  </a:cubicBezTo>
                  <a:cubicBezTo>
                    <a:pt x="9277643" y="3031569"/>
                    <a:pt x="9306571" y="3085851"/>
                    <a:pt x="9316714" y="3151022"/>
                  </a:cubicBezTo>
                  <a:cubicBezTo>
                    <a:pt x="9324361" y="3200068"/>
                    <a:pt x="9883059" y="2878947"/>
                    <a:pt x="10139008" y="2730149"/>
                  </a:cubicBezTo>
                  <a:cubicBezTo>
                    <a:pt x="10165360" y="2714854"/>
                    <a:pt x="10191793" y="2699808"/>
                    <a:pt x="10218312" y="2684928"/>
                  </a:cubicBezTo>
                  <a:cubicBezTo>
                    <a:pt x="10229284" y="2678776"/>
                    <a:pt x="10239925" y="2665809"/>
                    <a:pt x="10255469" y="2675701"/>
                  </a:cubicBezTo>
                  <a:cubicBezTo>
                    <a:pt x="10218478" y="2873876"/>
                    <a:pt x="10138343" y="3053597"/>
                    <a:pt x="10007251" y="3206053"/>
                  </a:cubicBezTo>
                  <a:cubicBezTo>
                    <a:pt x="9841994" y="3398409"/>
                    <a:pt x="9635257" y="3538728"/>
                    <a:pt x="9410314" y="3653028"/>
                  </a:cubicBezTo>
                  <a:cubicBezTo>
                    <a:pt x="9378227" y="3669321"/>
                    <a:pt x="9345309" y="3683203"/>
                    <a:pt x="9324860" y="3715457"/>
                  </a:cubicBezTo>
                  <a:cubicBezTo>
                    <a:pt x="9319871" y="3723354"/>
                    <a:pt x="9311808" y="3730918"/>
                    <a:pt x="9303412" y="3734659"/>
                  </a:cubicBezTo>
                  <a:cubicBezTo>
                    <a:pt x="9226188" y="3769157"/>
                    <a:pt x="9198174" y="3838069"/>
                    <a:pt x="9185206" y="3912884"/>
                  </a:cubicBezTo>
                  <a:cubicBezTo>
                    <a:pt x="9164341" y="4033086"/>
                    <a:pt x="9095761" y="4114717"/>
                    <a:pt x="8993015" y="4173156"/>
                  </a:cubicBezTo>
                  <a:cubicBezTo>
                    <a:pt x="8869156" y="4243564"/>
                    <a:pt x="8742719" y="4308570"/>
                    <a:pt x="8609133" y="4358945"/>
                  </a:cubicBezTo>
                  <a:cubicBezTo>
                    <a:pt x="8524344" y="4390949"/>
                    <a:pt x="8461333" y="4446811"/>
                    <a:pt x="8414699" y="4524950"/>
                  </a:cubicBezTo>
                  <a:cubicBezTo>
                    <a:pt x="8326169" y="4673249"/>
                    <a:pt x="8235394" y="4820135"/>
                    <a:pt x="8137303" y="4962615"/>
                  </a:cubicBezTo>
                  <a:cubicBezTo>
                    <a:pt x="8073129" y="5055884"/>
                    <a:pt x="7985846" y="5113491"/>
                    <a:pt x="7881188" y="5149652"/>
                  </a:cubicBezTo>
                  <a:cubicBezTo>
                    <a:pt x="7742781" y="5197450"/>
                    <a:pt x="7601631" y="5234192"/>
                    <a:pt x="7458237" y="5263786"/>
                  </a:cubicBezTo>
                  <a:cubicBezTo>
                    <a:pt x="7365633" y="5282905"/>
                    <a:pt x="7284667" y="5326547"/>
                    <a:pt x="7228057" y="5406681"/>
                  </a:cubicBezTo>
                  <a:cubicBezTo>
                    <a:pt x="7145595" y="5523309"/>
                    <a:pt x="7035036" y="5606935"/>
                    <a:pt x="6910761" y="5674102"/>
                  </a:cubicBezTo>
                  <a:cubicBezTo>
                    <a:pt x="6836694" y="5714086"/>
                    <a:pt x="6759386" y="5748085"/>
                    <a:pt x="6689642" y="5795966"/>
                  </a:cubicBezTo>
                  <a:cubicBezTo>
                    <a:pt x="6596540" y="5842102"/>
                    <a:pt x="6510254" y="5899626"/>
                    <a:pt x="6424965" y="5958397"/>
                  </a:cubicBezTo>
                  <a:cubicBezTo>
                    <a:pt x="6234354" y="6089738"/>
                    <a:pt x="6031856" y="6193398"/>
                    <a:pt x="5803173" y="6241113"/>
                  </a:cubicBezTo>
                  <a:cubicBezTo>
                    <a:pt x="5710985" y="6260315"/>
                    <a:pt x="5617799" y="6274031"/>
                    <a:pt x="5524364" y="6276359"/>
                  </a:cubicBezTo>
                  <a:cubicBezTo>
                    <a:pt x="5348716" y="6280764"/>
                    <a:pt x="5172652" y="6283258"/>
                    <a:pt x="4997088" y="6276193"/>
                  </a:cubicBezTo>
                  <a:cubicBezTo>
                    <a:pt x="4766576" y="6266882"/>
                    <a:pt x="4539555" y="6226399"/>
                    <a:pt x="4314197" y="6177520"/>
                  </a:cubicBezTo>
                  <a:cubicBezTo>
                    <a:pt x="4016518" y="6112930"/>
                    <a:pt x="3718175" y="6052497"/>
                    <a:pt x="3416173" y="6011183"/>
                  </a:cubicBezTo>
                  <a:cubicBezTo>
                    <a:pt x="3173441" y="5978015"/>
                    <a:pt x="2930045" y="5956568"/>
                    <a:pt x="2685152" y="5964548"/>
                  </a:cubicBezTo>
                  <a:cubicBezTo>
                    <a:pt x="2307338" y="5976934"/>
                    <a:pt x="1942493" y="6047260"/>
                    <a:pt x="1601920" y="6219666"/>
                  </a:cubicBezTo>
                  <a:cubicBezTo>
                    <a:pt x="1418957" y="6312269"/>
                    <a:pt x="1258521" y="6435963"/>
                    <a:pt x="1108061" y="6573622"/>
                  </a:cubicBezTo>
                  <a:cubicBezTo>
                    <a:pt x="1063172" y="6614687"/>
                    <a:pt x="1016787" y="6653756"/>
                    <a:pt x="968324" y="6690748"/>
                  </a:cubicBezTo>
                  <a:cubicBezTo>
                    <a:pt x="830582" y="6795738"/>
                    <a:pt x="678459" y="6764399"/>
                    <a:pt x="567484" y="6654505"/>
                  </a:cubicBezTo>
                  <a:cubicBezTo>
                    <a:pt x="464988" y="6553006"/>
                    <a:pt x="404139" y="6425822"/>
                    <a:pt x="353515" y="6293483"/>
                  </a:cubicBezTo>
                  <a:cubicBezTo>
                    <a:pt x="258417" y="6045016"/>
                    <a:pt x="205382" y="5785742"/>
                    <a:pt x="161408" y="5524389"/>
                  </a:cubicBezTo>
                  <a:cubicBezTo>
                    <a:pt x="131399" y="5346248"/>
                    <a:pt x="108456" y="5167191"/>
                    <a:pt x="88754" y="4987720"/>
                  </a:cubicBezTo>
                  <a:cubicBezTo>
                    <a:pt x="74041" y="4853303"/>
                    <a:pt x="63401" y="4718470"/>
                    <a:pt x="53259" y="4583638"/>
                  </a:cubicBezTo>
                  <a:cubicBezTo>
                    <a:pt x="38878" y="4392279"/>
                    <a:pt x="24913" y="4200837"/>
                    <a:pt x="13940" y="4009228"/>
                  </a:cubicBezTo>
                  <a:cubicBezTo>
                    <a:pt x="6708" y="3882293"/>
                    <a:pt x="5710" y="3754942"/>
                    <a:pt x="58" y="3627841"/>
                  </a:cubicBezTo>
                  <a:cubicBezTo>
                    <a:pt x="-1023" y="3603484"/>
                    <a:pt x="13275" y="3605479"/>
                    <a:pt x="27739" y="3601988"/>
                  </a:cubicBezTo>
                  <a:cubicBezTo>
                    <a:pt x="230736" y="3553442"/>
                    <a:pt x="429909" y="3492592"/>
                    <a:pt x="622598" y="3412208"/>
                  </a:cubicBezTo>
                  <a:cubicBezTo>
                    <a:pt x="811297" y="3333653"/>
                    <a:pt x="995756" y="3245788"/>
                    <a:pt x="1167414" y="3133150"/>
                  </a:cubicBezTo>
                  <a:close/>
                </a:path>
              </a:pathLst>
            </a:custGeom>
            <a:solidFill>
              <a:srgbClr val="FEB381"/>
            </a:solidFill>
            <a:ln w="83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7" name="자유형: 도형 26">
              <a:extLst>
                <a:ext uri="{FF2B5EF4-FFF2-40B4-BE49-F238E27FC236}">
                  <a16:creationId xmlns:a16="http://schemas.microsoft.com/office/drawing/2014/main" id="{C5C24BED-A1FF-401E-9854-9E9702619945}"/>
                </a:ext>
              </a:extLst>
            </p:cNvPr>
            <p:cNvSpPr/>
            <p:nvPr/>
          </p:nvSpPr>
          <p:spPr>
            <a:xfrm>
              <a:off x="6670907" y="3052249"/>
              <a:ext cx="680397" cy="434531"/>
            </a:xfrm>
            <a:custGeom>
              <a:avLst/>
              <a:gdLst>
                <a:gd name="connsiteX0" fmla="*/ 0 w 680397"/>
                <a:gd name="connsiteY0" fmla="*/ 204594 h 434531"/>
                <a:gd name="connsiteX1" fmla="*/ 67417 w 680397"/>
                <a:gd name="connsiteY1" fmla="*/ 73087 h 434531"/>
                <a:gd name="connsiteX2" fmla="*/ 337746 w 680397"/>
                <a:gd name="connsiteY2" fmla="*/ 25953 h 434531"/>
                <a:gd name="connsiteX3" fmla="*/ 639831 w 680397"/>
                <a:gd name="connsiteY3" fmla="*/ 209415 h 434531"/>
                <a:gd name="connsiteX4" fmla="*/ 680397 w 680397"/>
                <a:gd name="connsiteY4" fmla="*/ 244080 h 434531"/>
                <a:gd name="connsiteX5" fmla="*/ 616721 w 680397"/>
                <a:gd name="connsiteY5" fmla="*/ 353807 h 434531"/>
                <a:gd name="connsiteX6" fmla="*/ 320373 w 680397"/>
                <a:gd name="connsiteY6" fmla="*/ 405097 h 434531"/>
                <a:gd name="connsiteX7" fmla="*/ 49378 w 680397"/>
                <a:gd name="connsiteY7" fmla="*/ 241669 h 434531"/>
                <a:gd name="connsiteX8" fmla="*/ 0 w 680397"/>
                <a:gd name="connsiteY8" fmla="*/ 204594 h 4345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80397" h="434531">
                  <a:moveTo>
                    <a:pt x="0" y="204594"/>
                  </a:moveTo>
                  <a:cubicBezTo>
                    <a:pt x="14049" y="156463"/>
                    <a:pt x="36410" y="112157"/>
                    <a:pt x="67417" y="73087"/>
                  </a:cubicBezTo>
                  <a:cubicBezTo>
                    <a:pt x="133502" y="-10373"/>
                    <a:pt x="204992" y="-16857"/>
                    <a:pt x="337746" y="25953"/>
                  </a:cubicBezTo>
                  <a:cubicBezTo>
                    <a:pt x="451963" y="62779"/>
                    <a:pt x="546230" y="136513"/>
                    <a:pt x="639831" y="209415"/>
                  </a:cubicBezTo>
                  <a:cubicBezTo>
                    <a:pt x="653879" y="220305"/>
                    <a:pt x="666847" y="232525"/>
                    <a:pt x="680397" y="244080"/>
                  </a:cubicBezTo>
                  <a:cubicBezTo>
                    <a:pt x="659366" y="280739"/>
                    <a:pt x="645400" y="321388"/>
                    <a:pt x="616721" y="353807"/>
                  </a:cubicBezTo>
                  <a:cubicBezTo>
                    <a:pt x="534093" y="447243"/>
                    <a:pt x="447474" y="452729"/>
                    <a:pt x="320373" y="405097"/>
                  </a:cubicBezTo>
                  <a:cubicBezTo>
                    <a:pt x="220205" y="367524"/>
                    <a:pt x="134750" y="304430"/>
                    <a:pt x="49378" y="241669"/>
                  </a:cubicBezTo>
                  <a:cubicBezTo>
                    <a:pt x="32752" y="229532"/>
                    <a:pt x="16460" y="216980"/>
                    <a:pt x="0" y="204594"/>
                  </a:cubicBezTo>
                  <a:close/>
                </a:path>
              </a:pathLst>
            </a:custGeom>
            <a:solidFill>
              <a:srgbClr val="FECAA5"/>
            </a:solidFill>
            <a:ln w="83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8" name="자유형: 도형 27">
              <a:extLst>
                <a:ext uri="{FF2B5EF4-FFF2-40B4-BE49-F238E27FC236}">
                  <a16:creationId xmlns:a16="http://schemas.microsoft.com/office/drawing/2014/main" id="{23F56D3C-1B1D-4049-9F41-DC3491C59B08}"/>
                </a:ext>
              </a:extLst>
            </p:cNvPr>
            <p:cNvSpPr/>
            <p:nvPr/>
          </p:nvSpPr>
          <p:spPr>
            <a:xfrm>
              <a:off x="8962809" y="2250488"/>
              <a:ext cx="573245" cy="531897"/>
            </a:xfrm>
            <a:custGeom>
              <a:avLst/>
              <a:gdLst>
                <a:gd name="connsiteX0" fmla="*/ 0 w 573245"/>
                <a:gd name="connsiteY0" fmla="*/ 91872 h 531897"/>
                <a:gd name="connsiteX1" fmla="*/ 174069 w 573245"/>
                <a:gd name="connsiteY1" fmla="*/ 17 h 531897"/>
                <a:gd name="connsiteX2" fmla="*/ 350132 w 573245"/>
                <a:gd name="connsiteY2" fmla="*/ 94532 h 531897"/>
                <a:gd name="connsiteX3" fmla="*/ 573245 w 573245"/>
                <a:gd name="connsiteY3" fmla="*/ 431447 h 531897"/>
                <a:gd name="connsiteX4" fmla="*/ 403667 w 573245"/>
                <a:gd name="connsiteY4" fmla="*/ 523386 h 531897"/>
                <a:gd name="connsiteX5" fmla="*/ 216630 w 573245"/>
                <a:gd name="connsiteY5" fmla="*/ 478996 h 531897"/>
                <a:gd name="connsiteX6" fmla="*/ 57441 w 573245"/>
                <a:gd name="connsiteY6" fmla="*/ 221717 h 531897"/>
                <a:gd name="connsiteX7" fmla="*/ 0 w 573245"/>
                <a:gd name="connsiteY7" fmla="*/ 91872 h 531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73245" h="531897">
                  <a:moveTo>
                    <a:pt x="0" y="91872"/>
                  </a:moveTo>
                  <a:cubicBezTo>
                    <a:pt x="49211" y="44573"/>
                    <a:pt x="100418" y="1014"/>
                    <a:pt x="174069" y="17"/>
                  </a:cubicBezTo>
                  <a:cubicBezTo>
                    <a:pt x="250213" y="-981"/>
                    <a:pt x="302417" y="43409"/>
                    <a:pt x="350132" y="94532"/>
                  </a:cubicBezTo>
                  <a:cubicBezTo>
                    <a:pt x="443234" y="194285"/>
                    <a:pt x="505912" y="314487"/>
                    <a:pt x="573245" y="431447"/>
                  </a:cubicBezTo>
                  <a:cubicBezTo>
                    <a:pt x="518964" y="466194"/>
                    <a:pt x="467258" y="505264"/>
                    <a:pt x="403667" y="523386"/>
                  </a:cubicBezTo>
                  <a:cubicBezTo>
                    <a:pt x="332509" y="543586"/>
                    <a:pt x="271161" y="527459"/>
                    <a:pt x="216630" y="478996"/>
                  </a:cubicBezTo>
                  <a:cubicBezTo>
                    <a:pt x="137825" y="409003"/>
                    <a:pt x="97508" y="315817"/>
                    <a:pt x="57441" y="221717"/>
                  </a:cubicBezTo>
                  <a:cubicBezTo>
                    <a:pt x="38820" y="178241"/>
                    <a:pt x="33750" y="128697"/>
                    <a:pt x="0" y="91872"/>
                  </a:cubicBezTo>
                  <a:close/>
                </a:path>
              </a:pathLst>
            </a:custGeom>
            <a:solidFill>
              <a:srgbClr val="FECAA5"/>
            </a:solidFill>
            <a:ln w="83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9" name="자유형: 도형 28">
              <a:extLst>
                <a:ext uri="{FF2B5EF4-FFF2-40B4-BE49-F238E27FC236}">
                  <a16:creationId xmlns:a16="http://schemas.microsoft.com/office/drawing/2014/main" id="{A470C6E9-D11B-49D9-B964-3ADD1B95FF99}"/>
                </a:ext>
              </a:extLst>
            </p:cNvPr>
            <p:cNvSpPr/>
            <p:nvPr/>
          </p:nvSpPr>
          <p:spPr>
            <a:xfrm>
              <a:off x="7990636" y="3738399"/>
              <a:ext cx="277141" cy="551332"/>
            </a:xfrm>
            <a:custGeom>
              <a:avLst/>
              <a:gdLst>
                <a:gd name="connsiteX0" fmla="*/ 0 w 277141"/>
                <a:gd name="connsiteY0" fmla="*/ 133336 h 551332"/>
                <a:gd name="connsiteX1" fmla="*/ 237993 w 277141"/>
                <a:gd name="connsiteY1" fmla="*/ 0 h 551332"/>
                <a:gd name="connsiteX2" fmla="*/ 252956 w 277141"/>
                <a:gd name="connsiteY2" fmla="*/ 389285 h 551332"/>
                <a:gd name="connsiteX3" fmla="*/ 276980 w 277141"/>
                <a:gd name="connsiteY3" fmla="*/ 506744 h 551332"/>
                <a:gd name="connsiteX4" fmla="*/ 221618 w 277141"/>
                <a:gd name="connsiteY4" fmla="*/ 541075 h 551332"/>
                <a:gd name="connsiteX5" fmla="*/ 190944 w 277141"/>
                <a:gd name="connsiteY5" fmla="*/ 514558 h 551332"/>
                <a:gd name="connsiteX6" fmla="*/ 0 w 277141"/>
                <a:gd name="connsiteY6" fmla="*/ 133336 h 5513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77141" h="551332">
                  <a:moveTo>
                    <a:pt x="0" y="133336"/>
                  </a:moveTo>
                  <a:cubicBezTo>
                    <a:pt x="79304" y="88863"/>
                    <a:pt x="158607" y="44473"/>
                    <a:pt x="237993" y="0"/>
                  </a:cubicBezTo>
                  <a:cubicBezTo>
                    <a:pt x="200669" y="131424"/>
                    <a:pt x="226605" y="260355"/>
                    <a:pt x="252956" y="389285"/>
                  </a:cubicBezTo>
                  <a:cubicBezTo>
                    <a:pt x="260937" y="428438"/>
                    <a:pt x="275235" y="466344"/>
                    <a:pt x="276980" y="506744"/>
                  </a:cubicBezTo>
                  <a:cubicBezTo>
                    <a:pt x="278975" y="551716"/>
                    <a:pt x="262599" y="561691"/>
                    <a:pt x="221618" y="541075"/>
                  </a:cubicBezTo>
                  <a:cubicBezTo>
                    <a:pt x="209149" y="534758"/>
                    <a:pt x="197594" y="527858"/>
                    <a:pt x="190944" y="514558"/>
                  </a:cubicBezTo>
                  <a:cubicBezTo>
                    <a:pt x="127434" y="387456"/>
                    <a:pt x="63676" y="260438"/>
                    <a:pt x="0" y="133336"/>
                  </a:cubicBezTo>
                  <a:close/>
                </a:path>
              </a:pathLst>
            </a:custGeom>
            <a:solidFill>
              <a:srgbClr val="1B4C5F"/>
            </a:solidFill>
            <a:ln w="83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30" name="자유형: 도형 29">
              <a:extLst>
                <a:ext uri="{FF2B5EF4-FFF2-40B4-BE49-F238E27FC236}">
                  <a16:creationId xmlns:a16="http://schemas.microsoft.com/office/drawing/2014/main" id="{254D68B9-8C63-49BE-BCF7-A2C66F530E9D}"/>
                </a:ext>
              </a:extLst>
            </p:cNvPr>
            <p:cNvSpPr/>
            <p:nvPr/>
          </p:nvSpPr>
          <p:spPr>
            <a:xfrm>
              <a:off x="8920664" y="3246784"/>
              <a:ext cx="214374" cy="468256"/>
            </a:xfrm>
            <a:custGeom>
              <a:avLst/>
              <a:gdLst>
                <a:gd name="connsiteX0" fmla="*/ 0 w 214374"/>
                <a:gd name="connsiteY0" fmla="*/ 91606 h 468256"/>
                <a:gd name="connsiteX1" fmla="*/ 157942 w 214374"/>
                <a:gd name="connsiteY1" fmla="*/ 0 h 468256"/>
                <a:gd name="connsiteX2" fmla="*/ 208567 w 214374"/>
                <a:gd name="connsiteY2" fmla="*/ 89362 h 468256"/>
                <a:gd name="connsiteX3" fmla="*/ 214053 w 214374"/>
                <a:gd name="connsiteY3" fmla="*/ 112804 h 468256"/>
                <a:gd name="connsiteX4" fmla="*/ 163345 w 214374"/>
                <a:gd name="connsiteY4" fmla="*/ 468256 h 468256"/>
                <a:gd name="connsiteX5" fmla="*/ 0 w 214374"/>
                <a:gd name="connsiteY5" fmla="*/ 91606 h 4682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14374" h="468256">
                  <a:moveTo>
                    <a:pt x="0" y="91606"/>
                  </a:moveTo>
                  <a:cubicBezTo>
                    <a:pt x="52620" y="61099"/>
                    <a:pt x="105322" y="30591"/>
                    <a:pt x="157942" y="0"/>
                  </a:cubicBezTo>
                  <a:cubicBezTo>
                    <a:pt x="174817" y="29843"/>
                    <a:pt x="191525" y="59686"/>
                    <a:pt x="208567" y="89362"/>
                  </a:cubicBezTo>
                  <a:cubicBezTo>
                    <a:pt x="212806" y="96760"/>
                    <a:pt x="215299" y="103992"/>
                    <a:pt x="214053" y="112804"/>
                  </a:cubicBezTo>
                  <a:cubicBezTo>
                    <a:pt x="197843" y="231177"/>
                    <a:pt x="181883" y="349634"/>
                    <a:pt x="163345" y="468256"/>
                  </a:cubicBezTo>
                  <a:cubicBezTo>
                    <a:pt x="128349" y="333839"/>
                    <a:pt x="70658" y="209896"/>
                    <a:pt x="0" y="91606"/>
                  </a:cubicBezTo>
                  <a:close/>
                </a:path>
              </a:pathLst>
            </a:custGeom>
            <a:solidFill>
              <a:srgbClr val="1D4E62"/>
            </a:solidFill>
            <a:ln w="83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31" name="자유형: 도형 30">
              <a:extLst>
                <a:ext uri="{FF2B5EF4-FFF2-40B4-BE49-F238E27FC236}">
                  <a16:creationId xmlns:a16="http://schemas.microsoft.com/office/drawing/2014/main" id="{22BDB730-30D6-446F-9224-DC792F7E9DD7}"/>
                </a:ext>
              </a:extLst>
            </p:cNvPr>
            <p:cNvSpPr/>
            <p:nvPr/>
          </p:nvSpPr>
          <p:spPr>
            <a:xfrm>
              <a:off x="5803142" y="5607516"/>
              <a:ext cx="121365" cy="8157"/>
            </a:xfrm>
            <a:custGeom>
              <a:avLst/>
              <a:gdLst>
                <a:gd name="connsiteX0" fmla="*/ 0 w 121365"/>
                <a:gd name="connsiteY0" fmla="*/ 0 h 8157"/>
                <a:gd name="connsiteX1" fmla="*/ 121366 w 121365"/>
                <a:gd name="connsiteY1" fmla="*/ 166 h 8157"/>
                <a:gd name="connsiteX2" fmla="*/ 0 w 121365"/>
                <a:gd name="connsiteY2" fmla="*/ 0 h 8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1365" h="8157">
                  <a:moveTo>
                    <a:pt x="0" y="0"/>
                  </a:moveTo>
                  <a:cubicBezTo>
                    <a:pt x="40483" y="83"/>
                    <a:pt x="80883" y="83"/>
                    <a:pt x="121366" y="166"/>
                  </a:cubicBezTo>
                  <a:cubicBezTo>
                    <a:pt x="80883" y="10973"/>
                    <a:pt x="40400" y="10723"/>
                    <a:pt x="0" y="0"/>
                  </a:cubicBezTo>
                  <a:close/>
                </a:path>
              </a:pathLst>
            </a:custGeom>
            <a:solidFill>
              <a:srgbClr val="26586F"/>
            </a:solidFill>
            <a:ln w="83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32" name="자유형: 도형 31">
              <a:extLst>
                <a:ext uri="{FF2B5EF4-FFF2-40B4-BE49-F238E27FC236}">
                  <a16:creationId xmlns:a16="http://schemas.microsoft.com/office/drawing/2014/main" id="{8D48F587-C4C9-446E-927F-C5F8835436C4}"/>
                </a:ext>
              </a:extLst>
            </p:cNvPr>
            <p:cNvSpPr/>
            <p:nvPr/>
          </p:nvSpPr>
          <p:spPr>
            <a:xfrm>
              <a:off x="9336800" y="881724"/>
              <a:ext cx="611505" cy="394562"/>
            </a:xfrm>
            <a:custGeom>
              <a:avLst/>
              <a:gdLst>
                <a:gd name="connsiteX0" fmla="*/ 587044 w 611505"/>
                <a:gd name="connsiteY0" fmla="*/ 391951 h 394562"/>
                <a:gd name="connsiteX1" fmla="*/ 415303 w 611505"/>
                <a:gd name="connsiteY1" fmla="*/ 321875 h 394562"/>
                <a:gd name="connsiteX2" fmla="*/ 79220 w 611505"/>
                <a:gd name="connsiteY2" fmla="*/ 104082 h 394562"/>
                <a:gd name="connsiteX3" fmla="*/ 10390 w 611505"/>
                <a:gd name="connsiteY3" fmla="*/ 38245 h 394562"/>
                <a:gd name="connsiteX4" fmla="*/ 3408 w 611505"/>
                <a:gd name="connsiteY4" fmla="*/ 8984 h 394562"/>
                <a:gd name="connsiteX5" fmla="*/ 32668 w 611505"/>
                <a:gd name="connsiteY5" fmla="*/ 2084 h 394562"/>
                <a:gd name="connsiteX6" fmla="*/ 255034 w 611505"/>
                <a:gd name="connsiteY6" fmla="*/ 109734 h 394562"/>
                <a:gd name="connsiteX7" fmla="*/ 594692 w 611505"/>
                <a:gd name="connsiteY7" fmla="*/ 357121 h 394562"/>
                <a:gd name="connsiteX8" fmla="*/ 608906 w 611505"/>
                <a:gd name="connsiteY8" fmla="*/ 387462 h 394562"/>
                <a:gd name="connsiteX9" fmla="*/ 587044 w 611505"/>
                <a:gd name="connsiteY9" fmla="*/ 391951 h 3945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11505" h="394562">
                  <a:moveTo>
                    <a:pt x="587044" y="391951"/>
                  </a:moveTo>
                  <a:cubicBezTo>
                    <a:pt x="525529" y="379150"/>
                    <a:pt x="469418" y="352217"/>
                    <a:pt x="415303" y="321875"/>
                  </a:cubicBezTo>
                  <a:cubicBezTo>
                    <a:pt x="298593" y="256537"/>
                    <a:pt x="184874" y="186378"/>
                    <a:pt x="79220" y="104082"/>
                  </a:cubicBezTo>
                  <a:cubicBezTo>
                    <a:pt x="54281" y="84630"/>
                    <a:pt x="33083" y="60440"/>
                    <a:pt x="10390" y="38245"/>
                  </a:cubicBezTo>
                  <a:cubicBezTo>
                    <a:pt x="2077" y="30098"/>
                    <a:pt x="-4157" y="20705"/>
                    <a:pt x="3408" y="8984"/>
                  </a:cubicBezTo>
                  <a:cubicBezTo>
                    <a:pt x="10723" y="-2321"/>
                    <a:pt x="20781" y="-825"/>
                    <a:pt x="32668" y="2084"/>
                  </a:cubicBezTo>
                  <a:cubicBezTo>
                    <a:pt x="114465" y="22201"/>
                    <a:pt x="184293" y="67173"/>
                    <a:pt x="255034" y="109734"/>
                  </a:cubicBezTo>
                  <a:cubicBezTo>
                    <a:pt x="375485" y="182138"/>
                    <a:pt x="496435" y="254126"/>
                    <a:pt x="594692" y="357121"/>
                  </a:cubicBezTo>
                  <a:cubicBezTo>
                    <a:pt x="602505" y="365267"/>
                    <a:pt x="617552" y="371835"/>
                    <a:pt x="608906" y="387462"/>
                  </a:cubicBezTo>
                  <a:cubicBezTo>
                    <a:pt x="604169" y="396025"/>
                    <a:pt x="595523" y="395941"/>
                    <a:pt x="587044" y="391951"/>
                  </a:cubicBezTo>
                  <a:close/>
                </a:path>
              </a:pathLst>
            </a:custGeom>
            <a:solidFill>
              <a:srgbClr val="183C4A"/>
            </a:solidFill>
            <a:ln w="83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33" name="자유형: 도형 32">
              <a:extLst>
                <a:ext uri="{FF2B5EF4-FFF2-40B4-BE49-F238E27FC236}">
                  <a16:creationId xmlns:a16="http://schemas.microsoft.com/office/drawing/2014/main" id="{AA01100B-BAF6-4DF4-8CBA-2A54F28BE228}"/>
                </a:ext>
              </a:extLst>
            </p:cNvPr>
            <p:cNvSpPr/>
            <p:nvPr/>
          </p:nvSpPr>
          <p:spPr>
            <a:xfrm>
              <a:off x="4450258" y="4028434"/>
              <a:ext cx="207061" cy="190945"/>
            </a:xfrm>
            <a:custGeom>
              <a:avLst/>
              <a:gdLst>
                <a:gd name="connsiteX0" fmla="*/ 207057 w 207061"/>
                <a:gd name="connsiteY0" fmla="*/ 90522 h 190945"/>
                <a:gd name="connsiteX1" fmla="*/ 155020 w 207061"/>
                <a:gd name="connsiteY1" fmla="*/ 185121 h 190945"/>
                <a:gd name="connsiteX2" fmla="*/ 124262 w 207061"/>
                <a:gd name="connsiteY2" fmla="*/ 185786 h 190945"/>
                <a:gd name="connsiteX3" fmla="*/ 17111 w 207061"/>
                <a:gd name="connsiteY3" fmla="*/ 131753 h 190945"/>
                <a:gd name="connsiteX4" fmla="*/ 486 w 207061"/>
                <a:gd name="connsiteY4" fmla="*/ 105818 h 190945"/>
                <a:gd name="connsiteX5" fmla="*/ 49282 w 207061"/>
                <a:gd name="connsiteY5" fmla="*/ 7062 h 190945"/>
                <a:gd name="connsiteX6" fmla="*/ 76132 w 207061"/>
                <a:gd name="connsiteY6" fmla="*/ 2906 h 190945"/>
                <a:gd name="connsiteX7" fmla="*/ 193757 w 207061"/>
                <a:gd name="connsiteY7" fmla="*/ 63090 h 190945"/>
                <a:gd name="connsiteX8" fmla="*/ 207057 w 207061"/>
                <a:gd name="connsiteY8" fmla="*/ 90522 h 190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07061" h="190945">
                  <a:moveTo>
                    <a:pt x="207057" y="90522"/>
                  </a:moveTo>
                  <a:cubicBezTo>
                    <a:pt x="191512" y="121030"/>
                    <a:pt x="180373" y="157107"/>
                    <a:pt x="155020" y="185121"/>
                  </a:cubicBezTo>
                  <a:cubicBezTo>
                    <a:pt x="146707" y="194265"/>
                    <a:pt x="134819" y="191189"/>
                    <a:pt x="124262" y="185786"/>
                  </a:cubicBezTo>
                  <a:cubicBezTo>
                    <a:pt x="88601" y="167664"/>
                    <a:pt x="52856" y="149792"/>
                    <a:pt x="17111" y="131753"/>
                  </a:cubicBezTo>
                  <a:cubicBezTo>
                    <a:pt x="6471" y="126350"/>
                    <a:pt x="-2174" y="117954"/>
                    <a:pt x="486" y="105818"/>
                  </a:cubicBezTo>
                  <a:cubicBezTo>
                    <a:pt x="8549" y="69076"/>
                    <a:pt x="27170" y="36988"/>
                    <a:pt x="49282" y="7062"/>
                  </a:cubicBezTo>
                  <a:cubicBezTo>
                    <a:pt x="55267" y="-1001"/>
                    <a:pt x="66572" y="-1832"/>
                    <a:pt x="76132" y="2906"/>
                  </a:cubicBezTo>
                  <a:cubicBezTo>
                    <a:pt x="115534" y="22690"/>
                    <a:pt x="154853" y="42475"/>
                    <a:pt x="193757" y="63090"/>
                  </a:cubicBezTo>
                  <a:cubicBezTo>
                    <a:pt x="202402" y="67828"/>
                    <a:pt x="207224" y="76889"/>
                    <a:pt x="207057" y="90522"/>
                  </a:cubicBezTo>
                  <a:close/>
                </a:path>
              </a:pathLst>
            </a:custGeom>
            <a:solidFill>
              <a:srgbClr val="FDFDFE"/>
            </a:solidFill>
            <a:ln w="83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34" name="자유형: 도형 33">
              <a:extLst>
                <a:ext uri="{FF2B5EF4-FFF2-40B4-BE49-F238E27FC236}">
                  <a16:creationId xmlns:a16="http://schemas.microsoft.com/office/drawing/2014/main" id="{4B22A6DB-7F86-4982-BE53-B7A27494A7FE}"/>
                </a:ext>
              </a:extLst>
            </p:cNvPr>
            <p:cNvSpPr/>
            <p:nvPr/>
          </p:nvSpPr>
          <p:spPr>
            <a:xfrm>
              <a:off x="5346108" y="4553911"/>
              <a:ext cx="205158" cy="138250"/>
            </a:xfrm>
            <a:custGeom>
              <a:avLst/>
              <a:gdLst>
                <a:gd name="connsiteX0" fmla="*/ 205158 w 205158"/>
                <a:gd name="connsiteY0" fmla="*/ 74366 h 138250"/>
                <a:gd name="connsiteX1" fmla="*/ 184459 w 205158"/>
                <a:gd name="connsiteY1" fmla="*/ 89329 h 138250"/>
                <a:gd name="connsiteX2" fmla="*/ 0 w 205158"/>
                <a:gd name="connsiteY2" fmla="*/ 73451 h 138250"/>
                <a:gd name="connsiteX3" fmla="*/ 93269 w 205158"/>
                <a:gd name="connsiteY3" fmla="*/ 6035 h 138250"/>
                <a:gd name="connsiteX4" fmla="*/ 125190 w 205158"/>
                <a:gd name="connsiteY4" fmla="*/ 8612 h 138250"/>
                <a:gd name="connsiteX5" fmla="*/ 205158 w 205158"/>
                <a:gd name="connsiteY5" fmla="*/ 74366 h 138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05158" h="138250">
                  <a:moveTo>
                    <a:pt x="205158" y="74366"/>
                  </a:moveTo>
                  <a:cubicBezTo>
                    <a:pt x="195599" y="81265"/>
                    <a:pt x="190029" y="85339"/>
                    <a:pt x="184459" y="89329"/>
                  </a:cubicBezTo>
                  <a:cubicBezTo>
                    <a:pt x="90609" y="156995"/>
                    <a:pt x="90609" y="156995"/>
                    <a:pt x="0" y="73451"/>
                  </a:cubicBezTo>
                  <a:cubicBezTo>
                    <a:pt x="31589" y="50758"/>
                    <a:pt x="63011" y="29228"/>
                    <a:pt x="93269" y="6035"/>
                  </a:cubicBezTo>
                  <a:cubicBezTo>
                    <a:pt x="106154" y="-3774"/>
                    <a:pt x="114383" y="-698"/>
                    <a:pt x="125190" y="8612"/>
                  </a:cubicBezTo>
                  <a:cubicBezTo>
                    <a:pt x="150045" y="30059"/>
                    <a:pt x="175898" y="50426"/>
                    <a:pt x="205158" y="74366"/>
                  </a:cubicBezTo>
                  <a:close/>
                </a:path>
              </a:pathLst>
            </a:custGeom>
            <a:solidFill>
              <a:srgbClr val="FDFDFD"/>
            </a:solidFill>
            <a:ln w="83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35" name="자유형: 도형 34">
              <a:extLst>
                <a:ext uri="{FF2B5EF4-FFF2-40B4-BE49-F238E27FC236}">
                  <a16:creationId xmlns:a16="http://schemas.microsoft.com/office/drawing/2014/main" id="{BB783636-92EE-41D2-9062-2E73A52E0382}"/>
                </a:ext>
              </a:extLst>
            </p:cNvPr>
            <p:cNvSpPr/>
            <p:nvPr/>
          </p:nvSpPr>
          <p:spPr>
            <a:xfrm>
              <a:off x="3617935" y="3588312"/>
              <a:ext cx="152987" cy="131550"/>
            </a:xfrm>
            <a:custGeom>
              <a:avLst/>
              <a:gdLst>
                <a:gd name="connsiteX0" fmla="*/ 77432 w 152987"/>
                <a:gd name="connsiteY0" fmla="*/ 131550 h 131550"/>
                <a:gd name="connsiteX1" fmla="*/ 44430 w 152987"/>
                <a:gd name="connsiteY1" fmla="*/ 131550 h 131550"/>
                <a:gd name="connsiteX2" fmla="*/ 3781 w 152987"/>
                <a:gd name="connsiteY2" fmla="*/ 76021 h 131550"/>
                <a:gd name="connsiteX3" fmla="*/ 41022 w 152987"/>
                <a:gd name="connsiteY3" fmla="*/ 63386 h 131550"/>
                <a:gd name="connsiteX4" fmla="*/ 79011 w 152987"/>
                <a:gd name="connsiteY4" fmla="*/ 32130 h 131550"/>
                <a:gd name="connsiteX5" fmla="*/ 140443 w 152987"/>
                <a:gd name="connsiteY5" fmla="*/ 458 h 131550"/>
                <a:gd name="connsiteX6" fmla="*/ 151582 w 152987"/>
                <a:gd name="connsiteY6" fmla="*/ 31548 h 131550"/>
                <a:gd name="connsiteX7" fmla="*/ 151997 w 152987"/>
                <a:gd name="connsiteY7" fmla="*/ 56237 h 131550"/>
                <a:gd name="connsiteX8" fmla="*/ 77432 w 152987"/>
                <a:gd name="connsiteY8" fmla="*/ 131550 h 131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52987" h="131550">
                  <a:moveTo>
                    <a:pt x="77432" y="131550"/>
                  </a:moveTo>
                  <a:cubicBezTo>
                    <a:pt x="66459" y="131550"/>
                    <a:pt x="55403" y="131550"/>
                    <a:pt x="44430" y="131550"/>
                  </a:cubicBezTo>
                  <a:cubicBezTo>
                    <a:pt x="4696" y="131467"/>
                    <a:pt x="-6942" y="115507"/>
                    <a:pt x="3781" y="76021"/>
                  </a:cubicBezTo>
                  <a:cubicBezTo>
                    <a:pt x="9849" y="53660"/>
                    <a:pt x="28221" y="63718"/>
                    <a:pt x="41022" y="63386"/>
                  </a:cubicBezTo>
                  <a:cubicBezTo>
                    <a:pt x="62968" y="62721"/>
                    <a:pt x="78346" y="64716"/>
                    <a:pt x="79011" y="32130"/>
                  </a:cubicBezTo>
                  <a:cubicBezTo>
                    <a:pt x="79759" y="-3864"/>
                    <a:pt x="118497" y="4532"/>
                    <a:pt x="140443" y="458"/>
                  </a:cubicBezTo>
                  <a:cubicBezTo>
                    <a:pt x="161972" y="-3615"/>
                    <a:pt x="148589" y="20492"/>
                    <a:pt x="151582" y="31548"/>
                  </a:cubicBezTo>
                  <a:cubicBezTo>
                    <a:pt x="153743" y="39196"/>
                    <a:pt x="151997" y="47924"/>
                    <a:pt x="151997" y="56237"/>
                  </a:cubicBezTo>
                  <a:cubicBezTo>
                    <a:pt x="151997" y="131550"/>
                    <a:pt x="151997" y="131550"/>
                    <a:pt x="77432" y="131550"/>
                  </a:cubicBezTo>
                  <a:close/>
                </a:path>
              </a:pathLst>
            </a:custGeom>
            <a:solidFill>
              <a:srgbClr val="FBFCFC"/>
            </a:solidFill>
            <a:ln w="83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36" name="자유형: 도형 35">
              <a:extLst>
                <a:ext uri="{FF2B5EF4-FFF2-40B4-BE49-F238E27FC236}">
                  <a16:creationId xmlns:a16="http://schemas.microsoft.com/office/drawing/2014/main" id="{AAE7B6BB-A23F-43CA-B518-598DD1633611}"/>
                </a:ext>
              </a:extLst>
            </p:cNvPr>
            <p:cNvSpPr/>
            <p:nvPr/>
          </p:nvSpPr>
          <p:spPr>
            <a:xfrm>
              <a:off x="6618122" y="95613"/>
              <a:ext cx="751741" cy="592597"/>
            </a:xfrm>
            <a:custGeom>
              <a:avLst/>
              <a:gdLst>
                <a:gd name="connsiteX0" fmla="*/ 148299 w 751741"/>
                <a:gd name="connsiteY0" fmla="*/ 592598 h 592597"/>
                <a:gd name="connsiteX1" fmla="*/ 13798 w 751741"/>
                <a:gd name="connsiteY1" fmla="*/ 220852 h 592597"/>
                <a:gd name="connsiteX2" fmla="*/ 612315 w 751741"/>
                <a:gd name="connsiteY2" fmla="*/ 4722 h 592597"/>
                <a:gd name="connsiteX3" fmla="*/ 737006 w 751741"/>
                <a:gd name="connsiteY3" fmla="*/ 195914 h 592597"/>
                <a:gd name="connsiteX4" fmla="*/ 148299 w 751741"/>
                <a:gd name="connsiteY4" fmla="*/ 592598 h 5925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1741" h="592597">
                  <a:moveTo>
                    <a:pt x="148299" y="592598"/>
                  </a:moveTo>
                  <a:cubicBezTo>
                    <a:pt x="108647" y="550286"/>
                    <a:pt x="-46635" y="274386"/>
                    <a:pt x="13798" y="220852"/>
                  </a:cubicBezTo>
                  <a:cubicBezTo>
                    <a:pt x="113551" y="170976"/>
                    <a:pt x="491697" y="44623"/>
                    <a:pt x="612315" y="4722"/>
                  </a:cubicBezTo>
                  <a:cubicBezTo>
                    <a:pt x="761944" y="-28529"/>
                    <a:pt x="767347" y="122180"/>
                    <a:pt x="737006" y="195914"/>
                  </a:cubicBezTo>
                  <a:cubicBezTo>
                    <a:pt x="705251" y="272807"/>
                    <a:pt x="462686" y="478464"/>
                    <a:pt x="148299" y="592598"/>
                  </a:cubicBezTo>
                  <a:close/>
                </a:path>
              </a:pathLst>
            </a:custGeom>
            <a:solidFill>
              <a:srgbClr val="FECAA6"/>
            </a:solidFill>
            <a:ln w="83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37" name="자유형: 도형 36">
              <a:extLst>
                <a:ext uri="{FF2B5EF4-FFF2-40B4-BE49-F238E27FC236}">
                  <a16:creationId xmlns:a16="http://schemas.microsoft.com/office/drawing/2014/main" id="{04AC14B6-8B86-4CDC-82B1-5F56EF65C3BE}"/>
                </a:ext>
              </a:extLst>
            </p:cNvPr>
            <p:cNvSpPr/>
            <p:nvPr/>
          </p:nvSpPr>
          <p:spPr>
            <a:xfrm>
              <a:off x="7750564" y="2483287"/>
              <a:ext cx="763524" cy="578799"/>
            </a:xfrm>
            <a:custGeom>
              <a:avLst/>
              <a:gdLst>
                <a:gd name="connsiteX0" fmla="*/ 0 w 763524"/>
                <a:gd name="connsiteY0" fmla="*/ 199812 h 578799"/>
                <a:gd name="connsiteX1" fmla="*/ 90110 w 763524"/>
                <a:gd name="connsiteY1" fmla="*/ 52843 h 578799"/>
                <a:gd name="connsiteX2" fmla="*/ 295268 w 763524"/>
                <a:gd name="connsiteY2" fmla="*/ 19426 h 578799"/>
                <a:gd name="connsiteX3" fmla="*/ 500094 w 763524"/>
                <a:gd name="connsiteY3" fmla="*/ 164898 h 578799"/>
                <a:gd name="connsiteX4" fmla="*/ 763524 w 763524"/>
                <a:gd name="connsiteY4" fmla="*/ 439717 h 578799"/>
                <a:gd name="connsiteX5" fmla="*/ 688377 w 763524"/>
                <a:gd name="connsiteY5" fmla="*/ 495412 h 578799"/>
                <a:gd name="connsiteX6" fmla="*/ 472911 w 763524"/>
                <a:gd name="connsiteY6" fmla="*/ 578789 h 578799"/>
                <a:gd name="connsiteX7" fmla="*/ 251793 w 763524"/>
                <a:gd name="connsiteY7" fmla="*/ 489760 h 578799"/>
                <a:gd name="connsiteX8" fmla="*/ 30674 w 763524"/>
                <a:gd name="connsiteY8" fmla="*/ 230319 h 578799"/>
                <a:gd name="connsiteX9" fmla="*/ 0 w 763524"/>
                <a:gd name="connsiteY9" fmla="*/ 199812 h 5787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63524" h="578799">
                  <a:moveTo>
                    <a:pt x="0" y="199812"/>
                  </a:moveTo>
                  <a:cubicBezTo>
                    <a:pt x="23525" y="146860"/>
                    <a:pt x="47050" y="94240"/>
                    <a:pt x="90110" y="52843"/>
                  </a:cubicBezTo>
                  <a:cubicBezTo>
                    <a:pt x="148216" y="-3019"/>
                    <a:pt x="222365" y="-15322"/>
                    <a:pt x="295268" y="19426"/>
                  </a:cubicBezTo>
                  <a:cubicBezTo>
                    <a:pt x="372078" y="56085"/>
                    <a:pt x="438995" y="106543"/>
                    <a:pt x="500094" y="164898"/>
                  </a:cubicBezTo>
                  <a:cubicBezTo>
                    <a:pt x="591866" y="252681"/>
                    <a:pt x="679815" y="344204"/>
                    <a:pt x="763524" y="439717"/>
                  </a:cubicBezTo>
                  <a:cubicBezTo>
                    <a:pt x="730938" y="447947"/>
                    <a:pt x="713232" y="476792"/>
                    <a:pt x="688377" y="495412"/>
                  </a:cubicBezTo>
                  <a:cubicBezTo>
                    <a:pt x="623787" y="543709"/>
                    <a:pt x="552630" y="578041"/>
                    <a:pt x="472911" y="578789"/>
                  </a:cubicBezTo>
                  <a:cubicBezTo>
                    <a:pt x="389701" y="579537"/>
                    <a:pt x="316549" y="542795"/>
                    <a:pt x="251793" y="489760"/>
                  </a:cubicBezTo>
                  <a:cubicBezTo>
                    <a:pt x="162348" y="416524"/>
                    <a:pt x="95680" y="324253"/>
                    <a:pt x="30674" y="230319"/>
                  </a:cubicBezTo>
                  <a:cubicBezTo>
                    <a:pt x="22611" y="218765"/>
                    <a:pt x="18704" y="201391"/>
                    <a:pt x="0" y="199812"/>
                  </a:cubicBezTo>
                  <a:close/>
                </a:path>
              </a:pathLst>
            </a:custGeom>
            <a:solidFill>
              <a:srgbClr val="FECAA6"/>
            </a:solidFill>
            <a:ln w="83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</p:grpSp>
      <p:grpSp>
        <p:nvGrpSpPr>
          <p:cNvPr id="5" name="그룹 4">
            <a:extLst>
              <a:ext uri="{FF2B5EF4-FFF2-40B4-BE49-F238E27FC236}">
                <a16:creationId xmlns:a16="http://schemas.microsoft.com/office/drawing/2014/main" id="{331A8A57-B6B4-428F-BE6B-FA8BCEF38EA4}"/>
              </a:ext>
            </a:extLst>
          </p:cNvPr>
          <p:cNvGrpSpPr/>
          <p:nvPr/>
        </p:nvGrpSpPr>
        <p:grpSpPr>
          <a:xfrm flipH="1">
            <a:off x="2196645" y="1586968"/>
            <a:ext cx="2167535" cy="2764544"/>
            <a:chOff x="6957846" y="390184"/>
            <a:chExt cx="3835060" cy="3644618"/>
          </a:xfrm>
        </p:grpSpPr>
        <p:grpSp>
          <p:nvGrpSpPr>
            <p:cNvPr id="6" name="그룹 5">
              <a:extLst>
                <a:ext uri="{FF2B5EF4-FFF2-40B4-BE49-F238E27FC236}">
                  <a16:creationId xmlns:a16="http://schemas.microsoft.com/office/drawing/2014/main" id="{6974F655-37C0-474B-B53D-536705169473}"/>
                </a:ext>
              </a:extLst>
            </p:cNvPr>
            <p:cNvGrpSpPr/>
            <p:nvPr/>
          </p:nvGrpSpPr>
          <p:grpSpPr>
            <a:xfrm>
              <a:off x="6957846" y="390184"/>
              <a:ext cx="3835060" cy="3644618"/>
              <a:chOff x="6957846" y="390184"/>
              <a:chExt cx="3835060" cy="3644618"/>
            </a:xfrm>
          </p:grpSpPr>
          <p:sp>
            <p:nvSpPr>
              <p:cNvPr id="13" name="자유형: 도형 12">
                <a:extLst>
                  <a:ext uri="{FF2B5EF4-FFF2-40B4-BE49-F238E27FC236}">
                    <a16:creationId xmlns:a16="http://schemas.microsoft.com/office/drawing/2014/main" id="{B70DE6EE-F4D0-4529-8D1D-8804F24145D6}"/>
                  </a:ext>
                </a:extLst>
              </p:cNvPr>
              <p:cNvSpPr/>
              <p:nvPr/>
            </p:nvSpPr>
            <p:spPr>
              <a:xfrm>
                <a:off x="9741118" y="1802306"/>
                <a:ext cx="1051788" cy="1120687"/>
              </a:xfrm>
              <a:custGeom>
                <a:avLst/>
                <a:gdLst>
                  <a:gd name="connsiteX0" fmla="*/ 1038197 w 1051788"/>
                  <a:gd name="connsiteY0" fmla="*/ 861877 h 1120687"/>
                  <a:gd name="connsiteX1" fmla="*/ 977598 w 1051788"/>
                  <a:gd name="connsiteY1" fmla="*/ 774938 h 1120687"/>
                  <a:gd name="connsiteX2" fmla="*/ 575884 w 1051788"/>
                  <a:gd name="connsiteY2" fmla="*/ 363798 h 1120687"/>
                  <a:gd name="connsiteX3" fmla="*/ 218630 w 1051788"/>
                  <a:gd name="connsiteY3" fmla="*/ 72976 h 1120687"/>
                  <a:gd name="connsiteX4" fmla="*/ 189871 w 1051788"/>
                  <a:gd name="connsiteY4" fmla="*/ 48325 h 1120687"/>
                  <a:gd name="connsiteX5" fmla="*/ 164303 w 1051788"/>
                  <a:gd name="connsiteY5" fmla="*/ 31268 h 1120687"/>
                  <a:gd name="connsiteX6" fmla="*/ 28980 w 1051788"/>
                  <a:gd name="connsiteY6" fmla="*/ 4783 h 1120687"/>
                  <a:gd name="connsiteX7" fmla="*/ 38 w 1051788"/>
                  <a:gd name="connsiteY7" fmla="*/ 136108 h 1120687"/>
                  <a:gd name="connsiteX8" fmla="*/ 63609 w 1051788"/>
                  <a:gd name="connsiteY8" fmla="*/ 363871 h 1120687"/>
                  <a:gd name="connsiteX9" fmla="*/ 110563 w 1051788"/>
                  <a:gd name="connsiteY9" fmla="*/ 450626 h 1120687"/>
                  <a:gd name="connsiteX10" fmla="*/ 125713 w 1051788"/>
                  <a:gd name="connsiteY10" fmla="*/ 470398 h 1120687"/>
                  <a:gd name="connsiteX11" fmla="*/ 282568 w 1051788"/>
                  <a:gd name="connsiteY11" fmla="*/ 568304 h 1120687"/>
                  <a:gd name="connsiteX12" fmla="*/ 282605 w 1051788"/>
                  <a:gd name="connsiteY12" fmla="*/ 566984 h 1120687"/>
                  <a:gd name="connsiteX13" fmla="*/ 644884 w 1051788"/>
                  <a:gd name="connsiteY13" fmla="*/ 780881 h 1120687"/>
                  <a:gd name="connsiteX14" fmla="*/ 712234 w 1051788"/>
                  <a:gd name="connsiteY14" fmla="*/ 830916 h 1120687"/>
                  <a:gd name="connsiteX15" fmla="*/ 701596 w 1051788"/>
                  <a:gd name="connsiteY15" fmla="*/ 895735 h 1120687"/>
                  <a:gd name="connsiteX16" fmla="*/ 535496 w 1051788"/>
                  <a:gd name="connsiteY16" fmla="*/ 951309 h 1120687"/>
                  <a:gd name="connsiteX17" fmla="*/ 532855 w 1051788"/>
                  <a:gd name="connsiteY17" fmla="*/ 951529 h 1120687"/>
                  <a:gd name="connsiteX18" fmla="*/ 539788 w 1051788"/>
                  <a:gd name="connsiteY18" fmla="*/ 970311 h 1120687"/>
                  <a:gd name="connsiteX19" fmla="*/ 639125 w 1051788"/>
                  <a:gd name="connsiteY19" fmla="*/ 1109706 h 1120687"/>
                  <a:gd name="connsiteX20" fmla="*/ 663960 w 1051788"/>
                  <a:gd name="connsiteY20" fmla="*/ 1119610 h 1120687"/>
                  <a:gd name="connsiteX21" fmla="*/ 767221 w 1051788"/>
                  <a:gd name="connsiteY21" fmla="*/ 1082634 h 1120687"/>
                  <a:gd name="connsiteX22" fmla="*/ 1007861 w 1051788"/>
                  <a:gd name="connsiteY22" fmla="*/ 971705 h 1120687"/>
                  <a:gd name="connsiteX23" fmla="*/ 1038197 w 1051788"/>
                  <a:gd name="connsiteY23" fmla="*/ 861877 h 11206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1051788" h="1120687">
                    <a:moveTo>
                      <a:pt x="1038197" y="861877"/>
                    </a:moveTo>
                    <a:cubicBezTo>
                      <a:pt x="1022240" y="829999"/>
                      <a:pt x="1000377" y="802047"/>
                      <a:pt x="977598" y="774938"/>
                    </a:cubicBezTo>
                    <a:cubicBezTo>
                      <a:pt x="853903" y="627914"/>
                      <a:pt x="718434" y="492444"/>
                      <a:pt x="575884" y="363798"/>
                    </a:cubicBezTo>
                    <a:cubicBezTo>
                      <a:pt x="461727" y="260756"/>
                      <a:pt x="351642" y="152871"/>
                      <a:pt x="218630" y="72976"/>
                    </a:cubicBezTo>
                    <a:cubicBezTo>
                      <a:pt x="207956" y="66557"/>
                      <a:pt x="196841" y="59587"/>
                      <a:pt x="189871" y="48325"/>
                    </a:cubicBezTo>
                    <a:cubicBezTo>
                      <a:pt x="179637" y="45171"/>
                      <a:pt x="172777" y="36991"/>
                      <a:pt x="164303" y="31268"/>
                    </a:cubicBezTo>
                    <a:cubicBezTo>
                      <a:pt x="122925" y="3206"/>
                      <a:pt x="78098" y="-6919"/>
                      <a:pt x="28980" y="4783"/>
                    </a:cubicBezTo>
                    <a:cubicBezTo>
                      <a:pt x="12693" y="47078"/>
                      <a:pt x="698" y="90437"/>
                      <a:pt x="38" y="136108"/>
                    </a:cubicBezTo>
                    <a:cubicBezTo>
                      <a:pt x="-1100" y="218204"/>
                      <a:pt x="23588" y="293220"/>
                      <a:pt x="63609" y="363871"/>
                    </a:cubicBezTo>
                    <a:cubicBezTo>
                      <a:pt x="79823" y="392484"/>
                      <a:pt x="97467" y="420399"/>
                      <a:pt x="110563" y="450626"/>
                    </a:cubicBezTo>
                    <a:cubicBezTo>
                      <a:pt x="114121" y="458843"/>
                      <a:pt x="119073" y="465042"/>
                      <a:pt x="125713" y="470398"/>
                    </a:cubicBezTo>
                    <a:cubicBezTo>
                      <a:pt x="128170" y="473369"/>
                      <a:pt x="194970" y="514454"/>
                      <a:pt x="282568" y="568304"/>
                    </a:cubicBezTo>
                    <a:cubicBezTo>
                      <a:pt x="282605" y="567864"/>
                      <a:pt x="282605" y="567424"/>
                      <a:pt x="282605" y="566984"/>
                    </a:cubicBezTo>
                    <a:cubicBezTo>
                      <a:pt x="402485" y="639799"/>
                      <a:pt x="522768" y="711881"/>
                      <a:pt x="644884" y="780881"/>
                    </a:cubicBezTo>
                    <a:cubicBezTo>
                      <a:pt x="669352" y="794711"/>
                      <a:pt x="692829" y="810227"/>
                      <a:pt x="712234" y="830916"/>
                    </a:cubicBezTo>
                    <a:cubicBezTo>
                      <a:pt x="738059" y="858502"/>
                      <a:pt x="735271" y="878824"/>
                      <a:pt x="701596" y="895735"/>
                    </a:cubicBezTo>
                    <a:cubicBezTo>
                      <a:pt x="657246" y="918038"/>
                      <a:pt x="544190" y="948558"/>
                      <a:pt x="535496" y="951309"/>
                    </a:cubicBezTo>
                    <a:cubicBezTo>
                      <a:pt x="534616" y="951346"/>
                      <a:pt x="533736" y="951456"/>
                      <a:pt x="532855" y="951529"/>
                    </a:cubicBezTo>
                    <a:cubicBezTo>
                      <a:pt x="531534" y="959013"/>
                      <a:pt x="535900" y="964845"/>
                      <a:pt x="539788" y="970311"/>
                    </a:cubicBezTo>
                    <a:cubicBezTo>
                      <a:pt x="572766" y="1016898"/>
                      <a:pt x="606074" y="1063192"/>
                      <a:pt x="639125" y="1109706"/>
                    </a:cubicBezTo>
                    <a:cubicBezTo>
                      <a:pt x="645178" y="1118216"/>
                      <a:pt x="653028" y="1122948"/>
                      <a:pt x="663960" y="1119610"/>
                    </a:cubicBezTo>
                    <a:cubicBezTo>
                      <a:pt x="699175" y="1109559"/>
                      <a:pt x="733253" y="1096133"/>
                      <a:pt x="767221" y="1082634"/>
                    </a:cubicBezTo>
                    <a:cubicBezTo>
                      <a:pt x="849391" y="1049949"/>
                      <a:pt x="932074" y="1018072"/>
                      <a:pt x="1007861" y="971705"/>
                    </a:cubicBezTo>
                    <a:cubicBezTo>
                      <a:pt x="1054741" y="943056"/>
                      <a:pt x="1062812" y="911105"/>
                      <a:pt x="1038197" y="861877"/>
                    </a:cubicBezTo>
                    <a:close/>
                  </a:path>
                </a:pathLst>
              </a:custGeom>
              <a:solidFill>
                <a:schemeClr val="accent4">
                  <a:lumMod val="75000"/>
                </a:schemeClr>
              </a:solidFill>
              <a:ln w="366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4" name="자유형: 도형 13">
                <a:extLst>
                  <a:ext uri="{FF2B5EF4-FFF2-40B4-BE49-F238E27FC236}">
                    <a16:creationId xmlns:a16="http://schemas.microsoft.com/office/drawing/2014/main" id="{39BE19EB-8DDA-4B33-8DB5-6F14AFAB6BCC}"/>
                  </a:ext>
                </a:extLst>
              </p:cNvPr>
              <p:cNvSpPr/>
              <p:nvPr/>
            </p:nvSpPr>
            <p:spPr>
              <a:xfrm>
                <a:off x="8762612" y="1805011"/>
                <a:ext cx="1202235" cy="1454239"/>
              </a:xfrm>
              <a:custGeom>
                <a:avLst/>
                <a:gdLst>
                  <a:gd name="connsiteX0" fmla="*/ 1106236 w 1202235"/>
                  <a:gd name="connsiteY0" fmla="*/ 466812 h 1454239"/>
                  <a:gd name="connsiteX1" fmla="*/ 1058365 w 1202235"/>
                  <a:gd name="connsiteY1" fmla="*/ 372501 h 1454239"/>
                  <a:gd name="connsiteX2" fmla="*/ 986833 w 1202235"/>
                  <a:gd name="connsiteY2" fmla="*/ 133659 h 1454239"/>
                  <a:gd name="connsiteX3" fmla="*/ 1006679 w 1202235"/>
                  <a:gd name="connsiteY3" fmla="*/ 29847 h 1454239"/>
                  <a:gd name="connsiteX4" fmla="*/ 1007449 w 1202235"/>
                  <a:gd name="connsiteY4" fmla="*/ 2005 h 1454239"/>
                  <a:gd name="connsiteX5" fmla="*/ 923849 w 1202235"/>
                  <a:gd name="connsiteY5" fmla="*/ 13046 h 1454239"/>
                  <a:gd name="connsiteX6" fmla="*/ 911780 w 1202235"/>
                  <a:gd name="connsiteY6" fmla="*/ 32158 h 1454239"/>
                  <a:gd name="connsiteX7" fmla="*/ 860388 w 1202235"/>
                  <a:gd name="connsiteY7" fmla="*/ 188390 h 1454239"/>
                  <a:gd name="connsiteX8" fmla="*/ 765416 w 1202235"/>
                  <a:gd name="connsiteY8" fmla="*/ 386073 h 1454239"/>
                  <a:gd name="connsiteX9" fmla="*/ 735776 w 1202235"/>
                  <a:gd name="connsiteY9" fmla="*/ 392676 h 1454239"/>
                  <a:gd name="connsiteX10" fmla="*/ 626755 w 1202235"/>
                  <a:gd name="connsiteY10" fmla="*/ 352802 h 1454239"/>
                  <a:gd name="connsiteX11" fmla="*/ 519385 w 1202235"/>
                  <a:gd name="connsiteY11" fmla="*/ 375912 h 1454239"/>
                  <a:gd name="connsiteX12" fmla="*/ 491396 w 1202235"/>
                  <a:gd name="connsiteY12" fmla="*/ 368136 h 1454239"/>
                  <a:gd name="connsiteX13" fmla="*/ 353725 w 1202235"/>
                  <a:gd name="connsiteY13" fmla="*/ 430019 h 1454239"/>
                  <a:gd name="connsiteX14" fmla="*/ 331826 w 1202235"/>
                  <a:gd name="connsiteY14" fmla="*/ 430460 h 1454239"/>
                  <a:gd name="connsiteX15" fmla="*/ 264182 w 1202235"/>
                  <a:gd name="connsiteY15" fmla="*/ 278996 h 1454239"/>
                  <a:gd name="connsiteX16" fmla="*/ 234323 w 1202235"/>
                  <a:gd name="connsiteY16" fmla="*/ 103066 h 1454239"/>
                  <a:gd name="connsiteX17" fmla="*/ 226399 w 1202235"/>
                  <a:gd name="connsiteY17" fmla="*/ 85935 h 1454239"/>
                  <a:gd name="connsiteX18" fmla="*/ 149292 w 1202235"/>
                  <a:gd name="connsiteY18" fmla="*/ 122361 h 1454239"/>
                  <a:gd name="connsiteX19" fmla="*/ 114003 w 1202235"/>
                  <a:gd name="connsiteY19" fmla="*/ 177532 h 1454239"/>
                  <a:gd name="connsiteX20" fmla="*/ 49258 w 1202235"/>
                  <a:gd name="connsiteY20" fmla="*/ 322649 h 1454239"/>
                  <a:gd name="connsiteX21" fmla="*/ 2451 w 1202235"/>
                  <a:gd name="connsiteY21" fmla="*/ 604483 h 1454239"/>
                  <a:gd name="connsiteX22" fmla="*/ 17380 w 1202235"/>
                  <a:gd name="connsiteY22" fmla="*/ 643183 h 1454239"/>
                  <a:gd name="connsiteX23" fmla="*/ 54577 w 1202235"/>
                  <a:gd name="connsiteY23" fmla="*/ 726453 h 1454239"/>
                  <a:gd name="connsiteX24" fmla="*/ 107107 w 1202235"/>
                  <a:gd name="connsiteY24" fmla="*/ 805945 h 1454239"/>
                  <a:gd name="connsiteX25" fmla="*/ 201418 w 1202235"/>
                  <a:gd name="connsiteY25" fmla="*/ 1276879 h 1454239"/>
                  <a:gd name="connsiteX26" fmla="*/ 168147 w 1202235"/>
                  <a:gd name="connsiteY26" fmla="*/ 1402260 h 1454239"/>
                  <a:gd name="connsiteX27" fmla="*/ 604305 w 1202235"/>
                  <a:gd name="connsiteY27" fmla="*/ 1454240 h 1454239"/>
                  <a:gd name="connsiteX28" fmla="*/ 1202235 w 1202235"/>
                  <a:gd name="connsiteY28" fmla="*/ 1347860 h 1454239"/>
                  <a:gd name="connsiteX29" fmla="*/ 1040831 w 1202235"/>
                  <a:gd name="connsiteY29" fmla="*/ 1069070 h 1454239"/>
                  <a:gd name="connsiteX30" fmla="*/ 1055504 w 1202235"/>
                  <a:gd name="connsiteY30" fmla="*/ 760935 h 1454239"/>
                  <a:gd name="connsiteX31" fmla="*/ 1106236 w 1202235"/>
                  <a:gd name="connsiteY31" fmla="*/ 466812 h 14542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1202235" h="1454239">
                    <a:moveTo>
                      <a:pt x="1106236" y="466812"/>
                    </a:moveTo>
                    <a:cubicBezTo>
                      <a:pt x="1094571" y="433211"/>
                      <a:pt x="1076450" y="402801"/>
                      <a:pt x="1058365" y="372501"/>
                    </a:cubicBezTo>
                    <a:cubicBezTo>
                      <a:pt x="1014419" y="298842"/>
                      <a:pt x="986173" y="220451"/>
                      <a:pt x="986833" y="133659"/>
                    </a:cubicBezTo>
                    <a:cubicBezTo>
                      <a:pt x="987127" y="98077"/>
                      <a:pt x="994867" y="63485"/>
                      <a:pt x="1006679" y="29847"/>
                    </a:cubicBezTo>
                    <a:cubicBezTo>
                      <a:pt x="1009797" y="20896"/>
                      <a:pt x="1014822" y="11469"/>
                      <a:pt x="1007449" y="2005"/>
                    </a:cubicBezTo>
                    <a:cubicBezTo>
                      <a:pt x="978397" y="-3461"/>
                      <a:pt x="950884" y="2922"/>
                      <a:pt x="923849" y="13046"/>
                    </a:cubicBezTo>
                    <a:cubicBezTo>
                      <a:pt x="915082" y="16421"/>
                      <a:pt x="913872" y="24564"/>
                      <a:pt x="911780" y="32158"/>
                    </a:cubicBezTo>
                    <a:cubicBezTo>
                      <a:pt x="897144" y="85054"/>
                      <a:pt x="880453" y="137254"/>
                      <a:pt x="860388" y="188390"/>
                    </a:cubicBezTo>
                    <a:cubicBezTo>
                      <a:pt x="833573" y="256657"/>
                      <a:pt x="801292" y="322245"/>
                      <a:pt x="765416" y="386073"/>
                    </a:cubicBezTo>
                    <a:cubicBezTo>
                      <a:pt x="756135" y="402617"/>
                      <a:pt x="752871" y="407570"/>
                      <a:pt x="735776" y="392676"/>
                    </a:cubicBezTo>
                    <a:cubicBezTo>
                      <a:pt x="704853" y="365714"/>
                      <a:pt x="668427" y="352509"/>
                      <a:pt x="626755" y="352802"/>
                    </a:cubicBezTo>
                    <a:cubicBezTo>
                      <a:pt x="599683" y="352986"/>
                      <a:pt x="530793" y="381085"/>
                      <a:pt x="519385" y="375912"/>
                    </a:cubicBezTo>
                    <a:cubicBezTo>
                      <a:pt x="509444" y="375545"/>
                      <a:pt x="501300" y="368979"/>
                      <a:pt x="491396" y="368136"/>
                    </a:cubicBezTo>
                    <a:cubicBezTo>
                      <a:pt x="433950" y="363183"/>
                      <a:pt x="387327" y="382038"/>
                      <a:pt x="353725" y="430019"/>
                    </a:cubicBezTo>
                    <a:cubicBezTo>
                      <a:pt x="342683" y="445756"/>
                      <a:pt x="341436" y="445976"/>
                      <a:pt x="331826" y="430460"/>
                    </a:cubicBezTo>
                    <a:cubicBezTo>
                      <a:pt x="302406" y="383065"/>
                      <a:pt x="280690" y="332150"/>
                      <a:pt x="264182" y="278996"/>
                    </a:cubicBezTo>
                    <a:cubicBezTo>
                      <a:pt x="246391" y="221698"/>
                      <a:pt x="237367" y="162859"/>
                      <a:pt x="234323" y="103066"/>
                    </a:cubicBezTo>
                    <a:cubicBezTo>
                      <a:pt x="233993" y="96353"/>
                      <a:pt x="233846" y="89420"/>
                      <a:pt x="226399" y="85935"/>
                    </a:cubicBezTo>
                    <a:cubicBezTo>
                      <a:pt x="193165" y="82156"/>
                      <a:pt x="171412" y="102589"/>
                      <a:pt x="149292" y="122361"/>
                    </a:cubicBezTo>
                    <a:cubicBezTo>
                      <a:pt x="136343" y="140005"/>
                      <a:pt x="123834" y="157650"/>
                      <a:pt x="114003" y="177532"/>
                    </a:cubicBezTo>
                    <a:cubicBezTo>
                      <a:pt x="90526" y="225109"/>
                      <a:pt x="67562" y="272797"/>
                      <a:pt x="49258" y="322649"/>
                    </a:cubicBezTo>
                    <a:cubicBezTo>
                      <a:pt x="15803" y="413659"/>
                      <a:pt x="-7894" y="506320"/>
                      <a:pt x="2451" y="604483"/>
                    </a:cubicBezTo>
                    <a:cubicBezTo>
                      <a:pt x="3918" y="618275"/>
                      <a:pt x="1350" y="634599"/>
                      <a:pt x="17380" y="643183"/>
                    </a:cubicBezTo>
                    <a:cubicBezTo>
                      <a:pt x="25964" y="672639"/>
                      <a:pt x="37629" y="700775"/>
                      <a:pt x="54577" y="726453"/>
                    </a:cubicBezTo>
                    <a:cubicBezTo>
                      <a:pt x="72075" y="752975"/>
                      <a:pt x="90783" y="778726"/>
                      <a:pt x="107107" y="805945"/>
                    </a:cubicBezTo>
                    <a:cubicBezTo>
                      <a:pt x="194559" y="951612"/>
                      <a:pt x="228930" y="1107918"/>
                      <a:pt x="201418" y="1276879"/>
                    </a:cubicBezTo>
                    <a:cubicBezTo>
                      <a:pt x="194412" y="1319907"/>
                      <a:pt x="178895" y="1360369"/>
                      <a:pt x="168147" y="1402260"/>
                    </a:cubicBezTo>
                    <a:cubicBezTo>
                      <a:pt x="274600" y="1424160"/>
                      <a:pt x="495467" y="1454313"/>
                      <a:pt x="604305" y="1454240"/>
                    </a:cubicBezTo>
                    <a:cubicBezTo>
                      <a:pt x="671362" y="1454203"/>
                      <a:pt x="1135729" y="1357544"/>
                      <a:pt x="1202235" y="1347860"/>
                    </a:cubicBezTo>
                    <a:cubicBezTo>
                      <a:pt x="1139874" y="1215802"/>
                      <a:pt x="1092187" y="1171782"/>
                      <a:pt x="1040831" y="1069070"/>
                    </a:cubicBezTo>
                    <a:cubicBezTo>
                      <a:pt x="1015153" y="1021383"/>
                      <a:pt x="963797" y="900330"/>
                      <a:pt x="1055504" y="760935"/>
                    </a:cubicBezTo>
                    <a:cubicBezTo>
                      <a:pt x="1189836" y="556795"/>
                      <a:pt x="1104439" y="477230"/>
                      <a:pt x="1106236" y="466812"/>
                    </a:cubicBezTo>
                    <a:close/>
                  </a:path>
                </a:pathLst>
              </a:custGeom>
              <a:solidFill>
                <a:schemeClr val="accent4"/>
              </a:solidFill>
              <a:ln w="366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5" name="자유형: 도형 14">
                <a:extLst>
                  <a:ext uri="{FF2B5EF4-FFF2-40B4-BE49-F238E27FC236}">
                    <a16:creationId xmlns:a16="http://schemas.microsoft.com/office/drawing/2014/main" id="{BDEDFFC3-1798-4CDC-A474-5D92F48864A3}"/>
                  </a:ext>
                </a:extLst>
              </p:cNvPr>
              <p:cNvSpPr/>
              <p:nvPr/>
            </p:nvSpPr>
            <p:spPr>
              <a:xfrm>
                <a:off x="8805827" y="3138198"/>
                <a:ext cx="1734940" cy="896604"/>
              </a:xfrm>
              <a:custGeom>
                <a:avLst/>
                <a:gdLst>
                  <a:gd name="connsiteX0" fmla="*/ 283 w 1734940"/>
                  <a:gd name="connsiteY0" fmla="*/ 1167320 h 1170479"/>
                  <a:gd name="connsiteX1" fmla="*/ 27 w 1734940"/>
                  <a:gd name="connsiteY1" fmla="*/ 1079502 h 1170479"/>
                  <a:gd name="connsiteX2" fmla="*/ 35719 w 1734940"/>
                  <a:gd name="connsiteY2" fmla="*/ 535679 h 1170479"/>
                  <a:gd name="connsiteX3" fmla="*/ 124968 w 1734940"/>
                  <a:gd name="connsiteY3" fmla="*/ 69074 h 1170479"/>
                  <a:gd name="connsiteX4" fmla="*/ 646598 w 1734940"/>
                  <a:gd name="connsiteY4" fmla="*/ 87195 h 1170479"/>
                  <a:gd name="connsiteX5" fmla="*/ 1151720 w 1734940"/>
                  <a:gd name="connsiteY5" fmla="*/ 0 h 1170479"/>
                  <a:gd name="connsiteX6" fmla="*/ 1469283 w 1734940"/>
                  <a:gd name="connsiteY6" fmla="*/ 451639 h 1170479"/>
                  <a:gd name="connsiteX7" fmla="*/ 1649506 w 1734940"/>
                  <a:gd name="connsiteY7" fmla="*/ 877966 h 1170479"/>
                  <a:gd name="connsiteX8" fmla="*/ 1734720 w 1734940"/>
                  <a:gd name="connsiteY8" fmla="*/ 1167504 h 1170479"/>
                  <a:gd name="connsiteX9" fmla="*/ 283 w 1734940"/>
                  <a:gd name="connsiteY9" fmla="*/ 1167320 h 11704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734940" h="1170479">
                    <a:moveTo>
                      <a:pt x="283" y="1167320"/>
                    </a:moveTo>
                    <a:cubicBezTo>
                      <a:pt x="174" y="1138047"/>
                      <a:pt x="-83" y="1108774"/>
                      <a:pt x="27" y="1079502"/>
                    </a:cubicBezTo>
                    <a:cubicBezTo>
                      <a:pt x="724" y="897481"/>
                      <a:pt x="11912" y="716232"/>
                      <a:pt x="35719" y="535679"/>
                    </a:cubicBezTo>
                    <a:cubicBezTo>
                      <a:pt x="55821" y="383225"/>
                      <a:pt x="123611" y="73769"/>
                      <a:pt x="124968" y="69074"/>
                    </a:cubicBezTo>
                    <a:cubicBezTo>
                      <a:pt x="131975" y="62067"/>
                      <a:pt x="586218" y="88112"/>
                      <a:pt x="646598" y="87195"/>
                    </a:cubicBezTo>
                    <a:cubicBezTo>
                      <a:pt x="655108" y="90020"/>
                      <a:pt x="1101685" y="13719"/>
                      <a:pt x="1151720" y="0"/>
                    </a:cubicBezTo>
                    <a:cubicBezTo>
                      <a:pt x="1313124" y="179746"/>
                      <a:pt x="1430179" y="370863"/>
                      <a:pt x="1469283" y="451639"/>
                    </a:cubicBezTo>
                    <a:cubicBezTo>
                      <a:pt x="1536559" y="590667"/>
                      <a:pt x="1597343" y="732519"/>
                      <a:pt x="1649506" y="877966"/>
                    </a:cubicBezTo>
                    <a:cubicBezTo>
                      <a:pt x="1680649" y="964721"/>
                      <a:pt x="1738975" y="1158626"/>
                      <a:pt x="1734720" y="1167504"/>
                    </a:cubicBezTo>
                    <a:cubicBezTo>
                      <a:pt x="1728557" y="1171465"/>
                      <a:pt x="6410" y="1171539"/>
                      <a:pt x="283" y="116732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366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6" name="자유형: 도형 15">
                <a:extLst>
                  <a:ext uri="{FF2B5EF4-FFF2-40B4-BE49-F238E27FC236}">
                    <a16:creationId xmlns:a16="http://schemas.microsoft.com/office/drawing/2014/main" id="{1E10310C-D47D-4A4D-86D5-3058798B835C}"/>
                  </a:ext>
                </a:extLst>
              </p:cNvPr>
              <p:cNvSpPr/>
              <p:nvPr/>
            </p:nvSpPr>
            <p:spPr>
              <a:xfrm>
                <a:off x="8339708" y="390184"/>
                <a:ext cx="1625541" cy="1373519"/>
              </a:xfrm>
              <a:custGeom>
                <a:avLst/>
                <a:gdLst>
                  <a:gd name="connsiteX0" fmla="*/ 159808 w 1625541"/>
                  <a:gd name="connsiteY0" fmla="*/ 1084449 h 1373519"/>
                  <a:gd name="connsiteX1" fmla="*/ 242822 w 1625541"/>
                  <a:gd name="connsiteY1" fmla="*/ 1197469 h 1373519"/>
                  <a:gd name="connsiteX2" fmla="*/ 159808 w 1625541"/>
                  <a:gd name="connsiteY2" fmla="*/ 1084449 h 1373519"/>
                  <a:gd name="connsiteX3" fmla="*/ 1457389 w 1625541"/>
                  <a:gd name="connsiteY3" fmla="*/ 985808 h 1373519"/>
                  <a:gd name="connsiteX4" fmla="*/ 1398843 w 1625541"/>
                  <a:gd name="connsiteY4" fmla="*/ 1056790 h 1373519"/>
                  <a:gd name="connsiteX5" fmla="*/ 1375659 w 1625541"/>
                  <a:gd name="connsiteY5" fmla="*/ 1140573 h 1373519"/>
                  <a:gd name="connsiteX6" fmla="*/ 1457902 w 1625541"/>
                  <a:gd name="connsiteY6" fmla="*/ 1070619 h 1373519"/>
                  <a:gd name="connsiteX7" fmla="*/ 1457205 w 1625541"/>
                  <a:gd name="connsiteY7" fmla="*/ 1067024 h 1373519"/>
                  <a:gd name="connsiteX8" fmla="*/ 1453684 w 1625541"/>
                  <a:gd name="connsiteY8" fmla="*/ 1034340 h 1373519"/>
                  <a:gd name="connsiteX9" fmla="*/ 1480499 w 1625541"/>
                  <a:gd name="connsiteY9" fmla="*/ 997767 h 1373519"/>
                  <a:gd name="connsiteX10" fmla="*/ 1502435 w 1625541"/>
                  <a:gd name="connsiteY10" fmla="*/ 992008 h 1373519"/>
                  <a:gd name="connsiteX11" fmla="*/ 1457389 w 1625541"/>
                  <a:gd name="connsiteY11" fmla="*/ 985808 h 1373519"/>
                  <a:gd name="connsiteX12" fmla="*/ 79457 w 1625541"/>
                  <a:gd name="connsiteY12" fmla="*/ 882109 h 1373519"/>
                  <a:gd name="connsiteX13" fmla="*/ 66180 w 1625541"/>
                  <a:gd name="connsiteY13" fmla="*/ 891190 h 1373519"/>
                  <a:gd name="connsiteX14" fmla="*/ 52145 w 1625541"/>
                  <a:gd name="connsiteY14" fmla="*/ 902759 h 1373519"/>
                  <a:gd name="connsiteX15" fmla="*/ 43231 w 1625541"/>
                  <a:gd name="connsiteY15" fmla="*/ 985955 h 1373519"/>
                  <a:gd name="connsiteX16" fmla="*/ 28521 w 1625541"/>
                  <a:gd name="connsiteY16" fmla="*/ 928363 h 1373519"/>
                  <a:gd name="connsiteX17" fmla="*/ 47738 w 1625541"/>
                  <a:gd name="connsiteY17" fmla="*/ 896954 h 1373519"/>
                  <a:gd name="connsiteX18" fmla="*/ 216484 w 1625541"/>
                  <a:gd name="connsiteY18" fmla="*/ 273429 h 1373519"/>
                  <a:gd name="connsiteX19" fmla="*/ 185519 w 1625541"/>
                  <a:gd name="connsiteY19" fmla="*/ 306943 h 1373519"/>
                  <a:gd name="connsiteX20" fmla="*/ 169050 w 1625541"/>
                  <a:gd name="connsiteY20" fmla="*/ 348907 h 1373519"/>
                  <a:gd name="connsiteX21" fmla="*/ 161386 w 1625541"/>
                  <a:gd name="connsiteY21" fmla="*/ 353769 h 1373519"/>
                  <a:gd name="connsiteX22" fmla="*/ 158745 w 1625541"/>
                  <a:gd name="connsiteY22" fmla="*/ 345107 h 1373519"/>
                  <a:gd name="connsiteX23" fmla="*/ 188054 w 1625541"/>
                  <a:gd name="connsiteY23" fmla="*/ 285461 h 1373519"/>
                  <a:gd name="connsiteX24" fmla="*/ 216484 w 1625541"/>
                  <a:gd name="connsiteY24" fmla="*/ 273429 h 1373519"/>
                  <a:gd name="connsiteX25" fmla="*/ 1080854 w 1625541"/>
                  <a:gd name="connsiteY25" fmla="*/ 12696 h 1373519"/>
                  <a:gd name="connsiteX26" fmla="*/ 1045294 w 1625541"/>
                  <a:gd name="connsiteY26" fmla="*/ 24425 h 1373519"/>
                  <a:gd name="connsiteX27" fmla="*/ 1080106 w 1625541"/>
                  <a:gd name="connsiteY27" fmla="*/ 62466 h 1373519"/>
                  <a:gd name="connsiteX28" fmla="*/ 1124529 w 1625541"/>
                  <a:gd name="connsiteY28" fmla="*/ 67234 h 1373519"/>
                  <a:gd name="connsiteX29" fmla="*/ 1121044 w 1625541"/>
                  <a:gd name="connsiteY29" fmla="*/ 29158 h 1373519"/>
                  <a:gd name="connsiteX30" fmla="*/ 1115175 w 1625541"/>
                  <a:gd name="connsiteY30" fmla="*/ 22811 h 1373519"/>
                  <a:gd name="connsiteX31" fmla="*/ 1115285 w 1625541"/>
                  <a:gd name="connsiteY31" fmla="*/ 22848 h 1373519"/>
                  <a:gd name="connsiteX32" fmla="*/ 1114955 w 1625541"/>
                  <a:gd name="connsiteY32" fmla="*/ 22555 h 1373519"/>
                  <a:gd name="connsiteX33" fmla="*/ 1115175 w 1625541"/>
                  <a:gd name="connsiteY33" fmla="*/ 22811 h 1373519"/>
                  <a:gd name="connsiteX34" fmla="*/ 1080854 w 1625541"/>
                  <a:gd name="connsiteY34" fmla="*/ 12696 h 1373519"/>
                  <a:gd name="connsiteX35" fmla="*/ 1076438 w 1625541"/>
                  <a:gd name="connsiteY35" fmla="*/ 518 h 1373519"/>
                  <a:gd name="connsiteX36" fmla="*/ 1114991 w 1625541"/>
                  <a:gd name="connsiteY36" fmla="*/ 22518 h 1373519"/>
                  <a:gd name="connsiteX37" fmla="*/ 1226434 w 1625541"/>
                  <a:gd name="connsiteY37" fmla="*/ 47205 h 1373519"/>
                  <a:gd name="connsiteX38" fmla="*/ 1293197 w 1625541"/>
                  <a:gd name="connsiteY38" fmla="*/ 100102 h 1373519"/>
                  <a:gd name="connsiteX39" fmla="*/ 1325661 w 1625541"/>
                  <a:gd name="connsiteY39" fmla="*/ 185316 h 1373519"/>
                  <a:gd name="connsiteX40" fmla="*/ 1405849 w 1625541"/>
                  <a:gd name="connsiteY40" fmla="*/ 235572 h 1373519"/>
                  <a:gd name="connsiteX41" fmla="*/ 1490403 w 1625541"/>
                  <a:gd name="connsiteY41" fmla="*/ 257361 h 1373519"/>
                  <a:gd name="connsiteX42" fmla="*/ 1511496 w 1625541"/>
                  <a:gd name="connsiteY42" fmla="*/ 313009 h 1373519"/>
                  <a:gd name="connsiteX43" fmla="*/ 1511679 w 1625541"/>
                  <a:gd name="connsiteY43" fmla="*/ 369427 h 1373519"/>
                  <a:gd name="connsiteX44" fmla="*/ 1498400 w 1625541"/>
                  <a:gd name="connsiteY44" fmla="*/ 370821 h 1373519"/>
                  <a:gd name="connsiteX45" fmla="*/ 1477711 w 1625541"/>
                  <a:gd name="connsiteY45" fmla="*/ 394078 h 1373519"/>
                  <a:gd name="connsiteX46" fmla="*/ 1487982 w 1625541"/>
                  <a:gd name="connsiteY46" fmla="*/ 412566 h 1373519"/>
                  <a:gd name="connsiteX47" fmla="*/ 1564832 w 1625541"/>
                  <a:gd name="connsiteY47" fmla="*/ 495433 h 1373519"/>
                  <a:gd name="connsiteX48" fmla="*/ 1516815 w 1625541"/>
                  <a:gd name="connsiteY48" fmla="*/ 376837 h 1373519"/>
                  <a:gd name="connsiteX49" fmla="*/ 1569455 w 1625541"/>
                  <a:gd name="connsiteY49" fmla="*/ 509812 h 1373519"/>
                  <a:gd name="connsiteX50" fmla="*/ 1558853 w 1625541"/>
                  <a:gd name="connsiteY50" fmla="*/ 571733 h 1373519"/>
                  <a:gd name="connsiteX51" fmla="*/ 1552104 w 1625541"/>
                  <a:gd name="connsiteY51" fmla="*/ 584755 h 1373519"/>
                  <a:gd name="connsiteX52" fmla="*/ 1544951 w 1625541"/>
                  <a:gd name="connsiteY52" fmla="*/ 612231 h 1373519"/>
                  <a:gd name="connsiteX53" fmla="*/ 1567950 w 1625541"/>
                  <a:gd name="connsiteY53" fmla="*/ 635928 h 1373519"/>
                  <a:gd name="connsiteX54" fmla="*/ 1590621 w 1625541"/>
                  <a:gd name="connsiteY54" fmla="*/ 661973 h 1373519"/>
                  <a:gd name="connsiteX55" fmla="*/ 1572463 w 1625541"/>
                  <a:gd name="connsiteY55" fmla="*/ 595650 h 1373519"/>
                  <a:gd name="connsiteX56" fmla="*/ 1596233 w 1625541"/>
                  <a:gd name="connsiteY56" fmla="*/ 652655 h 1373519"/>
                  <a:gd name="connsiteX57" fmla="*/ 1602653 w 1625541"/>
                  <a:gd name="connsiteY57" fmla="*/ 681304 h 1373519"/>
                  <a:gd name="connsiteX58" fmla="*/ 1591244 w 1625541"/>
                  <a:gd name="connsiteY58" fmla="*/ 824404 h 1373519"/>
                  <a:gd name="connsiteX59" fmla="*/ 1586989 w 1625541"/>
                  <a:gd name="connsiteY59" fmla="*/ 840728 h 1373519"/>
                  <a:gd name="connsiteX60" fmla="*/ 1592015 w 1625541"/>
                  <a:gd name="connsiteY60" fmla="*/ 920953 h 1373519"/>
                  <a:gd name="connsiteX61" fmla="*/ 1536550 w 1625541"/>
                  <a:gd name="connsiteY61" fmla="*/ 987312 h 1373519"/>
                  <a:gd name="connsiteX62" fmla="*/ 1486882 w 1625541"/>
                  <a:gd name="connsiteY62" fmla="*/ 1005507 h 1373519"/>
                  <a:gd name="connsiteX63" fmla="*/ 1473052 w 1625541"/>
                  <a:gd name="connsiteY63" fmla="*/ 1031222 h 1373519"/>
                  <a:gd name="connsiteX64" fmla="*/ 1471768 w 1625541"/>
                  <a:gd name="connsiteY64" fmla="*/ 1118893 h 1373519"/>
                  <a:gd name="connsiteX65" fmla="*/ 1424227 w 1625541"/>
                  <a:gd name="connsiteY65" fmla="*/ 1159465 h 1373519"/>
                  <a:gd name="connsiteX66" fmla="*/ 1367773 w 1625541"/>
                  <a:gd name="connsiteY66" fmla="*/ 1143398 h 1373519"/>
                  <a:gd name="connsiteX67" fmla="*/ 1362014 w 1625541"/>
                  <a:gd name="connsiteY67" fmla="*/ 1141417 h 1373519"/>
                  <a:gd name="connsiteX68" fmla="*/ 1313482 w 1625541"/>
                  <a:gd name="connsiteY68" fmla="*/ 1154843 h 1373519"/>
                  <a:gd name="connsiteX69" fmla="*/ 1240007 w 1625541"/>
                  <a:gd name="connsiteY69" fmla="*/ 1211077 h 1373519"/>
                  <a:gd name="connsiteX70" fmla="*/ 1159231 w 1625541"/>
                  <a:gd name="connsiteY70" fmla="*/ 1302014 h 1373519"/>
                  <a:gd name="connsiteX71" fmla="*/ 1151381 w 1625541"/>
                  <a:gd name="connsiteY71" fmla="*/ 1313496 h 1373519"/>
                  <a:gd name="connsiteX72" fmla="*/ 1075484 w 1625541"/>
                  <a:gd name="connsiteY72" fmla="*/ 1334992 h 1373519"/>
                  <a:gd name="connsiteX73" fmla="*/ 1057986 w 1625541"/>
                  <a:gd name="connsiteY73" fmla="*/ 1318485 h 1373519"/>
                  <a:gd name="connsiteX74" fmla="*/ 863971 w 1625541"/>
                  <a:gd name="connsiteY74" fmla="*/ 1357662 h 1373519"/>
                  <a:gd name="connsiteX75" fmla="*/ 832240 w 1625541"/>
                  <a:gd name="connsiteY75" fmla="*/ 1356635 h 1373519"/>
                  <a:gd name="connsiteX76" fmla="*/ 825051 w 1625541"/>
                  <a:gd name="connsiteY76" fmla="*/ 1363054 h 1373519"/>
                  <a:gd name="connsiteX77" fmla="*/ 748347 w 1625541"/>
                  <a:gd name="connsiteY77" fmla="*/ 1368740 h 1373519"/>
                  <a:gd name="connsiteX78" fmla="*/ 554662 w 1625541"/>
                  <a:gd name="connsiteY78" fmla="*/ 1310855 h 1373519"/>
                  <a:gd name="connsiteX79" fmla="*/ 504113 w 1625541"/>
                  <a:gd name="connsiteY79" fmla="*/ 1251428 h 1373519"/>
                  <a:gd name="connsiteX80" fmla="*/ 477444 w 1625541"/>
                  <a:gd name="connsiteY80" fmla="*/ 1241047 h 1373519"/>
                  <a:gd name="connsiteX81" fmla="*/ 399016 w 1625541"/>
                  <a:gd name="connsiteY81" fmla="*/ 1257738 h 1373519"/>
                  <a:gd name="connsiteX82" fmla="*/ 300377 w 1625541"/>
                  <a:gd name="connsiteY82" fmla="*/ 1210784 h 1373519"/>
                  <a:gd name="connsiteX83" fmla="*/ 268096 w 1625541"/>
                  <a:gd name="connsiteY83" fmla="*/ 1180117 h 1373519"/>
                  <a:gd name="connsiteX84" fmla="*/ 214759 w 1625541"/>
                  <a:gd name="connsiteY84" fmla="*/ 1133750 h 1373519"/>
                  <a:gd name="connsiteX85" fmla="*/ 197371 w 1625541"/>
                  <a:gd name="connsiteY85" fmla="*/ 1085659 h 1373519"/>
                  <a:gd name="connsiteX86" fmla="*/ 125473 w 1625541"/>
                  <a:gd name="connsiteY86" fmla="*/ 1036651 h 1373519"/>
                  <a:gd name="connsiteX87" fmla="*/ 55922 w 1625541"/>
                  <a:gd name="connsiteY87" fmla="*/ 1000115 h 1373519"/>
                  <a:gd name="connsiteX88" fmla="*/ 106104 w 1625541"/>
                  <a:gd name="connsiteY88" fmla="*/ 1018456 h 1373519"/>
                  <a:gd name="connsiteX89" fmla="*/ 159551 w 1625541"/>
                  <a:gd name="connsiteY89" fmla="*/ 1004406 h 1373519"/>
                  <a:gd name="connsiteX90" fmla="*/ 167071 w 1625541"/>
                  <a:gd name="connsiteY90" fmla="*/ 992595 h 1373519"/>
                  <a:gd name="connsiteX91" fmla="*/ 155333 w 1625541"/>
                  <a:gd name="connsiteY91" fmla="*/ 985662 h 1373519"/>
                  <a:gd name="connsiteX92" fmla="*/ 124556 w 1625541"/>
                  <a:gd name="connsiteY92" fmla="*/ 981296 h 1373519"/>
                  <a:gd name="connsiteX93" fmla="*/ 78372 w 1625541"/>
                  <a:gd name="connsiteY93" fmla="*/ 911709 h 1373519"/>
                  <a:gd name="connsiteX94" fmla="*/ 83604 w 1625541"/>
                  <a:gd name="connsiteY94" fmla="*/ 896738 h 1373519"/>
                  <a:gd name="connsiteX95" fmla="*/ 81210 w 1625541"/>
                  <a:gd name="connsiteY95" fmla="*/ 881289 h 1373519"/>
                  <a:gd name="connsiteX96" fmla="*/ 79457 w 1625541"/>
                  <a:gd name="connsiteY96" fmla="*/ 882109 h 1373519"/>
                  <a:gd name="connsiteX97" fmla="*/ 81124 w 1625541"/>
                  <a:gd name="connsiteY97" fmla="*/ 880969 h 1373519"/>
                  <a:gd name="connsiteX98" fmla="*/ 81168 w 1625541"/>
                  <a:gd name="connsiteY98" fmla="*/ 881020 h 1373519"/>
                  <a:gd name="connsiteX99" fmla="*/ 81160 w 1625541"/>
                  <a:gd name="connsiteY99" fmla="*/ 880969 h 1373519"/>
                  <a:gd name="connsiteX100" fmla="*/ 81417 w 1625541"/>
                  <a:gd name="connsiteY100" fmla="*/ 881262 h 1373519"/>
                  <a:gd name="connsiteX101" fmla="*/ 98254 w 1625541"/>
                  <a:gd name="connsiteY101" fmla="*/ 849825 h 1373519"/>
                  <a:gd name="connsiteX102" fmla="*/ 88240 w 1625541"/>
                  <a:gd name="connsiteY102" fmla="*/ 837060 h 1373519"/>
                  <a:gd name="connsiteX103" fmla="*/ 38792 w 1625541"/>
                  <a:gd name="connsiteY103" fmla="*/ 779761 h 1373519"/>
                  <a:gd name="connsiteX104" fmla="*/ 46128 w 1625541"/>
                  <a:gd name="connsiteY104" fmla="*/ 698325 h 1373519"/>
                  <a:gd name="connsiteX105" fmla="*/ 41579 w 1625541"/>
                  <a:gd name="connsiteY105" fmla="*/ 662303 h 1373519"/>
                  <a:gd name="connsiteX106" fmla="*/ 2585 w 1625541"/>
                  <a:gd name="connsiteY106" fmla="*/ 594843 h 1373519"/>
                  <a:gd name="connsiteX107" fmla="*/ 6767 w 1625541"/>
                  <a:gd name="connsiteY107" fmla="*/ 551264 h 1373519"/>
                  <a:gd name="connsiteX108" fmla="*/ 58160 w 1625541"/>
                  <a:gd name="connsiteY108" fmla="*/ 669382 h 1373519"/>
                  <a:gd name="connsiteX109" fmla="*/ 64543 w 1625541"/>
                  <a:gd name="connsiteY109" fmla="*/ 644585 h 1373519"/>
                  <a:gd name="connsiteX110" fmla="*/ 68651 w 1625541"/>
                  <a:gd name="connsiteY110" fmla="*/ 544808 h 1373519"/>
                  <a:gd name="connsiteX111" fmla="*/ 57463 w 1625541"/>
                  <a:gd name="connsiteY111" fmla="*/ 523055 h 1373519"/>
                  <a:gd name="connsiteX112" fmla="*/ 105114 w 1625541"/>
                  <a:gd name="connsiteY112" fmla="*/ 509299 h 1373519"/>
                  <a:gd name="connsiteX113" fmla="*/ 164943 w 1625541"/>
                  <a:gd name="connsiteY113" fmla="*/ 421407 h 1373519"/>
                  <a:gd name="connsiteX114" fmla="*/ 169236 w 1625541"/>
                  <a:gd name="connsiteY114" fmla="*/ 348775 h 1373519"/>
                  <a:gd name="connsiteX115" fmla="*/ 169185 w 1625541"/>
                  <a:gd name="connsiteY115" fmla="*/ 348833 h 1373519"/>
                  <a:gd name="connsiteX116" fmla="*/ 168943 w 1625541"/>
                  <a:gd name="connsiteY116" fmla="*/ 349179 h 1373519"/>
                  <a:gd name="connsiteX117" fmla="*/ 168996 w 1625541"/>
                  <a:gd name="connsiteY117" fmla="*/ 349045 h 1373519"/>
                  <a:gd name="connsiteX118" fmla="*/ 168942 w 1625541"/>
                  <a:gd name="connsiteY118" fmla="*/ 349105 h 1373519"/>
                  <a:gd name="connsiteX119" fmla="*/ 169011 w 1625541"/>
                  <a:gd name="connsiteY119" fmla="*/ 349005 h 1373519"/>
                  <a:gd name="connsiteX120" fmla="*/ 169050 w 1625541"/>
                  <a:gd name="connsiteY120" fmla="*/ 348907 h 1373519"/>
                  <a:gd name="connsiteX121" fmla="*/ 169103 w 1625541"/>
                  <a:gd name="connsiteY121" fmla="*/ 348873 h 1373519"/>
                  <a:gd name="connsiteX122" fmla="*/ 194890 w 1625541"/>
                  <a:gd name="connsiteY122" fmla="*/ 311725 h 1373519"/>
                  <a:gd name="connsiteX123" fmla="*/ 229946 w 1625541"/>
                  <a:gd name="connsiteY123" fmla="*/ 282599 h 1373519"/>
                  <a:gd name="connsiteX124" fmla="*/ 233137 w 1625541"/>
                  <a:gd name="connsiteY124" fmla="*/ 270053 h 1373519"/>
                  <a:gd name="connsiteX125" fmla="*/ 240914 w 1625541"/>
                  <a:gd name="connsiteY125" fmla="*/ 265505 h 1373519"/>
                  <a:gd name="connsiteX126" fmla="*/ 297075 w 1625541"/>
                  <a:gd name="connsiteY126" fmla="*/ 257398 h 1373519"/>
                  <a:gd name="connsiteX127" fmla="*/ 353310 w 1625541"/>
                  <a:gd name="connsiteY127" fmla="*/ 151091 h 1373519"/>
                  <a:gd name="connsiteX128" fmla="*/ 349531 w 1625541"/>
                  <a:gd name="connsiteY128" fmla="*/ 145552 h 1373519"/>
                  <a:gd name="connsiteX129" fmla="*/ 341425 w 1625541"/>
                  <a:gd name="connsiteY129" fmla="*/ 151385 h 1373519"/>
                  <a:gd name="connsiteX130" fmla="*/ 316223 w 1625541"/>
                  <a:gd name="connsiteY130" fmla="*/ 206225 h 1373519"/>
                  <a:gd name="connsiteX131" fmla="*/ 302247 w 1625541"/>
                  <a:gd name="connsiteY131" fmla="*/ 232527 h 1373519"/>
                  <a:gd name="connsiteX132" fmla="*/ 365415 w 1625541"/>
                  <a:gd name="connsiteY132" fmla="*/ 114849 h 1373519"/>
                  <a:gd name="connsiteX133" fmla="*/ 441458 w 1625541"/>
                  <a:gd name="connsiteY133" fmla="*/ 108869 h 1373519"/>
                  <a:gd name="connsiteX134" fmla="*/ 518566 w 1625541"/>
                  <a:gd name="connsiteY134" fmla="*/ 129008 h 1373519"/>
                  <a:gd name="connsiteX135" fmla="*/ 640610 w 1625541"/>
                  <a:gd name="connsiteY135" fmla="*/ 50177 h 1373519"/>
                  <a:gd name="connsiteX136" fmla="*/ 519996 w 1625541"/>
                  <a:gd name="connsiteY136" fmla="*/ 109493 h 1373519"/>
                  <a:gd name="connsiteX137" fmla="*/ 525242 w 1625541"/>
                  <a:gd name="connsiteY137" fmla="*/ 99002 h 1373519"/>
                  <a:gd name="connsiteX138" fmla="*/ 600479 w 1625541"/>
                  <a:gd name="connsiteY138" fmla="*/ 51351 h 1373519"/>
                  <a:gd name="connsiteX139" fmla="*/ 705721 w 1625541"/>
                  <a:gd name="connsiteY139" fmla="*/ 72847 h 1373519"/>
                  <a:gd name="connsiteX140" fmla="*/ 796585 w 1625541"/>
                  <a:gd name="connsiteY140" fmla="*/ 59934 h 1373519"/>
                  <a:gd name="connsiteX141" fmla="*/ 909935 w 1625541"/>
                  <a:gd name="connsiteY141" fmla="*/ 16759 h 1373519"/>
                  <a:gd name="connsiteX142" fmla="*/ 979412 w 1625541"/>
                  <a:gd name="connsiteY142" fmla="*/ 49296 h 1373519"/>
                  <a:gd name="connsiteX143" fmla="*/ 999734 w 1625541"/>
                  <a:gd name="connsiteY143" fmla="*/ 47976 h 1373519"/>
                  <a:gd name="connsiteX144" fmla="*/ 1043056 w 1625541"/>
                  <a:gd name="connsiteY144" fmla="*/ 12027 h 1373519"/>
                  <a:gd name="connsiteX145" fmla="*/ 1076438 w 1625541"/>
                  <a:gd name="connsiteY145" fmla="*/ 518 h 13735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</a:cxnLst>
                <a:rect l="l" t="t" r="r" b="b"/>
                <a:pathLst>
                  <a:path w="1625541" h="1373519">
                    <a:moveTo>
                      <a:pt x="159808" y="1084449"/>
                    </a:moveTo>
                    <a:cubicBezTo>
                      <a:pt x="171547" y="1136135"/>
                      <a:pt x="195684" y="1174615"/>
                      <a:pt x="242822" y="1197469"/>
                    </a:cubicBezTo>
                    <a:cubicBezTo>
                      <a:pt x="185156" y="1193030"/>
                      <a:pt x="146456" y="1141417"/>
                      <a:pt x="159808" y="1084449"/>
                    </a:cubicBezTo>
                    <a:close/>
                    <a:moveTo>
                      <a:pt x="1457389" y="985808"/>
                    </a:moveTo>
                    <a:cubicBezTo>
                      <a:pt x="1409077" y="985221"/>
                      <a:pt x="1388278" y="1009542"/>
                      <a:pt x="1398843" y="1056790"/>
                    </a:cubicBezTo>
                    <a:cubicBezTo>
                      <a:pt x="1406033" y="1088850"/>
                      <a:pt x="1399686" y="1115629"/>
                      <a:pt x="1375659" y="1140573"/>
                    </a:cubicBezTo>
                    <a:cubicBezTo>
                      <a:pt x="1445687" y="1153632"/>
                      <a:pt x="1464579" y="1146589"/>
                      <a:pt x="1457902" y="1070619"/>
                    </a:cubicBezTo>
                    <a:cubicBezTo>
                      <a:pt x="1457792" y="1069408"/>
                      <a:pt x="1457352" y="1068235"/>
                      <a:pt x="1457205" y="1067024"/>
                    </a:cubicBezTo>
                    <a:cubicBezTo>
                      <a:pt x="1455958" y="1056129"/>
                      <a:pt x="1454051" y="1045271"/>
                      <a:pt x="1453684" y="1034340"/>
                    </a:cubicBezTo>
                    <a:cubicBezTo>
                      <a:pt x="1453023" y="1015448"/>
                      <a:pt x="1462451" y="1003233"/>
                      <a:pt x="1480499" y="997767"/>
                    </a:cubicBezTo>
                    <a:cubicBezTo>
                      <a:pt x="1486771" y="995896"/>
                      <a:pt x="1493191" y="994429"/>
                      <a:pt x="1502435" y="992008"/>
                    </a:cubicBezTo>
                    <a:cubicBezTo>
                      <a:pt x="1486148" y="985368"/>
                      <a:pt x="1471512" y="985992"/>
                      <a:pt x="1457389" y="985808"/>
                    </a:cubicBezTo>
                    <a:close/>
                    <a:moveTo>
                      <a:pt x="79457" y="882109"/>
                    </a:moveTo>
                    <a:lnTo>
                      <a:pt x="66180" y="891190"/>
                    </a:lnTo>
                    <a:cubicBezTo>
                      <a:pt x="61105" y="894468"/>
                      <a:pt x="56180" y="897972"/>
                      <a:pt x="52145" y="902759"/>
                    </a:cubicBezTo>
                    <a:cubicBezTo>
                      <a:pt x="30539" y="928437"/>
                      <a:pt x="27934" y="956022"/>
                      <a:pt x="43231" y="985955"/>
                    </a:cubicBezTo>
                    <a:cubicBezTo>
                      <a:pt x="26650" y="969448"/>
                      <a:pt x="21258" y="949969"/>
                      <a:pt x="28521" y="928363"/>
                    </a:cubicBezTo>
                    <a:cubicBezTo>
                      <a:pt x="32795" y="915726"/>
                      <a:pt x="39068" y="905033"/>
                      <a:pt x="47738" y="896954"/>
                    </a:cubicBezTo>
                    <a:close/>
                    <a:moveTo>
                      <a:pt x="216484" y="273429"/>
                    </a:moveTo>
                    <a:cubicBezTo>
                      <a:pt x="204214" y="283461"/>
                      <a:pt x="193667" y="294475"/>
                      <a:pt x="185519" y="306943"/>
                    </a:cubicBezTo>
                    <a:lnTo>
                      <a:pt x="169050" y="348907"/>
                    </a:lnTo>
                    <a:lnTo>
                      <a:pt x="161386" y="353769"/>
                    </a:lnTo>
                    <a:cubicBezTo>
                      <a:pt x="159653" y="352975"/>
                      <a:pt x="158782" y="349912"/>
                      <a:pt x="158745" y="345107"/>
                    </a:cubicBezTo>
                    <a:cubicBezTo>
                      <a:pt x="158598" y="320456"/>
                      <a:pt x="167769" y="300134"/>
                      <a:pt x="188054" y="285461"/>
                    </a:cubicBezTo>
                    <a:cubicBezTo>
                      <a:pt x="196418" y="279408"/>
                      <a:pt x="205846" y="275483"/>
                      <a:pt x="216484" y="273429"/>
                    </a:cubicBezTo>
                    <a:close/>
                    <a:moveTo>
                      <a:pt x="1080854" y="12696"/>
                    </a:moveTo>
                    <a:cubicBezTo>
                      <a:pt x="1069285" y="12256"/>
                      <a:pt x="1057510" y="15457"/>
                      <a:pt x="1045294" y="24425"/>
                    </a:cubicBezTo>
                    <a:cubicBezTo>
                      <a:pt x="1065726" y="30221"/>
                      <a:pt x="1070165" y="48599"/>
                      <a:pt x="1080106" y="62466"/>
                    </a:cubicBezTo>
                    <a:cubicBezTo>
                      <a:pt x="1091074" y="77799"/>
                      <a:pt x="1109893" y="79560"/>
                      <a:pt x="1124529" y="67234"/>
                    </a:cubicBezTo>
                    <a:cubicBezTo>
                      <a:pt x="1137955" y="55936"/>
                      <a:pt x="1136928" y="44711"/>
                      <a:pt x="1121044" y="29158"/>
                    </a:cubicBezTo>
                    <a:cubicBezTo>
                      <a:pt x="1118990" y="27140"/>
                      <a:pt x="1117119" y="24939"/>
                      <a:pt x="1115175" y="22811"/>
                    </a:cubicBezTo>
                    <a:cubicBezTo>
                      <a:pt x="1115212" y="22848"/>
                      <a:pt x="1115248" y="22848"/>
                      <a:pt x="1115285" y="22848"/>
                    </a:cubicBezTo>
                    <a:cubicBezTo>
                      <a:pt x="1115285" y="22848"/>
                      <a:pt x="1114955" y="22555"/>
                      <a:pt x="1114955" y="22555"/>
                    </a:cubicBezTo>
                    <a:cubicBezTo>
                      <a:pt x="1115028" y="22665"/>
                      <a:pt x="1115101" y="22738"/>
                      <a:pt x="1115175" y="22811"/>
                    </a:cubicBezTo>
                    <a:cubicBezTo>
                      <a:pt x="1103785" y="17217"/>
                      <a:pt x="1092422" y="13136"/>
                      <a:pt x="1080854" y="12696"/>
                    </a:cubicBezTo>
                    <a:close/>
                    <a:moveTo>
                      <a:pt x="1076438" y="518"/>
                    </a:moveTo>
                    <a:cubicBezTo>
                      <a:pt x="1088800" y="2489"/>
                      <a:pt x="1102024" y="10046"/>
                      <a:pt x="1114991" y="22518"/>
                    </a:cubicBezTo>
                    <a:cubicBezTo>
                      <a:pt x="1149033" y="44821"/>
                      <a:pt x="1185569" y="51901"/>
                      <a:pt x="1226434" y="47205"/>
                    </a:cubicBezTo>
                    <a:cubicBezTo>
                      <a:pt x="1255266" y="43867"/>
                      <a:pt x="1286080" y="71306"/>
                      <a:pt x="1293197" y="100102"/>
                    </a:cubicBezTo>
                    <a:cubicBezTo>
                      <a:pt x="1300570" y="129852"/>
                      <a:pt x="1309557" y="158941"/>
                      <a:pt x="1325661" y="185316"/>
                    </a:cubicBezTo>
                    <a:cubicBezTo>
                      <a:pt x="1344002" y="215359"/>
                      <a:pt x="1369423" y="233334"/>
                      <a:pt x="1405849" y="235572"/>
                    </a:cubicBezTo>
                    <a:cubicBezTo>
                      <a:pt x="1435159" y="237406"/>
                      <a:pt x="1464065" y="243348"/>
                      <a:pt x="1490403" y="257361"/>
                    </a:cubicBezTo>
                    <a:cubicBezTo>
                      <a:pt x="1516008" y="270971"/>
                      <a:pt x="1521730" y="285754"/>
                      <a:pt x="1511496" y="313009"/>
                    </a:cubicBezTo>
                    <a:cubicBezTo>
                      <a:pt x="1504489" y="331681"/>
                      <a:pt x="1505773" y="349985"/>
                      <a:pt x="1511679" y="369427"/>
                    </a:cubicBezTo>
                    <a:cubicBezTo>
                      <a:pt x="1506654" y="369941"/>
                      <a:pt x="1502472" y="370087"/>
                      <a:pt x="1498400" y="370821"/>
                    </a:cubicBezTo>
                    <a:cubicBezTo>
                      <a:pt x="1485451" y="373132"/>
                      <a:pt x="1481966" y="383770"/>
                      <a:pt x="1477711" y="394078"/>
                    </a:cubicBezTo>
                    <a:cubicBezTo>
                      <a:pt x="1473236" y="405009"/>
                      <a:pt x="1482186" y="407907"/>
                      <a:pt x="1487982" y="412566"/>
                    </a:cubicBezTo>
                    <a:cubicBezTo>
                      <a:pt x="1516962" y="435823"/>
                      <a:pt x="1544657" y="460290"/>
                      <a:pt x="1564832" y="495433"/>
                    </a:cubicBezTo>
                    <a:cubicBezTo>
                      <a:pt x="1573526" y="443893"/>
                      <a:pt x="1547592" y="409411"/>
                      <a:pt x="1516815" y="376837"/>
                    </a:cubicBezTo>
                    <a:cubicBezTo>
                      <a:pt x="1568574" y="394445"/>
                      <a:pt x="1590180" y="459740"/>
                      <a:pt x="1569455" y="509812"/>
                    </a:cubicBezTo>
                    <a:cubicBezTo>
                      <a:pt x="1562228" y="527200"/>
                      <a:pt x="1552654" y="549540"/>
                      <a:pt x="1558853" y="571733"/>
                    </a:cubicBezTo>
                    <a:cubicBezTo>
                      <a:pt x="1560614" y="578079"/>
                      <a:pt x="1563805" y="582811"/>
                      <a:pt x="1552104" y="584755"/>
                    </a:cubicBezTo>
                    <a:cubicBezTo>
                      <a:pt x="1535707" y="587470"/>
                      <a:pt x="1533285" y="600199"/>
                      <a:pt x="1544951" y="612231"/>
                    </a:cubicBezTo>
                    <a:cubicBezTo>
                      <a:pt x="1552617" y="620154"/>
                      <a:pt x="1560504" y="627858"/>
                      <a:pt x="1567950" y="635928"/>
                    </a:cubicBezTo>
                    <a:cubicBezTo>
                      <a:pt x="1574884" y="643411"/>
                      <a:pt x="1581376" y="651298"/>
                      <a:pt x="1590621" y="661973"/>
                    </a:cubicBezTo>
                    <a:cubicBezTo>
                      <a:pt x="1592161" y="635854"/>
                      <a:pt x="1584605" y="616119"/>
                      <a:pt x="1572463" y="595650"/>
                    </a:cubicBezTo>
                    <a:cubicBezTo>
                      <a:pt x="1592345" y="607609"/>
                      <a:pt x="1600488" y="626390"/>
                      <a:pt x="1596233" y="652655"/>
                    </a:cubicBezTo>
                    <a:cubicBezTo>
                      <a:pt x="1594436" y="663843"/>
                      <a:pt x="1596820" y="672024"/>
                      <a:pt x="1602653" y="681304"/>
                    </a:cubicBezTo>
                    <a:cubicBezTo>
                      <a:pt x="1634090" y="731486"/>
                      <a:pt x="1635741" y="780165"/>
                      <a:pt x="1591244" y="824404"/>
                    </a:cubicBezTo>
                    <a:cubicBezTo>
                      <a:pt x="1586219" y="829393"/>
                      <a:pt x="1585742" y="834125"/>
                      <a:pt x="1586989" y="840728"/>
                    </a:cubicBezTo>
                    <a:cubicBezTo>
                      <a:pt x="1592381" y="867213"/>
                      <a:pt x="1594472" y="893991"/>
                      <a:pt x="1592015" y="920953"/>
                    </a:cubicBezTo>
                    <a:cubicBezTo>
                      <a:pt x="1588640" y="957783"/>
                      <a:pt x="1571986" y="976968"/>
                      <a:pt x="1536550" y="987312"/>
                    </a:cubicBezTo>
                    <a:cubicBezTo>
                      <a:pt x="1519639" y="992228"/>
                      <a:pt x="1503206" y="998831"/>
                      <a:pt x="1486882" y="1005507"/>
                    </a:cubicBezTo>
                    <a:cubicBezTo>
                      <a:pt x="1475767" y="1010056"/>
                      <a:pt x="1471218" y="1017062"/>
                      <a:pt x="1473052" y="1031222"/>
                    </a:cubicBezTo>
                    <a:cubicBezTo>
                      <a:pt x="1476867" y="1060238"/>
                      <a:pt x="1472062" y="1089621"/>
                      <a:pt x="1471768" y="1118893"/>
                    </a:cubicBezTo>
                    <a:cubicBezTo>
                      <a:pt x="1471548" y="1140903"/>
                      <a:pt x="1447888" y="1158804"/>
                      <a:pt x="1424227" y="1159465"/>
                    </a:cubicBezTo>
                    <a:cubicBezTo>
                      <a:pt x="1404015" y="1160015"/>
                      <a:pt x="1384243" y="1156934"/>
                      <a:pt x="1367773" y="1143398"/>
                    </a:cubicBezTo>
                    <a:cubicBezTo>
                      <a:pt x="1366012" y="1141930"/>
                      <a:pt x="1363921" y="1139106"/>
                      <a:pt x="1362014" y="1141417"/>
                    </a:cubicBezTo>
                    <a:cubicBezTo>
                      <a:pt x="1348991" y="1157374"/>
                      <a:pt x="1329769" y="1151981"/>
                      <a:pt x="1313482" y="1154843"/>
                    </a:cubicBezTo>
                    <a:cubicBezTo>
                      <a:pt x="1278560" y="1161005"/>
                      <a:pt x="1254203" y="1178906"/>
                      <a:pt x="1240007" y="1211077"/>
                    </a:cubicBezTo>
                    <a:cubicBezTo>
                      <a:pt x="1222729" y="1249961"/>
                      <a:pt x="1196611" y="1280995"/>
                      <a:pt x="1159231" y="1302014"/>
                    </a:cubicBezTo>
                    <a:cubicBezTo>
                      <a:pt x="1158717" y="1307260"/>
                      <a:pt x="1156003" y="1311258"/>
                      <a:pt x="1151381" y="1313496"/>
                    </a:cubicBezTo>
                    <a:cubicBezTo>
                      <a:pt x="1127354" y="1325124"/>
                      <a:pt x="1103106" y="1336019"/>
                      <a:pt x="1075484" y="1334992"/>
                    </a:cubicBezTo>
                    <a:cubicBezTo>
                      <a:pt x="1065616" y="1332718"/>
                      <a:pt x="1060517" y="1326665"/>
                      <a:pt x="1057986" y="1318485"/>
                    </a:cubicBezTo>
                    <a:cubicBezTo>
                      <a:pt x="997900" y="1343759"/>
                      <a:pt x="932458" y="1357662"/>
                      <a:pt x="863971" y="1357662"/>
                    </a:cubicBezTo>
                    <a:cubicBezTo>
                      <a:pt x="853333" y="1357662"/>
                      <a:pt x="842732" y="1357295"/>
                      <a:pt x="832240" y="1356635"/>
                    </a:cubicBezTo>
                    <a:cubicBezTo>
                      <a:pt x="830479" y="1359092"/>
                      <a:pt x="828205" y="1361293"/>
                      <a:pt x="825051" y="1363054"/>
                    </a:cubicBezTo>
                    <a:cubicBezTo>
                      <a:pt x="799923" y="1371088"/>
                      <a:pt x="774795" y="1378791"/>
                      <a:pt x="748347" y="1368740"/>
                    </a:cubicBezTo>
                    <a:cubicBezTo>
                      <a:pt x="678173" y="1368263"/>
                      <a:pt x="611190" y="1357478"/>
                      <a:pt x="554662" y="1310855"/>
                    </a:cubicBezTo>
                    <a:cubicBezTo>
                      <a:pt x="534156" y="1293944"/>
                      <a:pt x="516952" y="1274465"/>
                      <a:pt x="504113" y="1251428"/>
                    </a:cubicBezTo>
                    <a:cubicBezTo>
                      <a:pt x="497620" y="1239763"/>
                      <a:pt x="489953" y="1236352"/>
                      <a:pt x="477444" y="1241047"/>
                    </a:cubicBezTo>
                    <a:cubicBezTo>
                      <a:pt x="452206" y="1250475"/>
                      <a:pt x="425611" y="1254913"/>
                      <a:pt x="399016" y="1257738"/>
                    </a:cubicBezTo>
                    <a:cubicBezTo>
                      <a:pt x="356134" y="1262250"/>
                      <a:pt x="314059" y="1251355"/>
                      <a:pt x="300377" y="1210784"/>
                    </a:cubicBezTo>
                    <a:cubicBezTo>
                      <a:pt x="300120" y="1189398"/>
                      <a:pt x="289702" y="1182171"/>
                      <a:pt x="268096" y="1180117"/>
                    </a:cubicBezTo>
                    <a:cubicBezTo>
                      <a:pt x="241500" y="1177623"/>
                      <a:pt x="222829" y="1160785"/>
                      <a:pt x="214759" y="1133750"/>
                    </a:cubicBezTo>
                    <a:cubicBezTo>
                      <a:pt x="209880" y="1117389"/>
                      <a:pt x="205258" y="1100589"/>
                      <a:pt x="197371" y="1085659"/>
                    </a:cubicBezTo>
                    <a:cubicBezTo>
                      <a:pt x="182368" y="1057230"/>
                      <a:pt x="161385" y="1036761"/>
                      <a:pt x="125473" y="1036651"/>
                    </a:cubicBezTo>
                    <a:cubicBezTo>
                      <a:pt x="96970" y="1036541"/>
                      <a:pt x="75658" y="1019190"/>
                      <a:pt x="55922" y="1000115"/>
                    </a:cubicBezTo>
                    <a:cubicBezTo>
                      <a:pt x="72319" y="1007304"/>
                      <a:pt x="88056" y="1015888"/>
                      <a:pt x="106104" y="1018456"/>
                    </a:cubicBezTo>
                    <a:cubicBezTo>
                      <a:pt x="126023" y="1021281"/>
                      <a:pt x="143521" y="1015741"/>
                      <a:pt x="159551" y="1004406"/>
                    </a:cubicBezTo>
                    <a:cubicBezTo>
                      <a:pt x="163513" y="1001582"/>
                      <a:pt x="167952" y="997803"/>
                      <a:pt x="167071" y="992595"/>
                    </a:cubicBezTo>
                    <a:cubicBezTo>
                      <a:pt x="166117" y="986835"/>
                      <a:pt x="159991" y="986469"/>
                      <a:pt x="155333" y="985662"/>
                    </a:cubicBezTo>
                    <a:cubicBezTo>
                      <a:pt x="145135" y="983937"/>
                      <a:pt x="134717" y="983240"/>
                      <a:pt x="124556" y="981296"/>
                    </a:cubicBezTo>
                    <a:cubicBezTo>
                      <a:pt x="83801" y="973520"/>
                      <a:pt x="70779" y="952941"/>
                      <a:pt x="78372" y="911709"/>
                    </a:cubicBezTo>
                    <a:cubicBezTo>
                      <a:pt x="79289" y="906739"/>
                      <a:pt x="82086" y="901805"/>
                      <a:pt x="83604" y="896738"/>
                    </a:cubicBezTo>
                    <a:lnTo>
                      <a:pt x="81210" y="881289"/>
                    </a:lnTo>
                    <a:lnTo>
                      <a:pt x="79457" y="882109"/>
                    </a:lnTo>
                    <a:lnTo>
                      <a:pt x="81124" y="880969"/>
                    </a:lnTo>
                    <a:lnTo>
                      <a:pt x="81168" y="881020"/>
                    </a:lnTo>
                    <a:lnTo>
                      <a:pt x="81160" y="880969"/>
                    </a:lnTo>
                    <a:lnTo>
                      <a:pt x="81417" y="881262"/>
                    </a:lnTo>
                    <a:cubicBezTo>
                      <a:pt x="93155" y="874146"/>
                      <a:pt x="93339" y="860573"/>
                      <a:pt x="98254" y="849825"/>
                    </a:cubicBezTo>
                    <a:cubicBezTo>
                      <a:pt x="101886" y="841938"/>
                      <a:pt x="92679" y="840214"/>
                      <a:pt x="88240" y="837060"/>
                    </a:cubicBezTo>
                    <a:cubicBezTo>
                      <a:pt x="67111" y="821909"/>
                      <a:pt x="48366" y="804852"/>
                      <a:pt x="38792" y="779761"/>
                    </a:cubicBezTo>
                    <a:cubicBezTo>
                      <a:pt x="27970" y="751405"/>
                      <a:pt x="33619" y="724113"/>
                      <a:pt x="46128" y="698325"/>
                    </a:cubicBezTo>
                    <a:cubicBezTo>
                      <a:pt x="53024" y="684056"/>
                      <a:pt x="53868" y="674848"/>
                      <a:pt x="41579" y="662303"/>
                    </a:cubicBezTo>
                    <a:cubicBezTo>
                      <a:pt x="23201" y="643558"/>
                      <a:pt x="9482" y="620851"/>
                      <a:pt x="2585" y="594843"/>
                    </a:cubicBezTo>
                    <a:cubicBezTo>
                      <a:pt x="-1083" y="580977"/>
                      <a:pt x="-1780" y="567294"/>
                      <a:pt x="6767" y="551264"/>
                    </a:cubicBezTo>
                    <a:cubicBezTo>
                      <a:pt x="12600" y="597264"/>
                      <a:pt x="35600" y="632626"/>
                      <a:pt x="58160" y="669382"/>
                    </a:cubicBezTo>
                    <a:cubicBezTo>
                      <a:pt x="67001" y="661202"/>
                      <a:pt x="70449" y="655003"/>
                      <a:pt x="64543" y="644585"/>
                    </a:cubicBezTo>
                    <a:cubicBezTo>
                      <a:pt x="45358" y="610800"/>
                      <a:pt x="40075" y="577235"/>
                      <a:pt x="68651" y="544808"/>
                    </a:cubicBezTo>
                    <a:cubicBezTo>
                      <a:pt x="79766" y="532189"/>
                      <a:pt x="65276" y="529254"/>
                      <a:pt x="57463" y="523055"/>
                    </a:cubicBezTo>
                    <a:cubicBezTo>
                      <a:pt x="74154" y="518286"/>
                      <a:pt x="89927" y="514654"/>
                      <a:pt x="105114" y="509299"/>
                    </a:cubicBezTo>
                    <a:cubicBezTo>
                      <a:pt x="146749" y="494626"/>
                      <a:pt x="166778" y="465573"/>
                      <a:pt x="164943" y="421407"/>
                    </a:cubicBezTo>
                    <a:cubicBezTo>
                      <a:pt x="163953" y="396939"/>
                      <a:pt x="162486" y="372692"/>
                      <a:pt x="169236" y="348775"/>
                    </a:cubicBezTo>
                    <a:lnTo>
                      <a:pt x="169185" y="348833"/>
                    </a:lnTo>
                    <a:lnTo>
                      <a:pt x="168943" y="349179"/>
                    </a:lnTo>
                    <a:lnTo>
                      <a:pt x="168996" y="349045"/>
                    </a:lnTo>
                    <a:lnTo>
                      <a:pt x="168942" y="349105"/>
                    </a:lnTo>
                    <a:lnTo>
                      <a:pt x="169011" y="349005"/>
                    </a:lnTo>
                    <a:lnTo>
                      <a:pt x="169050" y="348907"/>
                    </a:lnTo>
                    <a:lnTo>
                      <a:pt x="169103" y="348873"/>
                    </a:lnTo>
                    <a:lnTo>
                      <a:pt x="194890" y="311725"/>
                    </a:lnTo>
                    <a:cubicBezTo>
                      <a:pt x="205020" y="300619"/>
                      <a:pt x="216667" y="290889"/>
                      <a:pt x="229946" y="282599"/>
                    </a:cubicBezTo>
                    <a:cubicBezTo>
                      <a:pt x="233504" y="280361"/>
                      <a:pt x="243738" y="277867"/>
                      <a:pt x="233137" y="270053"/>
                    </a:cubicBezTo>
                    <a:cubicBezTo>
                      <a:pt x="231303" y="268733"/>
                      <a:pt x="237869" y="265982"/>
                      <a:pt x="240914" y="265505"/>
                    </a:cubicBezTo>
                    <a:cubicBezTo>
                      <a:pt x="259622" y="262644"/>
                      <a:pt x="278550" y="261030"/>
                      <a:pt x="297075" y="257398"/>
                    </a:cubicBezTo>
                    <a:cubicBezTo>
                      <a:pt x="337866" y="249401"/>
                      <a:pt x="369377" y="189278"/>
                      <a:pt x="353310" y="151091"/>
                    </a:cubicBezTo>
                    <a:cubicBezTo>
                      <a:pt x="352429" y="149000"/>
                      <a:pt x="351182" y="146029"/>
                      <a:pt x="349531" y="145552"/>
                    </a:cubicBezTo>
                    <a:cubicBezTo>
                      <a:pt x="345093" y="144305"/>
                      <a:pt x="343295" y="148413"/>
                      <a:pt x="341425" y="151385"/>
                    </a:cubicBezTo>
                    <a:cubicBezTo>
                      <a:pt x="330603" y="168515"/>
                      <a:pt x="324000" y="187664"/>
                      <a:pt x="316223" y="206225"/>
                    </a:cubicBezTo>
                    <a:cubicBezTo>
                      <a:pt x="313069" y="213782"/>
                      <a:pt x="312188" y="222476"/>
                      <a:pt x="302247" y="232527"/>
                    </a:cubicBezTo>
                    <a:cubicBezTo>
                      <a:pt x="315306" y="185169"/>
                      <a:pt x="328916" y="143718"/>
                      <a:pt x="365415" y="114849"/>
                    </a:cubicBezTo>
                    <a:cubicBezTo>
                      <a:pt x="388965" y="96214"/>
                      <a:pt x="414863" y="96984"/>
                      <a:pt x="441458" y="108869"/>
                    </a:cubicBezTo>
                    <a:cubicBezTo>
                      <a:pt x="465999" y="119837"/>
                      <a:pt x="490613" y="131392"/>
                      <a:pt x="518566" y="129008"/>
                    </a:cubicBezTo>
                    <a:cubicBezTo>
                      <a:pt x="572966" y="124349"/>
                      <a:pt x="612400" y="96104"/>
                      <a:pt x="640610" y="50177"/>
                    </a:cubicBezTo>
                    <a:cubicBezTo>
                      <a:pt x="596847" y="62245"/>
                      <a:pt x="560788" y="89868"/>
                      <a:pt x="519996" y="109493"/>
                    </a:cubicBezTo>
                    <a:cubicBezTo>
                      <a:pt x="518015" y="103550"/>
                      <a:pt x="522638" y="101496"/>
                      <a:pt x="525242" y="99002"/>
                    </a:cubicBezTo>
                    <a:cubicBezTo>
                      <a:pt x="547068" y="77982"/>
                      <a:pt x="571646" y="61402"/>
                      <a:pt x="600479" y="51351"/>
                    </a:cubicBezTo>
                    <a:cubicBezTo>
                      <a:pt x="639949" y="37558"/>
                      <a:pt x="674651" y="44711"/>
                      <a:pt x="705721" y="72847"/>
                    </a:cubicBezTo>
                    <a:cubicBezTo>
                      <a:pt x="749484" y="112464"/>
                      <a:pt x="765881" y="109860"/>
                      <a:pt x="796585" y="59934"/>
                    </a:cubicBezTo>
                    <a:cubicBezTo>
                      <a:pt x="825381" y="13127"/>
                      <a:pt x="857405" y="875"/>
                      <a:pt x="909935" y="16759"/>
                    </a:cubicBezTo>
                    <a:cubicBezTo>
                      <a:pt x="934659" y="24242"/>
                      <a:pt x="957696" y="35504"/>
                      <a:pt x="979412" y="49296"/>
                    </a:cubicBezTo>
                    <a:cubicBezTo>
                      <a:pt x="987189" y="54249"/>
                      <a:pt x="992581" y="55386"/>
                      <a:pt x="999734" y="47976"/>
                    </a:cubicBezTo>
                    <a:cubicBezTo>
                      <a:pt x="1012793" y="34513"/>
                      <a:pt x="1029704" y="25856"/>
                      <a:pt x="1043056" y="12027"/>
                    </a:cubicBezTo>
                    <a:cubicBezTo>
                      <a:pt x="1052575" y="2159"/>
                      <a:pt x="1064076" y="-1454"/>
                      <a:pt x="1076438" y="518"/>
                    </a:cubicBezTo>
                    <a:close/>
                  </a:path>
                </a:pathLst>
              </a:custGeom>
              <a:solidFill>
                <a:srgbClr val="693723"/>
              </a:solidFill>
              <a:ln w="366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7" name="자유형: 도형 16">
                <a:extLst>
                  <a:ext uri="{FF2B5EF4-FFF2-40B4-BE49-F238E27FC236}">
                    <a16:creationId xmlns:a16="http://schemas.microsoft.com/office/drawing/2014/main" id="{9A9C1565-C9B6-43D0-AA3D-72FD46CD09E0}"/>
                  </a:ext>
                </a:extLst>
              </p:cNvPr>
              <p:cNvSpPr/>
              <p:nvPr/>
            </p:nvSpPr>
            <p:spPr>
              <a:xfrm>
                <a:off x="7940651" y="1937869"/>
                <a:ext cx="969670" cy="1131758"/>
              </a:xfrm>
              <a:custGeom>
                <a:avLst/>
                <a:gdLst>
                  <a:gd name="connsiteX0" fmla="*/ 967768 w 969670"/>
                  <a:gd name="connsiteY0" fmla="*/ 764 h 1131758"/>
                  <a:gd name="connsiteX1" fmla="*/ 967842 w 969670"/>
                  <a:gd name="connsiteY1" fmla="*/ 874 h 1131758"/>
                  <a:gd name="connsiteX2" fmla="*/ 845285 w 969670"/>
                  <a:gd name="connsiteY2" fmla="*/ 303984 h 1131758"/>
                  <a:gd name="connsiteX3" fmla="*/ 839379 w 969670"/>
                  <a:gd name="connsiteY3" fmla="*/ 510288 h 1131758"/>
                  <a:gd name="connsiteX4" fmla="*/ 693748 w 969670"/>
                  <a:gd name="connsiteY4" fmla="*/ 693482 h 1131758"/>
                  <a:gd name="connsiteX5" fmla="*/ 445736 w 969670"/>
                  <a:gd name="connsiteY5" fmla="*/ 1017648 h 1131758"/>
                  <a:gd name="connsiteX6" fmla="*/ 380917 w 969670"/>
                  <a:gd name="connsiteY6" fmla="*/ 1087199 h 1131758"/>
                  <a:gd name="connsiteX7" fmla="*/ 205537 w 969670"/>
                  <a:gd name="connsiteY7" fmla="*/ 1118342 h 1131758"/>
                  <a:gd name="connsiteX8" fmla="*/ 2901 w 969670"/>
                  <a:gd name="connsiteY8" fmla="*/ 969410 h 1131758"/>
                  <a:gd name="connsiteX9" fmla="*/ 11888 w 969670"/>
                  <a:gd name="connsiteY9" fmla="*/ 940724 h 1131758"/>
                  <a:gd name="connsiteX10" fmla="*/ 68636 w 969670"/>
                  <a:gd name="connsiteY10" fmla="*/ 869083 h 1131758"/>
                  <a:gd name="connsiteX11" fmla="*/ 105906 w 969670"/>
                  <a:gd name="connsiteY11" fmla="*/ 814792 h 1131758"/>
                  <a:gd name="connsiteX12" fmla="*/ 124394 w 969670"/>
                  <a:gd name="connsiteY12" fmla="*/ 803934 h 1131758"/>
                  <a:gd name="connsiteX13" fmla="*/ 204803 w 969670"/>
                  <a:gd name="connsiteY13" fmla="*/ 858151 h 1131758"/>
                  <a:gd name="connsiteX14" fmla="*/ 279783 w 969670"/>
                  <a:gd name="connsiteY14" fmla="*/ 848320 h 1131758"/>
                  <a:gd name="connsiteX15" fmla="*/ 398635 w 969670"/>
                  <a:gd name="connsiteY15" fmla="*/ 688457 h 1131758"/>
                  <a:gd name="connsiteX16" fmla="*/ 853979 w 969670"/>
                  <a:gd name="connsiteY16" fmla="*/ 91591 h 1131758"/>
                  <a:gd name="connsiteX17" fmla="*/ 967768 w 969670"/>
                  <a:gd name="connsiteY17" fmla="*/ 764 h 11317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969670" h="1131758">
                    <a:moveTo>
                      <a:pt x="967768" y="764"/>
                    </a:moveTo>
                    <a:cubicBezTo>
                      <a:pt x="970850" y="5790"/>
                      <a:pt x="969676" y="-2611"/>
                      <a:pt x="967842" y="874"/>
                    </a:cubicBezTo>
                    <a:cubicBezTo>
                      <a:pt x="917366" y="98010"/>
                      <a:pt x="869862" y="196357"/>
                      <a:pt x="845285" y="303984"/>
                    </a:cubicBezTo>
                    <a:cubicBezTo>
                      <a:pt x="829658" y="372361"/>
                      <a:pt x="823532" y="441031"/>
                      <a:pt x="839379" y="510288"/>
                    </a:cubicBezTo>
                    <a:cubicBezTo>
                      <a:pt x="788536" y="569531"/>
                      <a:pt x="741436" y="631745"/>
                      <a:pt x="693748" y="693482"/>
                    </a:cubicBezTo>
                    <a:cubicBezTo>
                      <a:pt x="610588" y="801146"/>
                      <a:pt x="528565" y="909727"/>
                      <a:pt x="445736" y="1017648"/>
                    </a:cubicBezTo>
                    <a:cubicBezTo>
                      <a:pt x="426404" y="1042849"/>
                      <a:pt x="404798" y="1066069"/>
                      <a:pt x="380917" y="1087199"/>
                    </a:cubicBezTo>
                    <a:cubicBezTo>
                      <a:pt x="328718" y="1133419"/>
                      <a:pt x="269768" y="1143470"/>
                      <a:pt x="205537" y="1118342"/>
                    </a:cubicBezTo>
                    <a:cubicBezTo>
                      <a:pt x="124944" y="1086832"/>
                      <a:pt x="57815" y="1036246"/>
                      <a:pt x="2901" y="969410"/>
                    </a:cubicBezTo>
                    <a:cubicBezTo>
                      <a:pt x="-5059" y="956498"/>
                      <a:pt x="5175" y="948171"/>
                      <a:pt x="11888" y="940724"/>
                    </a:cubicBezTo>
                    <a:cubicBezTo>
                      <a:pt x="32357" y="918018"/>
                      <a:pt x="50075" y="893257"/>
                      <a:pt x="68636" y="869083"/>
                    </a:cubicBezTo>
                    <a:cubicBezTo>
                      <a:pt x="82026" y="851622"/>
                      <a:pt x="93251" y="832730"/>
                      <a:pt x="105906" y="814792"/>
                    </a:cubicBezTo>
                    <a:cubicBezTo>
                      <a:pt x="110418" y="808409"/>
                      <a:pt x="114160" y="800596"/>
                      <a:pt x="124394" y="803934"/>
                    </a:cubicBezTo>
                    <a:cubicBezTo>
                      <a:pt x="151173" y="822055"/>
                      <a:pt x="177731" y="840507"/>
                      <a:pt x="204803" y="858151"/>
                    </a:cubicBezTo>
                    <a:cubicBezTo>
                      <a:pt x="236680" y="878950"/>
                      <a:pt x="256196" y="877410"/>
                      <a:pt x="279783" y="848320"/>
                    </a:cubicBezTo>
                    <a:cubicBezTo>
                      <a:pt x="321601" y="796744"/>
                      <a:pt x="363529" y="745535"/>
                      <a:pt x="398635" y="688457"/>
                    </a:cubicBezTo>
                    <a:cubicBezTo>
                      <a:pt x="530326" y="474339"/>
                      <a:pt x="675150" y="269833"/>
                      <a:pt x="853979" y="91591"/>
                    </a:cubicBezTo>
                    <a:cubicBezTo>
                      <a:pt x="890735" y="54981"/>
                      <a:pt x="926464" y="32238"/>
                      <a:pt x="967768" y="764"/>
                    </a:cubicBezTo>
                    <a:close/>
                  </a:path>
                </a:pathLst>
              </a:custGeom>
              <a:solidFill>
                <a:schemeClr val="accent4">
                  <a:lumMod val="75000"/>
                </a:schemeClr>
              </a:solidFill>
              <a:ln w="366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8" name="자유형: 도형 17">
                <a:extLst>
                  <a:ext uri="{FF2B5EF4-FFF2-40B4-BE49-F238E27FC236}">
                    <a16:creationId xmlns:a16="http://schemas.microsoft.com/office/drawing/2014/main" id="{175363C1-C20F-443C-BB6E-E782D9179061}"/>
                  </a:ext>
                </a:extLst>
              </p:cNvPr>
              <p:cNvSpPr/>
              <p:nvPr/>
            </p:nvSpPr>
            <p:spPr>
              <a:xfrm>
                <a:off x="6957846" y="2094246"/>
                <a:ext cx="962414" cy="681932"/>
              </a:xfrm>
              <a:custGeom>
                <a:avLst/>
                <a:gdLst>
                  <a:gd name="connsiteX0" fmla="*/ 846568 w 962414"/>
                  <a:gd name="connsiteY0" fmla="*/ 681086 h 681932"/>
                  <a:gd name="connsiteX1" fmla="*/ 552225 w 962414"/>
                  <a:gd name="connsiteY1" fmla="*/ 450938 h 681932"/>
                  <a:gd name="connsiteX2" fmla="*/ 517780 w 962414"/>
                  <a:gd name="connsiteY2" fmla="*/ 435054 h 681932"/>
                  <a:gd name="connsiteX3" fmla="*/ 176814 w 962414"/>
                  <a:gd name="connsiteY3" fmla="*/ 398408 h 681932"/>
                  <a:gd name="connsiteX4" fmla="*/ 100110 w 962414"/>
                  <a:gd name="connsiteY4" fmla="*/ 395767 h 681932"/>
                  <a:gd name="connsiteX5" fmla="*/ 77770 w 962414"/>
                  <a:gd name="connsiteY5" fmla="*/ 337001 h 681932"/>
                  <a:gd name="connsiteX6" fmla="*/ 87711 w 962414"/>
                  <a:gd name="connsiteY6" fmla="*/ 323832 h 681932"/>
                  <a:gd name="connsiteX7" fmla="*/ 67426 w 962414"/>
                  <a:gd name="connsiteY7" fmla="*/ 322145 h 681932"/>
                  <a:gd name="connsiteX8" fmla="*/ 33384 w 962414"/>
                  <a:gd name="connsiteY8" fmla="*/ 316239 h 681932"/>
                  <a:gd name="connsiteX9" fmla="*/ 14822 w 962414"/>
                  <a:gd name="connsiteY9" fmla="*/ 260004 h 681932"/>
                  <a:gd name="connsiteX10" fmla="*/ 14346 w 962414"/>
                  <a:gd name="connsiteY10" fmla="*/ 239645 h 681932"/>
                  <a:gd name="connsiteX11" fmla="*/ 39547 w 962414"/>
                  <a:gd name="connsiteY11" fmla="*/ 164152 h 681932"/>
                  <a:gd name="connsiteX12" fmla="*/ 47507 w 962414"/>
                  <a:gd name="connsiteY12" fmla="*/ 148268 h 681932"/>
                  <a:gd name="connsiteX13" fmla="*/ 65848 w 962414"/>
                  <a:gd name="connsiteY13" fmla="*/ 98820 h 681932"/>
                  <a:gd name="connsiteX14" fmla="*/ 115517 w 962414"/>
                  <a:gd name="connsiteY14" fmla="*/ 87081 h 681932"/>
                  <a:gd name="connsiteX15" fmla="*/ 287412 w 962414"/>
                  <a:gd name="connsiteY15" fmla="*/ 92327 h 681932"/>
                  <a:gd name="connsiteX16" fmla="*/ 377872 w 962414"/>
                  <a:gd name="connsiteY16" fmla="*/ 102781 h 681932"/>
                  <a:gd name="connsiteX17" fmla="*/ 355202 w 962414"/>
                  <a:gd name="connsiteY17" fmla="*/ 84733 h 681932"/>
                  <a:gd name="connsiteX18" fmla="*/ 349883 w 962414"/>
                  <a:gd name="connsiteY18" fmla="*/ 19842 h 681932"/>
                  <a:gd name="connsiteX19" fmla="*/ 422882 w 962414"/>
                  <a:gd name="connsiteY19" fmla="*/ 13312 h 681932"/>
                  <a:gd name="connsiteX20" fmla="*/ 458868 w 962414"/>
                  <a:gd name="connsiteY20" fmla="*/ 49848 h 681932"/>
                  <a:gd name="connsiteX21" fmla="*/ 592723 w 962414"/>
                  <a:gd name="connsiteY21" fmla="*/ 165839 h 681932"/>
                  <a:gd name="connsiteX22" fmla="*/ 673792 w 962414"/>
                  <a:gd name="connsiteY22" fmla="*/ 314551 h 681932"/>
                  <a:gd name="connsiteX23" fmla="*/ 685604 w 962414"/>
                  <a:gd name="connsiteY23" fmla="*/ 337735 h 681932"/>
                  <a:gd name="connsiteX24" fmla="*/ 942971 w 962414"/>
                  <a:gd name="connsiteY24" fmla="*/ 549578 h 681932"/>
                  <a:gd name="connsiteX25" fmla="*/ 961899 w 962414"/>
                  <a:gd name="connsiteY25" fmla="*/ 566819 h 681932"/>
                  <a:gd name="connsiteX26" fmla="*/ 954269 w 962414"/>
                  <a:gd name="connsiteY26" fmla="*/ 584060 h 681932"/>
                  <a:gd name="connsiteX27" fmla="*/ 864653 w 962414"/>
                  <a:gd name="connsiteY27" fmla="*/ 672135 h 681932"/>
                  <a:gd name="connsiteX28" fmla="*/ 846568 w 962414"/>
                  <a:gd name="connsiteY28" fmla="*/ 681086 h 6819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962414" h="681932">
                    <a:moveTo>
                      <a:pt x="846568" y="681086"/>
                    </a:moveTo>
                    <a:cubicBezTo>
                      <a:pt x="748442" y="604419"/>
                      <a:pt x="650205" y="527825"/>
                      <a:pt x="552225" y="450938"/>
                    </a:cubicBezTo>
                    <a:cubicBezTo>
                      <a:pt x="541771" y="442721"/>
                      <a:pt x="530289" y="438356"/>
                      <a:pt x="517780" y="435054"/>
                    </a:cubicBezTo>
                    <a:cubicBezTo>
                      <a:pt x="405934" y="405855"/>
                      <a:pt x="292328" y="393786"/>
                      <a:pt x="176814" y="398408"/>
                    </a:cubicBezTo>
                    <a:cubicBezTo>
                      <a:pt x="151246" y="399435"/>
                      <a:pt x="125421" y="401343"/>
                      <a:pt x="100110" y="395767"/>
                    </a:cubicBezTo>
                    <a:cubicBezTo>
                      <a:pt x="62583" y="387513"/>
                      <a:pt x="55540" y="368548"/>
                      <a:pt x="77770" y="337001"/>
                    </a:cubicBezTo>
                    <a:cubicBezTo>
                      <a:pt x="80851" y="332636"/>
                      <a:pt x="84190" y="328491"/>
                      <a:pt x="87711" y="323832"/>
                    </a:cubicBezTo>
                    <a:cubicBezTo>
                      <a:pt x="80448" y="319430"/>
                      <a:pt x="73772" y="322255"/>
                      <a:pt x="67426" y="322145"/>
                    </a:cubicBezTo>
                    <a:cubicBezTo>
                      <a:pt x="55724" y="321961"/>
                      <a:pt x="44242" y="321044"/>
                      <a:pt x="33384" y="316239"/>
                    </a:cubicBezTo>
                    <a:cubicBezTo>
                      <a:pt x="7302" y="304720"/>
                      <a:pt x="296" y="284508"/>
                      <a:pt x="14822" y="260004"/>
                    </a:cubicBezTo>
                    <a:cubicBezTo>
                      <a:pt x="19298" y="252447"/>
                      <a:pt x="21682" y="247678"/>
                      <a:pt x="14346" y="239645"/>
                    </a:cubicBezTo>
                    <a:cubicBezTo>
                      <a:pt x="-12506" y="210115"/>
                      <a:pt x="-291" y="173066"/>
                      <a:pt x="39547" y="164152"/>
                    </a:cubicBezTo>
                    <a:cubicBezTo>
                      <a:pt x="51762" y="161400"/>
                      <a:pt x="52862" y="159273"/>
                      <a:pt x="47507" y="148268"/>
                    </a:cubicBezTo>
                    <a:cubicBezTo>
                      <a:pt x="36759" y="126295"/>
                      <a:pt x="43655" y="109201"/>
                      <a:pt x="65848" y="98820"/>
                    </a:cubicBezTo>
                    <a:cubicBezTo>
                      <a:pt x="81548" y="91483"/>
                      <a:pt x="98569" y="87998"/>
                      <a:pt x="115517" y="87081"/>
                    </a:cubicBezTo>
                    <a:cubicBezTo>
                      <a:pt x="172925" y="84073"/>
                      <a:pt x="230260" y="85320"/>
                      <a:pt x="287412" y="92327"/>
                    </a:cubicBezTo>
                    <a:cubicBezTo>
                      <a:pt x="316869" y="95958"/>
                      <a:pt x="346325" y="99150"/>
                      <a:pt x="377872" y="102781"/>
                    </a:cubicBezTo>
                    <a:cubicBezTo>
                      <a:pt x="369142" y="95922"/>
                      <a:pt x="361548" y="90933"/>
                      <a:pt x="355202" y="84733"/>
                    </a:cubicBezTo>
                    <a:cubicBezTo>
                      <a:pt x="333706" y="63788"/>
                      <a:pt x="331909" y="39650"/>
                      <a:pt x="349883" y="19842"/>
                    </a:cubicBezTo>
                    <a:cubicBezTo>
                      <a:pt x="371269" y="-3782"/>
                      <a:pt x="400469" y="-6753"/>
                      <a:pt x="422882" y="13312"/>
                    </a:cubicBezTo>
                    <a:cubicBezTo>
                      <a:pt x="435574" y="24720"/>
                      <a:pt x="447753" y="36899"/>
                      <a:pt x="458868" y="49848"/>
                    </a:cubicBezTo>
                    <a:cubicBezTo>
                      <a:pt x="497825" y="95115"/>
                      <a:pt x="542321" y="134292"/>
                      <a:pt x="592723" y="165839"/>
                    </a:cubicBezTo>
                    <a:cubicBezTo>
                      <a:pt x="648444" y="200724"/>
                      <a:pt x="672472" y="251163"/>
                      <a:pt x="673792" y="314551"/>
                    </a:cubicBezTo>
                    <a:cubicBezTo>
                      <a:pt x="674012" y="324932"/>
                      <a:pt x="678121" y="331609"/>
                      <a:pt x="685604" y="337735"/>
                    </a:cubicBezTo>
                    <a:cubicBezTo>
                      <a:pt x="771478" y="408276"/>
                      <a:pt x="857243" y="478890"/>
                      <a:pt x="942971" y="549578"/>
                    </a:cubicBezTo>
                    <a:cubicBezTo>
                      <a:pt x="949537" y="555007"/>
                      <a:pt x="955589" y="561059"/>
                      <a:pt x="961899" y="566819"/>
                    </a:cubicBezTo>
                    <a:cubicBezTo>
                      <a:pt x="963953" y="574595"/>
                      <a:pt x="959551" y="579694"/>
                      <a:pt x="954269" y="584060"/>
                    </a:cubicBezTo>
                    <a:cubicBezTo>
                      <a:pt x="921951" y="610948"/>
                      <a:pt x="891028" y="639194"/>
                      <a:pt x="864653" y="672135"/>
                    </a:cubicBezTo>
                    <a:cubicBezTo>
                      <a:pt x="860251" y="677821"/>
                      <a:pt x="855555" y="684277"/>
                      <a:pt x="846568" y="681086"/>
                    </a:cubicBezTo>
                    <a:close/>
                  </a:path>
                </a:pathLst>
              </a:custGeom>
              <a:solidFill>
                <a:srgbClr val="F4AB92"/>
              </a:solidFill>
              <a:ln w="366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9" name="자유형: 도형 18">
                <a:extLst>
                  <a:ext uri="{FF2B5EF4-FFF2-40B4-BE49-F238E27FC236}">
                    <a16:creationId xmlns:a16="http://schemas.microsoft.com/office/drawing/2014/main" id="{151A7C95-B90A-4500-B397-32E965BEC009}"/>
                  </a:ext>
                </a:extLst>
              </p:cNvPr>
              <p:cNvSpPr/>
              <p:nvPr/>
            </p:nvSpPr>
            <p:spPr>
              <a:xfrm>
                <a:off x="7787994" y="2641952"/>
                <a:ext cx="279522" cy="296708"/>
              </a:xfrm>
              <a:custGeom>
                <a:avLst/>
                <a:gdLst>
                  <a:gd name="connsiteX0" fmla="*/ 16420 w 279522"/>
                  <a:gd name="connsiteY0" fmla="*/ 133380 h 296708"/>
                  <a:gd name="connsiteX1" fmla="*/ 131787 w 279522"/>
                  <a:gd name="connsiteY1" fmla="*/ 19260 h 296708"/>
                  <a:gd name="connsiteX2" fmla="*/ 135126 w 279522"/>
                  <a:gd name="connsiteY2" fmla="*/ 17792 h 296708"/>
                  <a:gd name="connsiteX3" fmla="*/ 205666 w 279522"/>
                  <a:gd name="connsiteY3" fmla="*/ 18526 h 296708"/>
                  <a:gd name="connsiteX4" fmla="*/ 271035 w 279522"/>
                  <a:gd name="connsiteY4" fmla="*/ 73330 h 296708"/>
                  <a:gd name="connsiteX5" fmla="*/ 277088 w 279522"/>
                  <a:gd name="connsiteY5" fmla="*/ 99852 h 296708"/>
                  <a:gd name="connsiteX6" fmla="*/ 224742 w 279522"/>
                  <a:gd name="connsiteY6" fmla="*/ 174171 h 296708"/>
                  <a:gd name="connsiteX7" fmla="*/ 162381 w 279522"/>
                  <a:gd name="connsiteY7" fmla="*/ 252672 h 296708"/>
                  <a:gd name="connsiteX8" fmla="*/ 155595 w 279522"/>
                  <a:gd name="connsiteY8" fmla="*/ 265328 h 296708"/>
                  <a:gd name="connsiteX9" fmla="*/ 126138 w 279522"/>
                  <a:gd name="connsiteY9" fmla="*/ 290419 h 296708"/>
                  <a:gd name="connsiteX10" fmla="*/ 105559 w 279522"/>
                  <a:gd name="connsiteY10" fmla="*/ 291409 h 296708"/>
                  <a:gd name="connsiteX11" fmla="*/ 3838 w 279522"/>
                  <a:gd name="connsiteY11" fmla="*/ 170283 h 296708"/>
                  <a:gd name="connsiteX12" fmla="*/ 4975 w 279522"/>
                  <a:gd name="connsiteY12" fmla="*/ 149704 h 296708"/>
                  <a:gd name="connsiteX13" fmla="*/ 16420 w 279522"/>
                  <a:gd name="connsiteY13" fmla="*/ 133380 h 2967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79522" h="296708">
                    <a:moveTo>
                      <a:pt x="16420" y="133380"/>
                    </a:moveTo>
                    <a:cubicBezTo>
                      <a:pt x="50755" y="91158"/>
                      <a:pt x="89566" y="53521"/>
                      <a:pt x="131787" y="19260"/>
                    </a:cubicBezTo>
                    <a:cubicBezTo>
                      <a:pt x="132924" y="18783"/>
                      <a:pt x="134135" y="18452"/>
                      <a:pt x="135126" y="17792"/>
                    </a:cubicBezTo>
                    <a:cubicBezTo>
                      <a:pt x="170268" y="-6052"/>
                      <a:pt x="170268" y="-6052"/>
                      <a:pt x="205666" y="18526"/>
                    </a:cubicBezTo>
                    <a:cubicBezTo>
                      <a:pt x="229107" y="34813"/>
                      <a:pt x="250309" y="53705"/>
                      <a:pt x="271035" y="73330"/>
                    </a:cubicBezTo>
                    <a:cubicBezTo>
                      <a:pt x="279986" y="81804"/>
                      <a:pt x="281600" y="89507"/>
                      <a:pt x="277088" y="99852"/>
                    </a:cubicBezTo>
                    <a:cubicBezTo>
                      <a:pt x="259700" y="124686"/>
                      <a:pt x="242936" y="149960"/>
                      <a:pt x="224742" y="174171"/>
                    </a:cubicBezTo>
                    <a:cubicBezTo>
                      <a:pt x="204676" y="200876"/>
                      <a:pt x="183290" y="226591"/>
                      <a:pt x="162381" y="252672"/>
                    </a:cubicBezTo>
                    <a:cubicBezTo>
                      <a:pt x="159299" y="256524"/>
                      <a:pt x="156218" y="260229"/>
                      <a:pt x="155595" y="265328"/>
                    </a:cubicBezTo>
                    <a:cubicBezTo>
                      <a:pt x="140921" y="267859"/>
                      <a:pt x="135639" y="281798"/>
                      <a:pt x="126138" y="290419"/>
                    </a:cubicBezTo>
                    <a:cubicBezTo>
                      <a:pt x="118545" y="297315"/>
                      <a:pt x="114180" y="299773"/>
                      <a:pt x="105559" y="291409"/>
                    </a:cubicBezTo>
                    <a:cubicBezTo>
                      <a:pt x="67446" y="254506"/>
                      <a:pt x="33294" y="214449"/>
                      <a:pt x="3838" y="170283"/>
                    </a:cubicBezTo>
                    <a:cubicBezTo>
                      <a:pt x="-1628" y="162102"/>
                      <a:pt x="-1261" y="156600"/>
                      <a:pt x="4975" y="149704"/>
                    </a:cubicBezTo>
                    <a:cubicBezTo>
                      <a:pt x="9377" y="144825"/>
                      <a:pt x="12642" y="138882"/>
                      <a:pt x="16420" y="133380"/>
                    </a:cubicBezTo>
                    <a:close/>
                  </a:path>
                </a:pathLst>
              </a:custGeom>
              <a:solidFill>
                <a:schemeClr val="accent4">
                  <a:lumMod val="50000"/>
                </a:schemeClr>
              </a:solidFill>
              <a:ln w="366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0" name="자유형: 도형 19">
                <a:extLst>
                  <a:ext uri="{FF2B5EF4-FFF2-40B4-BE49-F238E27FC236}">
                    <a16:creationId xmlns:a16="http://schemas.microsoft.com/office/drawing/2014/main" id="{5B2A4472-458C-4213-8240-4B48916AA59B}"/>
                  </a:ext>
                </a:extLst>
              </p:cNvPr>
              <p:cNvSpPr/>
              <p:nvPr/>
            </p:nvSpPr>
            <p:spPr>
              <a:xfrm>
                <a:off x="8989048" y="1692235"/>
                <a:ext cx="697450" cy="575626"/>
              </a:xfrm>
              <a:custGeom>
                <a:avLst/>
                <a:gdLst>
                  <a:gd name="connsiteX0" fmla="*/ 509964 w 697450"/>
                  <a:gd name="connsiteY0" fmla="*/ 0 h 575626"/>
                  <a:gd name="connsiteX1" fmla="*/ 424530 w 697450"/>
                  <a:gd name="connsiteY1" fmla="*/ 27512 h 575626"/>
                  <a:gd name="connsiteX2" fmla="*/ 170391 w 697450"/>
                  <a:gd name="connsiteY2" fmla="*/ 55795 h 575626"/>
                  <a:gd name="connsiteX3" fmla="*/ 99044 w 697450"/>
                  <a:gd name="connsiteY3" fmla="*/ 66726 h 575626"/>
                  <a:gd name="connsiteX4" fmla="*/ 55574 w 697450"/>
                  <a:gd name="connsiteY4" fmla="*/ 112690 h 575626"/>
                  <a:gd name="connsiteX5" fmla="*/ 0 w 697450"/>
                  <a:gd name="connsiteY5" fmla="*/ 198711 h 575626"/>
                  <a:gd name="connsiteX6" fmla="*/ 115844 w 697450"/>
                  <a:gd name="connsiteY6" fmla="*/ 575627 h 575626"/>
                  <a:gd name="connsiteX7" fmla="*/ 293462 w 697450"/>
                  <a:gd name="connsiteY7" fmla="*/ 495585 h 575626"/>
                  <a:gd name="connsiteX8" fmla="*/ 330255 w 697450"/>
                  <a:gd name="connsiteY8" fmla="*/ 488541 h 575626"/>
                  <a:gd name="connsiteX9" fmla="*/ 385169 w 697450"/>
                  <a:gd name="connsiteY9" fmla="*/ 474602 h 575626"/>
                  <a:gd name="connsiteX10" fmla="*/ 514990 w 697450"/>
                  <a:gd name="connsiteY10" fmla="*/ 522473 h 575626"/>
                  <a:gd name="connsiteX11" fmla="*/ 537476 w 697450"/>
                  <a:gd name="connsiteY11" fmla="*/ 518548 h 575626"/>
                  <a:gd name="connsiteX12" fmla="*/ 652440 w 697450"/>
                  <a:gd name="connsiteY12" fmla="*/ 276148 h 575626"/>
                  <a:gd name="connsiteX13" fmla="*/ 697450 w 697450"/>
                  <a:gd name="connsiteY13" fmla="*/ 125895 h 575626"/>
                  <a:gd name="connsiteX14" fmla="*/ 509964 w 697450"/>
                  <a:gd name="connsiteY14" fmla="*/ 0 h 5756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697450" h="575626">
                    <a:moveTo>
                      <a:pt x="509964" y="0"/>
                    </a:moveTo>
                    <a:cubicBezTo>
                      <a:pt x="482525" y="12436"/>
                      <a:pt x="454426" y="22780"/>
                      <a:pt x="424530" y="27512"/>
                    </a:cubicBezTo>
                    <a:cubicBezTo>
                      <a:pt x="409160" y="31547"/>
                      <a:pt x="200251" y="45487"/>
                      <a:pt x="170391" y="55795"/>
                    </a:cubicBezTo>
                    <a:cubicBezTo>
                      <a:pt x="146621" y="59426"/>
                      <a:pt x="122814" y="63058"/>
                      <a:pt x="99044" y="66726"/>
                    </a:cubicBezTo>
                    <a:cubicBezTo>
                      <a:pt x="84554" y="82059"/>
                      <a:pt x="70064" y="97356"/>
                      <a:pt x="55574" y="112690"/>
                    </a:cubicBezTo>
                    <a:cubicBezTo>
                      <a:pt x="41965" y="127106"/>
                      <a:pt x="6199" y="185468"/>
                      <a:pt x="0" y="198711"/>
                    </a:cubicBezTo>
                    <a:cubicBezTo>
                      <a:pt x="1321" y="335538"/>
                      <a:pt x="40131" y="460663"/>
                      <a:pt x="115844" y="575627"/>
                    </a:cubicBezTo>
                    <a:cubicBezTo>
                      <a:pt x="169731" y="495218"/>
                      <a:pt x="215108" y="475079"/>
                      <a:pt x="293462" y="495585"/>
                    </a:cubicBezTo>
                    <a:cubicBezTo>
                      <a:pt x="315582" y="514219"/>
                      <a:pt x="322919" y="499546"/>
                      <a:pt x="330255" y="488541"/>
                    </a:cubicBezTo>
                    <a:cubicBezTo>
                      <a:pt x="346432" y="486524"/>
                      <a:pt x="370239" y="480912"/>
                      <a:pt x="385169" y="474602"/>
                    </a:cubicBezTo>
                    <a:cubicBezTo>
                      <a:pt x="432123" y="468549"/>
                      <a:pt x="475666" y="484030"/>
                      <a:pt x="514990" y="522473"/>
                    </a:cubicBezTo>
                    <a:cubicBezTo>
                      <a:pt x="527499" y="534689"/>
                      <a:pt x="530910" y="529736"/>
                      <a:pt x="537476" y="518548"/>
                    </a:cubicBezTo>
                    <a:cubicBezTo>
                      <a:pt x="582963" y="441111"/>
                      <a:pt x="621810" y="360555"/>
                      <a:pt x="652440" y="276148"/>
                    </a:cubicBezTo>
                    <a:cubicBezTo>
                      <a:pt x="670305" y="226956"/>
                      <a:pt x="687619" y="177545"/>
                      <a:pt x="697450" y="125895"/>
                    </a:cubicBezTo>
                    <a:cubicBezTo>
                      <a:pt x="644076" y="70321"/>
                      <a:pt x="581716" y="28136"/>
                      <a:pt x="509964" y="0"/>
                    </a:cubicBezTo>
                    <a:close/>
                  </a:path>
                </a:pathLst>
              </a:custGeom>
              <a:solidFill>
                <a:srgbClr val="FEFCFC"/>
              </a:solidFill>
              <a:ln w="366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1" name="자유형: 도형 20">
                <a:extLst>
                  <a:ext uri="{FF2B5EF4-FFF2-40B4-BE49-F238E27FC236}">
                    <a16:creationId xmlns:a16="http://schemas.microsoft.com/office/drawing/2014/main" id="{DCF6F6E9-B527-482F-B191-FEE9F3AF9D48}"/>
                  </a:ext>
                </a:extLst>
              </p:cNvPr>
              <p:cNvSpPr/>
              <p:nvPr/>
            </p:nvSpPr>
            <p:spPr>
              <a:xfrm>
                <a:off x="8704170" y="639896"/>
                <a:ext cx="948498" cy="1555521"/>
              </a:xfrm>
              <a:custGeom>
                <a:avLst/>
                <a:gdLst>
                  <a:gd name="connsiteX0" fmla="*/ 578304 w 948498"/>
                  <a:gd name="connsiteY0" fmla="*/ 1547887 h 1555521"/>
                  <a:gd name="connsiteX1" fmla="*/ 477573 w 948498"/>
                  <a:gd name="connsiteY1" fmla="*/ 1363373 h 1555521"/>
                  <a:gd name="connsiteX2" fmla="*/ 421375 w 948498"/>
                  <a:gd name="connsiteY2" fmla="*/ 1279883 h 1555521"/>
                  <a:gd name="connsiteX3" fmla="*/ 406592 w 948498"/>
                  <a:gd name="connsiteY3" fmla="*/ 1252554 h 1555521"/>
                  <a:gd name="connsiteX4" fmla="*/ 422218 w 948498"/>
                  <a:gd name="connsiteY4" fmla="*/ 1190340 h 1555521"/>
                  <a:gd name="connsiteX5" fmla="*/ 463413 w 948498"/>
                  <a:gd name="connsiteY5" fmla="*/ 1121120 h 1555521"/>
                  <a:gd name="connsiteX6" fmla="*/ 459195 w 948498"/>
                  <a:gd name="connsiteY6" fmla="*/ 1007476 h 1555521"/>
                  <a:gd name="connsiteX7" fmla="*/ 438359 w 948498"/>
                  <a:gd name="connsiteY7" fmla="*/ 978020 h 1555521"/>
                  <a:gd name="connsiteX8" fmla="*/ 312610 w 948498"/>
                  <a:gd name="connsiteY8" fmla="*/ 906709 h 1555521"/>
                  <a:gd name="connsiteX9" fmla="*/ 126738 w 948498"/>
                  <a:gd name="connsiteY9" fmla="*/ 703192 h 1555521"/>
                  <a:gd name="connsiteX10" fmla="*/ 104692 w 948498"/>
                  <a:gd name="connsiteY10" fmla="*/ 688042 h 1555521"/>
                  <a:gd name="connsiteX11" fmla="*/ 3154 w 948498"/>
                  <a:gd name="connsiteY11" fmla="*/ 537570 h 1555521"/>
                  <a:gd name="connsiteX12" fmla="*/ 71788 w 948498"/>
                  <a:gd name="connsiteY12" fmla="*/ 523777 h 1555521"/>
                  <a:gd name="connsiteX13" fmla="*/ 93320 w 948498"/>
                  <a:gd name="connsiteY13" fmla="*/ 557892 h 1555521"/>
                  <a:gd name="connsiteX14" fmla="*/ 92037 w 948498"/>
                  <a:gd name="connsiteY14" fmla="*/ 537863 h 1555521"/>
                  <a:gd name="connsiteX15" fmla="*/ 76813 w 948498"/>
                  <a:gd name="connsiteY15" fmla="*/ 460719 h 1555521"/>
                  <a:gd name="connsiteX16" fmla="*/ 137670 w 948498"/>
                  <a:gd name="connsiteY16" fmla="*/ 332659 h 1555521"/>
                  <a:gd name="connsiteX17" fmla="*/ 234439 w 948498"/>
                  <a:gd name="connsiteY17" fmla="*/ 191284 h 1555521"/>
                  <a:gd name="connsiteX18" fmla="*/ 288620 w 948498"/>
                  <a:gd name="connsiteY18" fmla="*/ 95835 h 1555521"/>
                  <a:gd name="connsiteX19" fmla="*/ 309639 w 948498"/>
                  <a:gd name="connsiteY19" fmla="*/ 87362 h 1555521"/>
                  <a:gd name="connsiteX20" fmla="*/ 318003 w 948498"/>
                  <a:gd name="connsiteY20" fmla="*/ 107721 h 1555521"/>
                  <a:gd name="connsiteX21" fmla="*/ 386709 w 948498"/>
                  <a:gd name="connsiteY21" fmla="*/ 200455 h 1555521"/>
                  <a:gd name="connsiteX22" fmla="*/ 393863 w 948498"/>
                  <a:gd name="connsiteY22" fmla="*/ 218319 h 1555521"/>
                  <a:gd name="connsiteX23" fmla="*/ 374898 w 948498"/>
                  <a:gd name="connsiteY23" fmla="*/ 263622 h 1555521"/>
                  <a:gd name="connsiteX24" fmla="*/ 402006 w 948498"/>
                  <a:gd name="connsiteY24" fmla="*/ 325360 h 1555521"/>
                  <a:gd name="connsiteX25" fmla="*/ 437955 w 948498"/>
                  <a:gd name="connsiteY25" fmla="*/ 236184 h 1555521"/>
                  <a:gd name="connsiteX26" fmla="*/ 435167 w 948498"/>
                  <a:gd name="connsiteY26" fmla="*/ 169421 h 1555521"/>
                  <a:gd name="connsiteX27" fmla="*/ 404134 w 948498"/>
                  <a:gd name="connsiteY27" fmla="*/ 153904 h 1555521"/>
                  <a:gd name="connsiteX28" fmla="*/ 384985 w 948498"/>
                  <a:gd name="connsiteY28" fmla="*/ 42682 h 1555521"/>
                  <a:gd name="connsiteX29" fmla="*/ 447713 w 948498"/>
                  <a:gd name="connsiteY29" fmla="*/ 9337 h 1555521"/>
                  <a:gd name="connsiteX30" fmla="*/ 504865 w 948498"/>
                  <a:gd name="connsiteY30" fmla="*/ 37106 h 1555521"/>
                  <a:gd name="connsiteX31" fmla="*/ 519391 w 948498"/>
                  <a:gd name="connsiteY31" fmla="*/ 128997 h 1555521"/>
                  <a:gd name="connsiteX32" fmla="*/ 520932 w 948498"/>
                  <a:gd name="connsiteY32" fmla="*/ 143523 h 1555521"/>
                  <a:gd name="connsiteX33" fmla="*/ 529185 w 948498"/>
                  <a:gd name="connsiteY33" fmla="*/ 161681 h 1555521"/>
                  <a:gd name="connsiteX34" fmla="*/ 544776 w 948498"/>
                  <a:gd name="connsiteY34" fmla="*/ 147778 h 1555521"/>
                  <a:gd name="connsiteX35" fmla="*/ 563227 w 948498"/>
                  <a:gd name="connsiteY35" fmla="*/ 24561 h 1555521"/>
                  <a:gd name="connsiteX36" fmla="*/ 563814 w 948498"/>
                  <a:gd name="connsiteY36" fmla="*/ 2588 h 1555521"/>
                  <a:gd name="connsiteX37" fmla="*/ 586411 w 948498"/>
                  <a:gd name="connsiteY37" fmla="*/ 4935 h 1555521"/>
                  <a:gd name="connsiteX38" fmla="*/ 699100 w 948498"/>
                  <a:gd name="connsiteY38" fmla="*/ 161974 h 1555521"/>
                  <a:gd name="connsiteX39" fmla="*/ 694515 w 948498"/>
                  <a:gd name="connsiteY39" fmla="*/ 198620 h 1555521"/>
                  <a:gd name="connsiteX40" fmla="*/ 706950 w 948498"/>
                  <a:gd name="connsiteY40" fmla="*/ 220814 h 1555521"/>
                  <a:gd name="connsiteX41" fmla="*/ 852104 w 948498"/>
                  <a:gd name="connsiteY41" fmla="*/ 311273 h 1555521"/>
                  <a:gd name="connsiteX42" fmla="*/ 860541 w 948498"/>
                  <a:gd name="connsiteY42" fmla="*/ 362593 h 1555521"/>
                  <a:gd name="connsiteX43" fmla="*/ 849573 w 948498"/>
                  <a:gd name="connsiteY43" fmla="*/ 429135 h 1555521"/>
                  <a:gd name="connsiteX44" fmla="*/ 860064 w 948498"/>
                  <a:gd name="connsiteY44" fmla="*/ 407015 h 1555521"/>
                  <a:gd name="connsiteX45" fmla="*/ 905477 w 948498"/>
                  <a:gd name="connsiteY45" fmla="*/ 382071 h 1555521"/>
                  <a:gd name="connsiteX46" fmla="*/ 939776 w 948498"/>
                  <a:gd name="connsiteY46" fmla="*/ 413508 h 1555521"/>
                  <a:gd name="connsiteX47" fmla="*/ 909293 w 948498"/>
                  <a:gd name="connsiteY47" fmla="*/ 571501 h 1555521"/>
                  <a:gd name="connsiteX48" fmla="*/ 894216 w 948498"/>
                  <a:gd name="connsiteY48" fmla="*/ 601764 h 1555521"/>
                  <a:gd name="connsiteX49" fmla="*/ 696459 w 948498"/>
                  <a:gd name="connsiteY49" fmla="*/ 924059 h 1555521"/>
                  <a:gd name="connsiteX50" fmla="*/ 685417 w 948498"/>
                  <a:gd name="connsiteY50" fmla="*/ 951828 h 1555521"/>
                  <a:gd name="connsiteX51" fmla="*/ 706877 w 948498"/>
                  <a:gd name="connsiteY51" fmla="*/ 1092434 h 1555521"/>
                  <a:gd name="connsiteX52" fmla="*/ 775327 w 948498"/>
                  <a:gd name="connsiteY52" fmla="*/ 1158683 h 1555521"/>
                  <a:gd name="connsiteX53" fmla="*/ 793338 w 948498"/>
                  <a:gd name="connsiteY53" fmla="*/ 1203913 h 1555521"/>
                  <a:gd name="connsiteX54" fmla="*/ 741212 w 948498"/>
                  <a:gd name="connsiteY54" fmla="*/ 1274527 h 1555521"/>
                  <a:gd name="connsiteX55" fmla="*/ 622873 w 948498"/>
                  <a:gd name="connsiteY55" fmla="*/ 1511865 h 1555521"/>
                  <a:gd name="connsiteX56" fmla="*/ 611502 w 948498"/>
                  <a:gd name="connsiteY56" fmla="*/ 1544586 h 1555521"/>
                  <a:gd name="connsiteX57" fmla="*/ 578304 w 948498"/>
                  <a:gd name="connsiteY57" fmla="*/ 1547887 h 15555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</a:cxnLst>
                <a:rect l="l" t="t" r="r" b="b"/>
                <a:pathLst>
                  <a:path w="948498" h="1555521">
                    <a:moveTo>
                      <a:pt x="578304" y="1547887"/>
                    </a:moveTo>
                    <a:cubicBezTo>
                      <a:pt x="545509" y="1485967"/>
                      <a:pt x="518034" y="1421148"/>
                      <a:pt x="477573" y="1363373"/>
                    </a:cubicBezTo>
                    <a:cubicBezTo>
                      <a:pt x="458351" y="1335897"/>
                      <a:pt x="439826" y="1307908"/>
                      <a:pt x="421375" y="1279883"/>
                    </a:cubicBezTo>
                    <a:cubicBezTo>
                      <a:pt x="415689" y="1271262"/>
                      <a:pt x="410700" y="1262018"/>
                      <a:pt x="406592" y="1252554"/>
                    </a:cubicBezTo>
                    <a:cubicBezTo>
                      <a:pt x="394266" y="1224088"/>
                      <a:pt x="397751" y="1209342"/>
                      <a:pt x="422218" y="1190340"/>
                    </a:cubicBezTo>
                    <a:cubicBezTo>
                      <a:pt x="445145" y="1172512"/>
                      <a:pt x="457177" y="1148668"/>
                      <a:pt x="463413" y="1121120"/>
                    </a:cubicBezTo>
                    <a:cubicBezTo>
                      <a:pt x="464514" y="1116204"/>
                      <a:pt x="459671" y="1034328"/>
                      <a:pt x="459195" y="1007476"/>
                    </a:cubicBezTo>
                    <a:cubicBezTo>
                      <a:pt x="458901" y="991629"/>
                      <a:pt x="452225" y="984403"/>
                      <a:pt x="438359" y="978020"/>
                    </a:cubicBezTo>
                    <a:cubicBezTo>
                      <a:pt x="394523" y="957808"/>
                      <a:pt x="353035" y="933157"/>
                      <a:pt x="312610" y="906709"/>
                    </a:cubicBezTo>
                    <a:cubicBezTo>
                      <a:pt x="233118" y="854766"/>
                      <a:pt x="171602" y="786536"/>
                      <a:pt x="126738" y="703192"/>
                    </a:cubicBezTo>
                    <a:cubicBezTo>
                      <a:pt x="121603" y="693692"/>
                      <a:pt x="115844" y="689510"/>
                      <a:pt x="104692" y="688042"/>
                    </a:cubicBezTo>
                    <a:cubicBezTo>
                      <a:pt x="36572" y="679202"/>
                      <a:pt x="-13280" y="604626"/>
                      <a:pt x="3154" y="537570"/>
                    </a:cubicBezTo>
                    <a:cubicBezTo>
                      <a:pt x="10564" y="507416"/>
                      <a:pt x="45999" y="500226"/>
                      <a:pt x="71788" y="523777"/>
                    </a:cubicBezTo>
                    <a:cubicBezTo>
                      <a:pt x="81252" y="532434"/>
                      <a:pt x="87011" y="543769"/>
                      <a:pt x="93320" y="557892"/>
                    </a:cubicBezTo>
                    <a:cubicBezTo>
                      <a:pt x="96512" y="548684"/>
                      <a:pt x="93761" y="543292"/>
                      <a:pt x="92037" y="537863"/>
                    </a:cubicBezTo>
                    <a:cubicBezTo>
                      <a:pt x="83966" y="512735"/>
                      <a:pt x="79674" y="486837"/>
                      <a:pt x="76813" y="460719"/>
                    </a:cubicBezTo>
                    <a:cubicBezTo>
                      <a:pt x="70724" y="405658"/>
                      <a:pt x="90753" y="361676"/>
                      <a:pt x="137670" y="332659"/>
                    </a:cubicBezTo>
                    <a:cubicBezTo>
                      <a:pt x="191337" y="299498"/>
                      <a:pt x="224755" y="254635"/>
                      <a:pt x="234439" y="191284"/>
                    </a:cubicBezTo>
                    <a:cubicBezTo>
                      <a:pt x="240198" y="153391"/>
                      <a:pt x="260337" y="121770"/>
                      <a:pt x="288620" y="95835"/>
                    </a:cubicBezTo>
                    <a:cubicBezTo>
                      <a:pt x="294379" y="90553"/>
                      <a:pt x="301018" y="84464"/>
                      <a:pt x="309639" y="87362"/>
                    </a:cubicBezTo>
                    <a:cubicBezTo>
                      <a:pt x="319250" y="90590"/>
                      <a:pt x="317929" y="99980"/>
                      <a:pt x="318003" y="107721"/>
                    </a:cubicBezTo>
                    <a:cubicBezTo>
                      <a:pt x="318516" y="155298"/>
                      <a:pt x="342213" y="185965"/>
                      <a:pt x="386709" y="200455"/>
                    </a:cubicBezTo>
                    <a:cubicBezTo>
                      <a:pt x="398338" y="204233"/>
                      <a:pt x="401786" y="207021"/>
                      <a:pt x="393863" y="218319"/>
                    </a:cubicBezTo>
                    <a:cubicBezTo>
                      <a:pt x="384362" y="231818"/>
                      <a:pt x="378052" y="247152"/>
                      <a:pt x="374898" y="263622"/>
                    </a:cubicBezTo>
                    <a:cubicBezTo>
                      <a:pt x="369945" y="289667"/>
                      <a:pt x="378089" y="309072"/>
                      <a:pt x="402006" y="325360"/>
                    </a:cubicBezTo>
                    <a:cubicBezTo>
                      <a:pt x="390011" y="285375"/>
                      <a:pt x="410590" y="259220"/>
                      <a:pt x="437955" y="236184"/>
                    </a:cubicBezTo>
                    <a:cubicBezTo>
                      <a:pt x="464367" y="213954"/>
                      <a:pt x="463560" y="189376"/>
                      <a:pt x="435167" y="169421"/>
                    </a:cubicBezTo>
                    <a:cubicBezTo>
                      <a:pt x="425630" y="162708"/>
                      <a:pt x="415029" y="158049"/>
                      <a:pt x="404134" y="153904"/>
                    </a:cubicBezTo>
                    <a:cubicBezTo>
                      <a:pt x="357033" y="136003"/>
                      <a:pt x="346395" y="75146"/>
                      <a:pt x="384985" y="42682"/>
                    </a:cubicBezTo>
                    <a:cubicBezTo>
                      <a:pt x="403400" y="27202"/>
                      <a:pt x="424860" y="16454"/>
                      <a:pt x="447713" y="9337"/>
                    </a:cubicBezTo>
                    <a:cubicBezTo>
                      <a:pt x="475408" y="717"/>
                      <a:pt x="493566" y="10364"/>
                      <a:pt x="504865" y="37106"/>
                    </a:cubicBezTo>
                    <a:cubicBezTo>
                      <a:pt x="517337" y="66599"/>
                      <a:pt x="515026" y="98293"/>
                      <a:pt x="519391" y="128997"/>
                    </a:cubicBezTo>
                    <a:cubicBezTo>
                      <a:pt x="520088" y="133839"/>
                      <a:pt x="519391" y="139011"/>
                      <a:pt x="520932" y="143523"/>
                    </a:cubicBezTo>
                    <a:cubicBezTo>
                      <a:pt x="523096" y="149906"/>
                      <a:pt x="519721" y="160580"/>
                      <a:pt x="529185" y="161681"/>
                    </a:cubicBezTo>
                    <a:cubicBezTo>
                      <a:pt x="536999" y="162598"/>
                      <a:pt x="541071" y="153867"/>
                      <a:pt x="544776" y="147778"/>
                    </a:cubicBezTo>
                    <a:cubicBezTo>
                      <a:pt x="568216" y="109371"/>
                      <a:pt x="574415" y="68250"/>
                      <a:pt x="563227" y="24561"/>
                    </a:cubicBezTo>
                    <a:cubicBezTo>
                      <a:pt x="561356" y="17224"/>
                      <a:pt x="555597" y="8787"/>
                      <a:pt x="563814" y="2588"/>
                    </a:cubicBezTo>
                    <a:cubicBezTo>
                      <a:pt x="571114" y="-2915"/>
                      <a:pt x="579478" y="1560"/>
                      <a:pt x="586411" y="4935"/>
                    </a:cubicBezTo>
                    <a:cubicBezTo>
                      <a:pt x="652110" y="36996"/>
                      <a:pt x="687068" y="91323"/>
                      <a:pt x="699100" y="161974"/>
                    </a:cubicBezTo>
                    <a:cubicBezTo>
                      <a:pt x="701228" y="174557"/>
                      <a:pt x="702475" y="186332"/>
                      <a:pt x="694515" y="198620"/>
                    </a:cubicBezTo>
                    <a:cubicBezTo>
                      <a:pt x="686848" y="210432"/>
                      <a:pt x="694845" y="219163"/>
                      <a:pt x="706950" y="220814"/>
                    </a:cubicBezTo>
                    <a:cubicBezTo>
                      <a:pt x="768981" y="229251"/>
                      <a:pt x="809259" y="272536"/>
                      <a:pt x="852104" y="311273"/>
                    </a:cubicBezTo>
                    <a:cubicBezTo>
                      <a:pt x="872903" y="330055"/>
                      <a:pt x="873050" y="337685"/>
                      <a:pt x="860541" y="362593"/>
                    </a:cubicBezTo>
                    <a:cubicBezTo>
                      <a:pt x="850527" y="382548"/>
                      <a:pt x="846015" y="403311"/>
                      <a:pt x="849573" y="429135"/>
                    </a:cubicBezTo>
                    <a:cubicBezTo>
                      <a:pt x="854012" y="419671"/>
                      <a:pt x="856506" y="413031"/>
                      <a:pt x="860064" y="407015"/>
                    </a:cubicBezTo>
                    <a:cubicBezTo>
                      <a:pt x="870225" y="389848"/>
                      <a:pt x="885009" y="380274"/>
                      <a:pt x="905477" y="382071"/>
                    </a:cubicBezTo>
                    <a:cubicBezTo>
                      <a:pt x="924699" y="383722"/>
                      <a:pt x="934787" y="397221"/>
                      <a:pt x="939776" y="413508"/>
                    </a:cubicBezTo>
                    <a:cubicBezTo>
                      <a:pt x="957457" y="471284"/>
                      <a:pt x="948727" y="524731"/>
                      <a:pt x="909293" y="571501"/>
                    </a:cubicBezTo>
                    <a:cubicBezTo>
                      <a:pt x="901516" y="580709"/>
                      <a:pt x="896564" y="590026"/>
                      <a:pt x="894216" y="601764"/>
                    </a:cubicBezTo>
                    <a:cubicBezTo>
                      <a:pt x="868208" y="733639"/>
                      <a:pt x="801555" y="840790"/>
                      <a:pt x="696459" y="924059"/>
                    </a:cubicBezTo>
                    <a:cubicBezTo>
                      <a:pt x="686334" y="932093"/>
                      <a:pt x="683583" y="939576"/>
                      <a:pt x="685417" y="951828"/>
                    </a:cubicBezTo>
                    <a:cubicBezTo>
                      <a:pt x="690773" y="987447"/>
                      <a:pt x="704859" y="1087592"/>
                      <a:pt x="706877" y="1092434"/>
                    </a:cubicBezTo>
                    <a:cubicBezTo>
                      <a:pt x="720156" y="1124421"/>
                      <a:pt x="740882" y="1148522"/>
                      <a:pt x="775327" y="1158683"/>
                    </a:cubicBezTo>
                    <a:cubicBezTo>
                      <a:pt x="803609" y="1167010"/>
                      <a:pt x="808121" y="1177978"/>
                      <a:pt x="793338" y="1203913"/>
                    </a:cubicBezTo>
                    <a:cubicBezTo>
                      <a:pt x="778775" y="1229444"/>
                      <a:pt x="759407" y="1251600"/>
                      <a:pt x="741212" y="1274527"/>
                    </a:cubicBezTo>
                    <a:cubicBezTo>
                      <a:pt x="685051" y="1345361"/>
                      <a:pt x="645433" y="1424303"/>
                      <a:pt x="622873" y="1511865"/>
                    </a:cubicBezTo>
                    <a:cubicBezTo>
                      <a:pt x="620012" y="1523016"/>
                      <a:pt x="615317" y="1533691"/>
                      <a:pt x="611502" y="1544586"/>
                    </a:cubicBezTo>
                    <a:cubicBezTo>
                      <a:pt x="601891" y="1558892"/>
                      <a:pt x="590592" y="1558268"/>
                      <a:pt x="578304" y="1547887"/>
                    </a:cubicBezTo>
                    <a:close/>
                  </a:path>
                </a:pathLst>
              </a:custGeom>
              <a:solidFill>
                <a:srgbClr val="F4AB93"/>
              </a:solidFill>
              <a:ln w="366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2" name="자유형: 도형 21">
                <a:extLst>
                  <a:ext uri="{FF2B5EF4-FFF2-40B4-BE49-F238E27FC236}">
                    <a16:creationId xmlns:a16="http://schemas.microsoft.com/office/drawing/2014/main" id="{5C9EBE0D-CD09-4465-AE7B-9A65331DAC88}"/>
                  </a:ext>
                </a:extLst>
              </p:cNvPr>
              <p:cNvSpPr/>
              <p:nvPr/>
            </p:nvSpPr>
            <p:spPr>
              <a:xfrm>
                <a:off x="10163345" y="2753578"/>
                <a:ext cx="241769" cy="205337"/>
              </a:xfrm>
              <a:custGeom>
                <a:avLst/>
                <a:gdLst>
                  <a:gd name="connsiteX0" fmla="*/ 221667 w 241769"/>
                  <a:gd name="connsiteY0" fmla="*/ 151096 h 205337"/>
                  <a:gd name="connsiteX1" fmla="*/ 113306 w 241769"/>
                  <a:gd name="connsiteY1" fmla="*/ 0 h 205337"/>
                  <a:gd name="connsiteX2" fmla="*/ 7109 w 241769"/>
                  <a:gd name="connsiteY2" fmla="*/ 46147 h 205337"/>
                  <a:gd name="connsiteX3" fmla="*/ 1424 w 241769"/>
                  <a:gd name="connsiteY3" fmla="*/ 65185 h 205337"/>
                  <a:gd name="connsiteX4" fmla="*/ 1424 w 241769"/>
                  <a:gd name="connsiteY4" fmla="*/ 65185 h 205337"/>
                  <a:gd name="connsiteX5" fmla="*/ 1424 w 241769"/>
                  <a:gd name="connsiteY5" fmla="*/ 65185 h 205337"/>
                  <a:gd name="connsiteX6" fmla="*/ 72588 w 241769"/>
                  <a:gd name="connsiteY6" fmla="*/ 201535 h 205337"/>
                  <a:gd name="connsiteX7" fmla="*/ 241769 w 241769"/>
                  <a:gd name="connsiteY7" fmla="*/ 168301 h 205337"/>
                  <a:gd name="connsiteX8" fmla="*/ 221667 w 241769"/>
                  <a:gd name="connsiteY8" fmla="*/ 151096 h 2053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41769" h="205337">
                    <a:moveTo>
                      <a:pt x="221667" y="151096"/>
                    </a:moveTo>
                    <a:cubicBezTo>
                      <a:pt x="185608" y="100694"/>
                      <a:pt x="149439" y="50365"/>
                      <a:pt x="113306" y="0"/>
                    </a:cubicBezTo>
                    <a:cubicBezTo>
                      <a:pt x="72258" y="2384"/>
                      <a:pt x="37372" y="18782"/>
                      <a:pt x="7109" y="46147"/>
                    </a:cubicBezTo>
                    <a:cubicBezTo>
                      <a:pt x="1056" y="51613"/>
                      <a:pt x="-1988" y="57262"/>
                      <a:pt x="1424" y="65185"/>
                    </a:cubicBezTo>
                    <a:cubicBezTo>
                      <a:pt x="1424" y="65185"/>
                      <a:pt x="1424" y="65185"/>
                      <a:pt x="1424" y="65185"/>
                    </a:cubicBezTo>
                    <a:cubicBezTo>
                      <a:pt x="1424" y="65185"/>
                      <a:pt x="1424" y="65185"/>
                      <a:pt x="1424" y="65185"/>
                    </a:cubicBezTo>
                    <a:cubicBezTo>
                      <a:pt x="43682" y="116798"/>
                      <a:pt x="51019" y="157149"/>
                      <a:pt x="72588" y="201535"/>
                    </a:cubicBezTo>
                    <a:cubicBezTo>
                      <a:pt x="133298" y="212540"/>
                      <a:pt x="189239" y="199114"/>
                      <a:pt x="241769" y="168301"/>
                    </a:cubicBezTo>
                    <a:cubicBezTo>
                      <a:pt x="231571" y="166613"/>
                      <a:pt x="227023" y="158543"/>
                      <a:pt x="221667" y="151096"/>
                    </a:cubicBezTo>
                    <a:close/>
                  </a:path>
                </a:pathLst>
              </a:custGeom>
              <a:solidFill>
                <a:schemeClr val="accent4">
                  <a:lumMod val="50000"/>
                </a:schemeClr>
              </a:solidFill>
              <a:ln w="366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</p:grpSp>
        <p:grpSp>
          <p:nvGrpSpPr>
            <p:cNvPr id="7" name="그룹 6">
              <a:extLst>
                <a:ext uri="{FF2B5EF4-FFF2-40B4-BE49-F238E27FC236}">
                  <a16:creationId xmlns:a16="http://schemas.microsoft.com/office/drawing/2014/main" id="{5F517699-9D62-4882-9392-D4B0F18DE0D6}"/>
                </a:ext>
              </a:extLst>
            </p:cNvPr>
            <p:cNvGrpSpPr/>
            <p:nvPr/>
          </p:nvGrpSpPr>
          <p:grpSpPr>
            <a:xfrm>
              <a:off x="9232273" y="2240828"/>
              <a:ext cx="1014914" cy="1246329"/>
              <a:chOff x="9232273" y="2240828"/>
              <a:chExt cx="1014914" cy="1246329"/>
            </a:xfrm>
          </p:grpSpPr>
          <p:sp>
            <p:nvSpPr>
              <p:cNvPr id="9" name="자유형: 도형 8">
                <a:extLst>
                  <a:ext uri="{FF2B5EF4-FFF2-40B4-BE49-F238E27FC236}">
                    <a16:creationId xmlns:a16="http://schemas.microsoft.com/office/drawing/2014/main" id="{7B626A27-FCD6-40CA-8DB4-0D1A6A38221C}"/>
                  </a:ext>
                </a:extLst>
              </p:cNvPr>
              <p:cNvSpPr/>
              <p:nvPr/>
            </p:nvSpPr>
            <p:spPr>
              <a:xfrm>
                <a:off x="9232273" y="2240828"/>
                <a:ext cx="1014914" cy="988012"/>
              </a:xfrm>
              <a:custGeom>
                <a:avLst/>
                <a:gdLst>
                  <a:gd name="connsiteX0" fmla="*/ 1014298 w 1014914"/>
                  <a:gd name="connsiteY0" fmla="*/ 958960 h 988012"/>
                  <a:gd name="connsiteX1" fmla="*/ 791560 w 1014914"/>
                  <a:gd name="connsiteY1" fmla="*/ 136348 h 988012"/>
                  <a:gd name="connsiteX2" fmla="*/ 791487 w 1014914"/>
                  <a:gd name="connsiteY2" fmla="*/ 130882 h 988012"/>
                  <a:gd name="connsiteX3" fmla="*/ 791487 w 1014914"/>
                  <a:gd name="connsiteY3" fmla="*/ 130882 h 988012"/>
                  <a:gd name="connsiteX4" fmla="*/ 761921 w 1014914"/>
                  <a:gd name="connsiteY4" fmla="*/ 18009 h 988012"/>
                  <a:gd name="connsiteX5" fmla="*/ 735472 w 1014914"/>
                  <a:gd name="connsiteY5" fmla="*/ 2603 h 988012"/>
                  <a:gd name="connsiteX6" fmla="*/ 634595 w 1014914"/>
                  <a:gd name="connsiteY6" fmla="*/ 34297 h 988012"/>
                  <a:gd name="connsiteX7" fmla="*/ 464313 w 1014914"/>
                  <a:gd name="connsiteY7" fmla="*/ 89247 h 988012"/>
                  <a:gd name="connsiteX8" fmla="*/ 88241 w 1014914"/>
                  <a:gd name="connsiteY8" fmla="*/ 210374 h 988012"/>
                  <a:gd name="connsiteX9" fmla="*/ 16783 w 1014914"/>
                  <a:gd name="connsiteY9" fmla="*/ 253036 h 988012"/>
                  <a:gd name="connsiteX10" fmla="*/ 6108 w 1014914"/>
                  <a:gd name="connsiteY10" fmla="*/ 316937 h 988012"/>
                  <a:gd name="connsiteX11" fmla="*/ 84426 w 1014914"/>
                  <a:gd name="connsiteY11" fmla="*/ 232457 h 988012"/>
                  <a:gd name="connsiteX12" fmla="*/ 293921 w 1014914"/>
                  <a:gd name="connsiteY12" fmla="*/ 167675 h 988012"/>
                  <a:gd name="connsiteX13" fmla="*/ 721680 w 1014914"/>
                  <a:gd name="connsiteY13" fmla="*/ 35727 h 988012"/>
                  <a:gd name="connsiteX14" fmla="*/ 741525 w 1014914"/>
                  <a:gd name="connsiteY14" fmla="*/ 46805 h 988012"/>
                  <a:gd name="connsiteX15" fmla="*/ 1000836 w 1014914"/>
                  <a:gd name="connsiteY15" fmla="*/ 988013 h 988012"/>
                  <a:gd name="connsiteX16" fmla="*/ 1014298 w 1014914"/>
                  <a:gd name="connsiteY16" fmla="*/ 958960 h 9880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014914" h="988012">
                    <a:moveTo>
                      <a:pt x="1014298" y="958960"/>
                    </a:moveTo>
                    <a:cubicBezTo>
                      <a:pt x="1004944" y="922497"/>
                      <a:pt x="830371" y="286894"/>
                      <a:pt x="791560" y="136348"/>
                    </a:cubicBezTo>
                    <a:cubicBezTo>
                      <a:pt x="791120" y="134624"/>
                      <a:pt x="791487" y="132716"/>
                      <a:pt x="791487" y="130882"/>
                    </a:cubicBezTo>
                    <a:cubicBezTo>
                      <a:pt x="791487" y="130882"/>
                      <a:pt x="791487" y="130882"/>
                      <a:pt x="791487" y="130882"/>
                    </a:cubicBezTo>
                    <a:cubicBezTo>
                      <a:pt x="781509" y="93282"/>
                      <a:pt x="770835" y="55829"/>
                      <a:pt x="761921" y="18009"/>
                    </a:cubicBezTo>
                    <a:cubicBezTo>
                      <a:pt x="758069" y="1759"/>
                      <a:pt x="753154" y="-3817"/>
                      <a:pt x="735472" y="2603"/>
                    </a:cubicBezTo>
                    <a:cubicBezTo>
                      <a:pt x="702348" y="14598"/>
                      <a:pt x="668270" y="23878"/>
                      <a:pt x="634595" y="34297"/>
                    </a:cubicBezTo>
                    <a:cubicBezTo>
                      <a:pt x="577846" y="52601"/>
                      <a:pt x="521062" y="70979"/>
                      <a:pt x="464313" y="89247"/>
                    </a:cubicBezTo>
                    <a:cubicBezTo>
                      <a:pt x="338931" y="129598"/>
                      <a:pt x="213513" y="169729"/>
                      <a:pt x="88241" y="210374"/>
                    </a:cubicBezTo>
                    <a:cubicBezTo>
                      <a:pt x="61353" y="219104"/>
                      <a:pt x="35785" y="231026"/>
                      <a:pt x="16783" y="253036"/>
                    </a:cubicBezTo>
                    <a:cubicBezTo>
                      <a:pt x="496" y="271891"/>
                      <a:pt x="-5667" y="293094"/>
                      <a:pt x="6108" y="316937"/>
                    </a:cubicBezTo>
                    <a:cubicBezTo>
                      <a:pt x="11060" y="269176"/>
                      <a:pt x="43818" y="247057"/>
                      <a:pt x="84426" y="232457"/>
                    </a:cubicBezTo>
                    <a:cubicBezTo>
                      <a:pt x="153280" y="207733"/>
                      <a:pt x="223747" y="188181"/>
                      <a:pt x="293921" y="167675"/>
                    </a:cubicBezTo>
                    <a:cubicBezTo>
                      <a:pt x="437168" y="125820"/>
                      <a:pt x="577480" y="74501"/>
                      <a:pt x="721680" y="35727"/>
                    </a:cubicBezTo>
                    <a:cubicBezTo>
                      <a:pt x="733601" y="32499"/>
                      <a:pt x="737930" y="33673"/>
                      <a:pt x="741525" y="46805"/>
                    </a:cubicBezTo>
                    <a:cubicBezTo>
                      <a:pt x="790790" y="228495"/>
                      <a:pt x="988070" y="941609"/>
                      <a:pt x="1000836" y="988013"/>
                    </a:cubicBezTo>
                    <a:cubicBezTo>
                      <a:pt x="1009603" y="977705"/>
                      <a:pt x="1017160" y="970185"/>
                      <a:pt x="1014298" y="958960"/>
                    </a:cubicBezTo>
                    <a:close/>
                  </a:path>
                </a:pathLst>
              </a:custGeom>
              <a:solidFill>
                <a:srgbClr val="AC342A"/>
              </a:solidFill>
              <a:ln w="366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0" name="자유형: 도형 9">
                <a:extLst>
                  <a:ext uri="{FF2B5EF4-FFF2-40B4-BE49-F238E27FC236}">
                    <a16:creationId xmlns:a16="http://schemas.microsoft.com/office/drawing/2014/main" id="{06C0D5A2-F7D4-4055-920C-76E4E8AF2782}"/>
                  </a:ext>
                </a:extLst>
              </p:cNvPr>
              <p:cNvSpPr/>
              <p:nvPr/>
            </p:nvSpPr>
            <p:spPr>
              <a:xfrm>
                <a:off x="9238638" y="2275035"/>
                <a:ext cx="984135" cy="1003657"/>
              </a:xfrm>
              <a:custGeom>
                <a:avLst/>
                <a:gdLst>
                  <a:gd name="connsiteX0" fmla="*/ 982879 w 984135"/>
                  <a:gd name="connsiteY0" fmla="*/ 932456 h 1003657"/>
                  <a:gd name="connsiteX1" fmla="*/ 735123 w 984135"/>
                  <a:gd name="connsiteY1" fmla="*/ 12599 h 1003657"/>
                  <a:gd name="connsiteX2" fmla="*/ 715278 w 984135"/>
                  <a:gd name="connsiteY2" fmla="*/ 1520 h 1003657"/>
                  <a:gd name="connsiteX3" fmla="*/ 287520 w 984135"/>
                  <a:gd name="connsiteY3" fmla="*/ 133468 h 1003657"/>
                  <a:gd name="connsiteX4" fmla="*/ 78024 w 984135"/>
                  <a:gd name="connsiteY4" fmla="*/ 198250 h 1003657"/>
                  <a:gd name="connsiteX5" fmla="*/ 0 w 984135"/>
                  <a:gd name="connsiteY5" fmla="*/ 280750 h 1003657"/>
                  <a:gd name="connsiteX6" fmla="*/ 652954 w 984135"/>
                  <a:gd name="connsiteY6" fmla="*/ 92017 h 1003657"/>
                  <a:gd name="connsiteX7" fmla="*/ 702586 w 984135"/>
                  <a:gd name="connsiteY7" fmla="*/ 119162 h 1003657"/>
                  <a:gd name="connsiteX8" fmla="*/ 945572 w 984135"/>
                  <a:gd name="connsiteY8" fmla="*/ 1003658 h 1003657"/>
                  <a:gd name="connsiteX9" fmla="*/ 983466 w 984135"/>
                  <a:gd name="connsiteY9" fmla="*/ 953806 h 1003657"/>
                  <a:gd name="connsiteX10" fmla="*/ 982879 w 984135"/>
                  <a:gd name="connsiteY10" fmla="*/ 932456 h 10036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984135" h="1003657">
                    <a:moveTo>
                      <a:pt x="982879" y="932456"/>
                    </a:moveTo>
                    <a:cubicBezTo>
                      <a:pt x="964868" y="863456"/>
                      <a:pt x="782114" y="185888"/>
                      <a:pt x="735123" y="12599"/>
                    </a:cubicBezTo>
                    <a:cubicBezTo>
                      <a:pt x="731565" y="-570"/>
                      <a:pt x="727236" y="-1708"/>
                      <a:pt x="715278" y="1520"/>
                    </a:cubicBezTo>
                    <a:cubicBezTo>
                      <a:pt x="571078" y="40331"/>
                      <a:pt x="430729" y="91613"/>
                      <a:pt x="287520" y="133468"/>
                    </a:cubicBezTo>
                    <a:cubicBezTo>
                      <a:pt x="217346" y="153974"/>
                      <a:pt x="146878" y="173526"/>
                      <a:pt x="78024" y="198250"/>
                    </a:cubicBezTo>
                    <a:cubicBezTo>
                      <a:pt x="38003" y="212630"/>
                      <a:pt x="5686" y="234383"/>
                      <a:pt x="0" y="280750"/>
                    </a:cubicBezTo>
                    <a:cubicBezTo>
                      <a:pt x="807" y="282180"/>
                      <a:pt x="436122" y="156322"/>
                      <a:pt x="652954" y="92017"/>
                    </a:cubicBezTo>
                    <a:cubicBezTo>
                      <a:pt x="691654" y="80535"/>
                      <a:pt x="692021" y="80498"/>
                      <a:pt x="702586" y="119162"/>
                    </a:cubicBezTo>
                    <a:cubicBezTo>
                      <a:pt x="743890" y="270295"/>
                      <a:pt x="922719" y="921672"/>
                      <a:pt x="945572" y="1003658"/>
                    </a:cubicBezTo>
                    <a:cubicBezTo>
                      <a:pt x="962960" y="988104"/>
                      <a:pt x="969343" y="972551"/>
                      <a:pt x="983466" y="953806"/>
                    </a:cubicBezTo>
                    <a:cubicBezTo>
                      <a:pt x="984163" y="946689"/>
                      <a:pt x="984750" y="939720"/>
                      <a:pt x="982879" y="932456"/>
                    </a:cubicBezTo>
                    <a:close/>
                  </a:path>
                </a:pathLst>
              </a:custGeom>
              <a:solidFill>
                <a:srgbClr val="FEFEFE"/>
              </a:solidFill>
              <a:ln w="366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1" name="자유형: 도형 10">
                <a:extLst>
                  <a:ext uri="{FF2B5EF4-FFF2-40B4-BE49-F238E27FC236}">
                    <a16:creationId xmlns:a16="http://schemas.microsoft.com/office/drawing/2014/main" id="{35543E65-B978-40F6-816C-AECA6A584570}"/>
                  </a:ext>
                </a:extLst>
              </p:cNvPr>
              <p:cNvSpPr/>
              <p:nvPr/>
            </p:nvSpPr>
            <p:spPr>
              <a:xfrm>
                <a:off x="9241022" y="2351240"/>
                <a:ext cx="943904" cy="1135917"/>
              </a:xfrm>
              <a:custGeom>
                <a:avLst/>
                <a:gdLst>
                  <a:gd name="connsiteX0" fmla="*/ 942602 w 943904"/>
                  <a:gd name="connsiteY0" fmla="*/ 897006 h 1135917"/>
                  <a:gd name="connsiteX1" fmla="*/ 704860 w 943904"/>
                  <a:gd name="connsiteY1" fmla="*/ 27110 h 1135917"/>
                  <a:gd name="connsiteX2" fmla="*/ 661941 w 943904"/>
                  <a:gd name="connsiteY2" fmla="*/ 3339 h 1135917"/>
                  <a:gd name="connsiteX3" fmla="*/ 24761 w 943904"/>
                  <a:gd name="connsiteY3" fmla="*/ 192513 h 1135917"/>
                  <a:gd name="connsiteX4" fmla="*/ 0 w 943904"/>
                  <a:gd name="connsiteY4" fmla="*/ 208800 h 1135917"/>
                  <a:gd name="connsiteX5" fmla="*/ 290565 w 943904"/>
                  <a:gd name="connsiteY5" fmla="*/ 1121431 h 1135917"/>
                  <a:gd name="connsiteX6" fmla="*/ 312904 w 943904"/>
                  <a:gd name="connsiteY6" fmla="*/ 1134050 h 1135917"/>
                  <a:gd name="connsiteX7" fmla="*/ 935815 w 943904"/>
                  <a:gd name="connsiteY7" fmla="*/ 927416 h 1135917"/>
                  <a:gd name="connsiteX8" fmla="*/ 942602 w 943904"/>
                  <a:gd name="connsiteY8" fmla="*/ 897006 h 11359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943904" h="1135917">
                    <a:moveTo>
                      <a:pt x="942602" y="897006"/>
                    </a:moveTo>
                    <a:cubicBezTo>
                      <a:pt x="923710" y="827529"/>
                      <a:pt x="743780" y="172080"/>
                      <a:pt x="704860" y="27110"/>
                    </a:cubicBezTo>
                    <a:cubicBezTo>
                      <a:pt x="697707" y="442"/>
                      <a:pt x="688720" y="-4401"/>
                      <a:pt x="661941" y="3339"/>
                    </a:cubicBezTo>
                    <a:cubicBezTo>
                      <a:pt x="616198" y="16582"/>
                      <a:pt x="82206" y="175859"/>
                      <a:pt x="24761" y="192513"/>
                    </a:cubicBezTo>
                    <a:cubicBezTo>
                      <a:pt x="15114" y="195301"/>
                      <a:pt x="3852" y="196731"/>
                      <a:pt x="0" y="208800"/>
                    </a:cubicBezTo>
                    <a:cubicBezTo>
                      <a:pt x="5282" y="242071"/>
                      <a:pt x="265070" y="1040546"/>
                      <a:pt x="290565" y="1121431"/>
                    </a:cubicBezTo>
                    <a:cubicBezTo>
                      <a:pt x="294526" y="1133977"/>
                      <a:pt x="298048" y="1138966"/>
                      <a:pt x="312904" y="1134050"/>
                    </a:cubicBezTo>
                    <a:cubicBezTo>
                      <a:pt x="429372" y="1095680"/>
                      <a:pt x="913328" y="941282"/>
                      <a:pt x="935815" y="927416"/>
                    </a:cubicBezTo>
                    <a:cubicBezTo>
                      <a:pt x="943959" y="922647"/>
                      <a:pt x="945389" y="907167"/>
                      <a:pt x="942602" y="897006"/>
                    </a:cubicBezTo>
                    <a:close/>
                  </a:path>
                </a:pathLst>
              </a:custGeom>
              <a:solidFill>
                <a:srgbClr val="DC5849"/>
              </a:solidFill>
              <a:ln w="366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2" name="자유형: 도형 11">
                <a:extLst>
                  <a:ext uri="{FF2B5EF4-FFF2-40B4-BE49-F238E27FC236}">
                    <a16:creationId xmlns:a16="http://schemas.microsoft.com/office/drawing/2014/main" id="{8A97B7CD-5E37-44DA-A4DE-D5EF768C2CB1}"/>
                  </a:ext>
                </a:extLst>
              </p:cNvPr>
              <p:cNvSpPr/>
              <p:nvPr/>
            </p:nvSpPr>
            <p:spPr>
              <a:xfrm>
                <a:off x="9449297" y="2554354"/>
                <a:ext cx="406061" cy="312708"/>
              </a:xfrm>
              <a:custGeom>
                <a:avLst/>
                <a:gdLst>
                  <a:gd name="connsiteX0" fmla="*/ 2174 w 406061"/>
                  <a:gd name="connsiteY0" fmla="*/ 136240 h 312708"/>
                  <a:gd name="connsiteX1" fmla="*/ 15710 w 406061"/>
                  <a:gd name="connsiteY1" fmla="*/ 109938 h 312708"/>
                  <a:gd name="connsiteX2" fmla="*/ 329165 w 406061"/>
                  <a:gd name="connsiteY2" fmla="*/ 2274 h 312708"/>
                  <a:gd name="connsiteX3" fmla="*/ 356310 w 406061"/>
                  <a:gd name="connsiteY3" fmla="*/ 22487 h 312708"/>
                  <a:gd name="connsiteX4" fmla="*/ 401283 w 406061"/>
                  <a:gd name="connsiteY4" fmla="*/ 170025 h 312708"/>
                  <a:gd name="connsiteX5" fmla="*/ 391746 w 406061"/>
                  <a:gd name="connsiteY5" fmla="*/ 206598 h 312708"/>
                  <a:gd name="connsiteX6" fmla="*/ 92927 w 406061"/>
                  <a:gd name="connsiteY6" fmla="*/ 311254 h 312708"/>
                  <a:gd name="connsiteX7" fmla="*/ 59253 w 406061"/>
                  <a:gd name="connsiteY7" fmla="*/ 295150 h 312708"/>
                  <a:gd name="connsiteX8" fmla="*/ 2174 w 406061"/>
                  <a:gd name="connsiteY8" fmla="*/ 136240 h 3127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406061" h="312708">
                    <a:moveTo>
                      <a:pt x="2174" y="136240"/>
                    </a:moveTo>
                    <a:cubicBezTo>
                      <a:pt x="-2888" y="120943"/>
                      <a:pt x="597" y="115074"/>
                      <a:pt x="15710" y="109938"/>
                    </a:cubicBezTo>
                    <a:cubicBezTo>
                      <a:pt x="120403" y="74613"/>
                      <a:pt x="224802" y="38480"/>
                      <a:pt x="329165" y="2274"/>
                    </a:cubicBezTo>
                    <a:cubicBezTo>
                      <a:pt x="345195" y="-3301"/>
                      <a:pt x="348533" y="624"/>
                      <a:pt x="356310" y="22487"/>
                    </a:cubicBezTo>
                    <a:cubicBezTo>
                      <a:pt x="379824" y="88589"/>
                      <a:pt x="387161" y="117935"/>
                      <a:pt x="401283" y="170025"/>
                    </a:cubicBezTo>
                    <a:cubicBezTo>
                      <a:pt x="407740" y="193869"/>
                      <a:pt x="410234" y="200691"/>
                      <a:pt x="391746" y="206598"/>
                    </a:cubicBezTo>
                    <a:cubicBezTo>
                      <a:pt x="320214" y="229414"/>
                      <a:pt x="177775" y="282017"/>
                      <a:pt x="92927" y="311254"/>
                    </a:cubicBezTo>
                    <a:cubicBezTo>
                      <a:pt x="79171" y="315986"/>
                      <a:pt x="64205" y="308796"/>
                      <a:pt x="59253" y="295150"/>
                    </a:cubicBezTo>
                    <a:cubicBezTo>
                      <a:pt x="41388" y="245812"/>
                      <a:pt x="16187" y="178498"/>
                      <a:pt x="2174" y="136240"/>
                    </a:cubicBezTo>
                    <a:close/>
                  </a:path>
                </a:pathLst>
              </a:custGeom>
              <a:solidFill>
                <a:srgbClr val="DE7265"/>
              </a:solidFill>
              <a:ln w="366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</p:grpSp>
        <p:sp>
          <p:nvSpPr>
            <p:cNvPr id="8" name="자유형: 도형 7">
              <a:extLst>
                <a:ext uri="{FF2B5EF4-FFF2-40B4-BE49-F238E27FC236}">
                  <a16:creationId xmlns:a16="http://schemas.microsoft.com/office/drawing/2014/main" id="{5EF2C35C-202C-4E6A-872F-2FAED9D6B2E9}"/>
                </a:ext>
              </a:extLst>
            </p:cNvPr>
            <p:cNvSpPr/>
            <p:nvPr/>
          </p:nvSpPr>
          <p:spPr>
            <a:xfrm>
              <a:off x="9341642" y="2816026"/>
              <a:ext cx="894641" cy="410257"/>
            </a:xfrm>
            <a:custGeom>
              <a:avLst/>
              <a:gdLst>
                <a:gd name="connsiteX0" fmla="*/ 825805 w 894641"/>
                <a:gd name="connsiteY0" fmla="*/ 244 h 410257"/>
                <a:gd name="connsiteX1" fmla="*/ 633550 w 894641"/>
                <a:gd name="connsiteY1" fmla="*/ 62054 h 410257"/>
                <a:gd name="connsiteX2" fmla="*/ 434546 w 894641"/>
                <a:gd name="connsiteY2" fmla="*/ 124305 h 410257"/>
                <a:gd name="connsiteX3" fmla="*/ 403989 w 894641"/>
                <a:gd name="connsiteY3" fmla="*/ 116822 h 410257"/>
                <a:gd name="connsiteX4" fmla="*/ 252783 w 894641"/>
                <a:gd name="connsiteY4" fmla="*/ 31974 h 410257"/>
                <a:gd name="connsiteX5" fmla="*/ 252783 w 894641"/>
                <a:gd name="connsiteY5" fmla="*/ 31974 h 410257"/>
                <a:gd name="connsiteX6" fmla="*/ 252783 w 894641"/>
                <a:gd name="connsiteY6" fmla="*/ 31974 h 410257"/>
                <a:gd name="connsiteX7" fmla="*/ 157151 w 894641"/>
                <a:gd name="connsiteY7" fmla="*/ 24748 h 410257"/>
                <a:gd name="connsiteX8" fmla="*/ 157151 w 894641"/>
                <a:gd name="connsiteY8" fmla="*/ 24748 h 410257"/>
                <a:gd name="connsiteX9" fmla="*/ 157151 w 894641"/>
                <a:gd name="connsiteY9" fmla="*/ 24748 h 410257"/>
                <a:gd name="connsiteX10" fmla="*/ 157664 w 894641"/>
                <a:gd name="connsiteY10" fmla="*/ 45657 h 410257"/>
                <a:gd name="connsiteX11" fmla="*/ 207590 w 894641"/>
                <a:gd name="connsiteY11" fmla="*/ 82597 h 410257"/>
                <a:gd name="connsiteX12" fmla="*/ 262651 w 894641"/>
                <a:gd name="connsiteY12" fmla="*/ 124782 h 410257"/>
                <a:gd name="connsiteX13" fmla="*/ 255461 w 894641"/>
                <a:gd name="connsiteY13" fmla="*/ 154568 h 410257"/>
                <a:gd name="connsiteX14" fmla="*/ 162176 w 894641"/>
                <a:gd name="connsiteY14" fmla="*/ 170635 h 410257"/>
                <a:gd name="connsiteX15" fmla="*/ 72450 w 894641"/>
                <a:gd name="connsiteY15" fmla="*/ 171699 h 410257"/>
                <a:gd name="connsiteX16" fmla="*/ 25863 w 894641"/>
                <a:gd name="connsiteY16" fmla="*/ 147048 h 410257"/>
                <a:gd name="connsiteX17" fmla="*/ 25863 w 894641"/>
                <a:gd name="connsiteY17" fmla="*/ 147048 h 410257"/>
                <a:gd name="connsiteX18" fmla="*/ 13171 w 894641"/>
                <a:gd name="connsiteY18" fmla="*/ 221991 h 410257"/>
                <a:gd name="connsiteX19" fmla="*/ 12841 w 894641"/>
                <a:gd name="connsiteY19" fmla="*/ 237215 h 410257"/>
                <a:gd name="connsiteX20" fmla="*/ 39876 w 894641"/>
                <a:gd name="connsiteY20" fmla="*/ 295173 h 410257"/>
                <a:gd name="connsiteX21" fmla="*/ 51101 w 894641"/>
                <a:gd name="connsiteY21" fmla="*/ 312708 h 410257"/>
                <a:gd name="connsiteX22" fmla="*/ 85986 w 894641"/>
                <a:gd name="connsiteY22" fmla="*/ 362780 h 410257"/>
                <a:gd name="connsiteX23" fmla="*/ 102897 w 894641"/>
                <a:gd name="connsiteY23" fmla="*/ 382589 h 410257"/>
                <a:gd name="connsiteX24" fmla="*/ 107996 w 894641"/>
                <a:gd name="connsiteY24" fmla="*/ 396088 h 410257"/>
                <a:gd name="connsiteX25" fmla="*/ 150511 w 894641"/>
                <a:gd name="connsiteY25" fmla="*/ 410174 h 410257"/>
                <a:gd name="connsiteX26" fmla="*/ 260229 w 894641"/>
                <a:gd name="connsiteY26" fmla="*/ 393520 h 410257"/>
                <a:gd name="connsiteX27" fmla="*/ 433299 w 894641"/>
                <a:gd name="connsiteY27" fmla="*/ 303574 h 410257"/>
                <a:gd name="connsiteX28" fmla="*/ 503620 w 894641"/>
                <a:gd name="connsiteY28" fmla="*/ 261499 h 410257"/>
                <a:gd name="connsiteX29" fmla="*/ 725257 w 894641"/>
                <a:gd name="connsiteY29" fmla="*/ 192755 h 410257"/>
                <a:gd name="connsiteX30" fmla="*/ 894291 w 894641"/>
                <a:gd name="connsiteY30" fmla="*/ 139052 h 410257"/>
                <a:gd name="connsiteX31" fmla="*/ 825805 w 894641"/>
                <a:gd name="connsiteY31" fmla="*/ 244 h 4102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894641" h="410257">
                  <a:moveTo>
                    <a:pt x="825805" y="244"/>
                  </a:moveTo>
                  <a:cubicBezTo>
                    <a:pt x="815827" y="-4158"/>
                    <a:pt x="663557" y="52407"/>
                    <a:pt x="633550" y="62054"/>
                  </a:cubicBezTo>
                  <a:cubicBezTo>
                    <a:pt x="567374" y="83257"/>
                    <a:pt x="500722" y="103102"/>
                    <a:pt x="434546" y="124305"/>
                  </a:cubicBezTo>
                  <a:cubicBezTo>
                    <a:pt x="421670" y="128450"/>
                    <a:pt x="413527" y="126286"/>
                    <a:pt x="403989" y="116822"/>
                  </a:cubicBezTo>
                  <a:cubicBezTo>
                    <a:pt x="361474" y="74746"/>
                    <a:pt x="311365" y="45657"/>
                    <a:pt x="252783" y="31974"/>
                  </a:cubicBezTo>
                  <a:cubicBezTo>
                    <a:pt x="252783" y="31974"/>
                    <a:pt x="252783" y="31974"/>
                    <a:pt x="252783" y="31974"/>
                  </a:cubicBezTo>
                  <a:cubicBezTo>
                    <a:pt x="252783" y="31974"/>
                    <a:pt x="252783" y="31974"/>
                    <a:pt x="252783" y="31974"/>
                  </a:cubicBezTo>
                  <a:cubicBezTo>
                    <a:pt x="221236" y="25005"/>
                    <a:pt x="189835" y="16384"/>
                    <a:pt x="157151" y="24748"/>
                  </a:cubicBezTo>
                  <a:lnTo>
                    <a:pt x="157151" y="24748"/>
                  </a:lnTo>
                  <a:lnTo>
                    <a:pt x="157151" y="24748"/>
                  </a:lnTo>
                  <a:cubicBezTo>
                    <a:pt x="146660" y="31974"/>
                    <a:pt x="150841" y="38797"/>
                    <a:pt x="157664" y="45657"/>
                  </a:cubicBezTo>
                  <a:cubicBezTo>
                    <a:pt x="172447" y="60514"/>
                    <a:pt x="190532" y="70858"/>
                    <a:pt x="207590" y="82597"/>
                  </a:cubicBezTo>
                  <a:cubicBezTo>
                    <a:pt x="226665" y="95729"/>
                    <a:pt x="247097" y="107101"/>
                    <a:pt x="262651" y="124782"/>
                  </a:cubicBezTo>
                  <a:cubicBezTo>
                    <a:pt x="275416" y="139308"/>
                    <a:pt x="273325" y="147158"/>
                    <a:pt x="255461" y="154568"/>
                  </a:cubicBezTo>
                  <a:cubicBezTo>
                    <a:pt x="225564" y="166967"/>
                    <a:pt x="193834" y="169205"/>
                    <a:pt x="162176" y="170635"/>
                  </a:cubicBezTo>
                  <a:cubicBezTo>
                    <a:pt x="132316" y="171993"/>
                    <a:pt x="102347" y="171552"/>
                    <a:pt x="72450" y="171699"/>
                  </a:cubicBezTo>
                  <a:cubicBezTo>
                    <a:pt x="52642" y="171809"/>
                    <a:pt x="37455" y="162712"/>
                    <a:pt x="25863" y="147048"/>
                  </a:cubicBezTo>
                  <a:cubicBezTo>
                    <a:pt x="25863" y="147048"/>
                    <a:pt x="25863" y="147048"/>
                    <a:pt x="25863" y="147048"/>
                  </a:cubicBezTo>
                  <a:cubicBezTo>
                    <a:pt x="-4584" y="174634"/>
                    <a:pt x="-7262" y="188757"/>
                    <a:pt x="13171" y="221991"/>
                  </a:cubicBezTo>
                  <a:cubicBezTo>
                    <a:pt x="16913" y="228081"/>
                    <a:pt x="14235" y="232189"/>
                    <a:pt x="12841" y="237215"/>
                  </a:cubicBezTo>
                  <a:cubicBezTo>
                    <a:pt x="5577" y="263516"/>
                    <a:pt x="14822" y="284939"/>
                    <a:pt x="39876" y="295173"/>
                  </a:cubicBezTo>
                  <a:cubicBezTo>
                    <a:pt x="49193" y="298988"/>
                    <a:pt x="51358" y="303794"/>
                    <a:pt x="51101" y="312708"/>
                  </a:cubicBezTo>
                  <a:cubicBezTo>
                    <a:pt x="50404" y="337762"/>
                    <a:pt x="63573" y="354086"/>
                    <a:pt x="85986" y="362780"/>
                  </a:cubicBezTo>
                  <a:cubicBezTo>
                    <a:pt x="95890" y="366632"/>
                    <a:pt x="103080" y="370373"/>
                    <a:pt x="102897" y="382589"/>
                  </a:cubicBezTo>
                  <a:cubicBezTo>
                    <a:pt x="102824" y="387064"/>
                    <a:pt x="106198" y="391576"/>
                    <a:pt x="107996" y="396088"/>
                  </a:cubicBezTo>
                  <a:cubicBezTo>
                    <a:pt x="120431" y="406139"/>
                    <a:pt x="134774" y="409771"/>
                    <a:pt x="150511" y="410174"/>
                  </a:cubicBezTo>
                  <a:cubicBezTo>
                    <a:pt x="188111" y="411091"/>
                    <a:pt x="224464" y="404342"/>
                    <a:pt x="260229" y="393520"/>
                  </a:cubicBezTo>
                  <a:cubicBezTo>
                    <a:pt x="323544" y="374372"/>
                    <a:pt x="377505" y="337285"/>
                    <a:pt x="433299" y="303574"/>
                  </a:cubicBezTo>
                  <a:cubicBezTo>
                    <a:pt x="456666" y="289451"/>
                    <a:pt x="477098" y="269936"/>
                    <a:pt x="503620" y="261499"/>
                  </a:cubicBezTo>
                  <a:cubicBezTo>
                    <a:pt x="577352" y="238095"/>
                    <a:pt x="651232" y="215168"/>
                    <a:pt x="725257" y="192755"/>
                  </a:cubicBezTo>
                  <a:cubicBezTo>
                    <a:pt x="738317" y="188793"/>
                    <a:pt x="880682" y="143674"/>
                    <a:pt x="894291" y="139052"/>
                  </a:cubicBezTo>
                  <a:cubicBezTo>
                    <a:pt x="900014" y="128670"/>
                    <a:pt x="833692" y="5820"/>
                    <a:pt x="825805" y="244"/>
                  </a:cubicBezTo>
                  <a:close/>
                </a:path>
              </a:pathLst>
            </a:custGeom>
            <a:solidFill>
              <a:srgbClr val="EBAE93"/>
            </a:solidFill>
            <a:ln w="366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</p:grpSp>
      <p:sp>
        <p:nvSpPr>
          <p:cNvPr id="45" name="TextBox 44">
            <a:extLst>
              <a:ext uri="{FF2B5EF4-FFF2-40B4-BE49-F238E27FC236}">
                <a16:creationId xmlns:a16="http://schemas.microsoft.com/office/drawing/2014/main" id="{E5FD6D86-3225-428B-9B9F-91DF9C38241A}"/>
              </a:ext>
            </a:extLst>
          </p:cNvPr>
          <p:cNvSpPr txBox="1"/>
          <p:nvPr/>
        </p:nvSpPr>
        <p:spPr>
          <a:xfrm>
            <a:off x="4488873" y="985605"/>
            <a:ext cx="7439891" cy="5350183"/>
          </a:xfrm>
          <a:prstGeom prst="rect">
            <a:avLst/>
          </a:prstGeom>
          <a:noFill/>
        </p:spPr>
        <p:txBody>
          <a:bodyPr wrap="square" lIns="36000" tIns="0" rIns="36000" bIns="0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dirty="0"/>
              <a:t>Information and Communication Technology (ICT) is a broad </a:t>
            </a:r>
            <a:r>
              <a:rPr lang="en-US" dirty="0" smtClean="0"/>
              <a:t>field </a:t>
            </a:r>
            <a:r>
              <a:rPr lang="en-US" dirty="0"/>
              <a:t>that encompasses the use </a:t>
            </a:r>
            <a:r>
              <a:rPr lang="en-US" dirty="0" smtClean="0"/>
              <a:t>of technology </a:t>
            </a:r>
            <a:r>
              <a:rPr lang="en-US" dirty="0"/>
              <a:t>to manage and process information. It plays a crucial role in our </a:t>
            </a:r>
            <a:r>
              <a:rPr lang="en-US" dirty="0" smtClean="0"/>
              <a:t>modern, interconnected </a:t>
            </a:r>
            <a:r>
              <a:rPr lang="en-US" dirty="0"/>
              <a:t>world. The goal is to equip students with essential skills and knowledge </a:t>
            </a:r>
            <a:r>
              <a:rPr lang="en-US" dirty="0" smtClean="0"/>
              <a:t>to navigate </a:t>
            </a:r>
            <a:r>
              <a:rPr lang="en-US" dirty="0"/>
              <a:t>and contribute effectively to the digital age. ICT refers to the technologies used to </a:t>
            </a:r>
            <a:r>
              <a:rPr lang="en-US" dirty="0" smtClean="0"/>
              <a:t>handle telecommunications</a:t>
            </a:r>
            <a:r>
              <a:rPr lang="en-US" dirty="0"/>
              <a:t>, broadcast media, audio-visual processing, and network-based control </a:t>
            </a:r>
            <a:r>
              <a:rPr lang="en-US" dirty="0" smtClean="0"/>
              <a:t>and monitoring </a:t>
            </a:r>
            <a:r>
              <a:rPr lang="en-US" dirty="0"/>
              <a:t>functions. ICT refers to the technologies used to handle </a:t>
            </a:r>
            <a:r>
              <a:rPr lang="en-US" dirty="0" smtClean="0"/>
              <a:t>telecommunications, broadcast </a:t>
            </a:r>
            <a:r>
              <a:rPr lang="en-US" dirty="0"/>
              <a:t>media, </a:t>
            </a:r>
            <a:r>
              <a:rPr lang="en-US" dirty="0" smtClean="0"/>
              <a:t>audio-visual </a:t>
            </a:r>
            <a:r>
              <a:rPr lang="en-US" dirty="0"/>
              <a:t>processing, and network-based control and monitoring functions.</a:t>
            </a:r>
          </a:p>
          <a:p>
            <a:pPr algn="just">
              <a:lnSpc>
                <a:spcPct val="150000"/>
              </a:lnSpc>
            </a:pPr>
            <a:r>
              <a:rPr lang="en-US" dirty="0"/>
              <a:t>Recognizing the evolving nature of technology, students are encouraged to stay informed </a:t>
            </a:r>
            <a:r>
              <a:rPr lang="en-US" dirty="0" smtClean="0"/>
              <a:t>about emerging </a:t>
            </a:r>
            <a:r>
              <a:rPr lang="en-US" dirty="0"/>
              <a:t>trends and adapt to changes in the ICT landscape</a:t>
            </a:r>
            <a:r>
              <a:rPr lang="en-US" dirty="0" smtClean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79425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그룹 2">
            <a:extLst>
              <a:ext uri="{FF2B5EF4-FFF2-40B4-BE49-F238E27FC236}">
                <a16:creationId xmlns:a16="http://schemas.microsoft.com/office/drawing/2014/main" id="{4816FC6A-BFC8-4DF0-BFB7-A60EBD88F8D4}"/>
              </a:ext>
            </a:extLst>
          </p:cNvPr>
          <p:cNvGrpSpPr/>
          <p:nvPr/>
        </p:nvGrpSpPr>
        <p:grpSpPr>
          <a:xfrm>
            <a:off x="6498053" y="1401162"/>
            <a:ext cx="4542854" cy="4964929"/>
            <a:chOff x="6110127" y="1553562"/>
            <a:chExt cx="4542854" cy="4964929"/>
          </a:xfrm>
        </p:grpSpPr>
        <p:grpSp>
          <p:nvGrpSpPr>
            <p:cNvPr id="21" name="그룹 20">
              <a:extLst>
                <a:ext uri="{FF2B5EF4-FFF2-40B4-BE49-F238E27FC236}">
                  <a16:creationId xmlns:a16="http://schemas.microsoft.com/office/drawing/2014/main" id="{49B7200E-54A0-4F41-98D3-F51C8B6F3045}"/>
                </a:ext>
              </a:extLst>
            </p:cNvPr>
            <p:cNvGrpSpPr/>
            <p:nvPr/>
          </p:nvGrpSpPr>
          <p:grpSpPr>
            <a:xfrm>
              <a:off x="7313348" y="1982974"/>
              <a:ext cx="3339633" cy="3337920"/>
              <a:chOff x="7280365" y="2348193"/>
              <a:chExt cx="3168977" cy="3167352"/>
            </a:xfrm>
          </p:grpSpPr>
          <p:sp>
            <p:nvSpPr>
              <p:cNvPr id="4" name="Freeform: Shape 3">
                <a:extLst>
                  <a:ext uri="{FF2B5EF4-FFF2-40B4-BE49-F238E27FC236}">
                    <a16:creationId xmlns:a16="http://schemas.microsoft.com/office/drawing/2014/main" id="{44709A09-2D61-43C1-B6BE-EC4F66399188}"/>
                  </a:ext>
                </a:extLst>
              </p:cNvPr>
              <p:cNvSpPr/>
              <p:nvPr/>
            </p:nvSpPr>
            <p:spPr>
              <a:xfrm>
                <a:off x="7281177" y="2348193"/>
                <a:ext cx="3167351" cy="3167352"/>
              </a:xfrm>
              <a:custGeom>
                <a:avLst/>
                <a:gdLst>
                  <a:gd name="connsiteX0" fmla="*/ 3057049 w 3057525"/>
                  <a:gd name="connsiteY0" fmla="*/ 1532096 h 3057525"/>
                  <a:gd name="connsiteX1" fmla="*/ 1532096 w 3057525"/>
                  <a:gd name="connsiteY1" fmla="*/ 3057049 h 3057525"/>
                  <a:gd name="connsiteX2" fmla="*/ 7144 w 3057525"/>
                  <a:gd name="connsiteY2" fmla="*/ 1532096 h 3057525"/>
                  <a:gd name="connsiteX3" fmla="*/ 1532096 w 3057525"/>
                  <a:gd name="connsiteY3" fmla="*/ 7144 h 3057525"/>
                  <a:gd name="connsiteX4" fmla="*/ 3057049 w 3057525"/>
                  <a:gd name="connsiteY4" fmla="*/ 1532096 h 3057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057525" h="3057525">
                    <a:moveTo>
                      <a:pt x="3057049" y="1532096"/>
                    </a:moveTo>
                    <a:cubicBezTo>
                      <a:pt x="3057049" y="2374304"/>
                      <a:pt x="2374304" y="3057049"/>
                      <a:pt x="1532096" y="3057049"/>
                    </a:cubicBezTo>
                    <a:cubicBezTo>
                      <a:pt x="689888" y="3057049"/>
                      <a:pt x="7144" y="2374304"/>
                      <a:pt x="7144" y="1532096"/>
                    </a:cubicBezTo>
                    <a:cubicBezTo>
                      <a:pt x="7144" y="689888"/>
                      <a:pt x="689888" y="7144"/>
                      <a:pt x="1532096" y="7144"/>
                    </a:cubicBezTo>
                    <a:cubicBezTo>
                      <a:pt x="2374304" y="7144"/>
                      <a:pt x="3057049" y="689888"/>
                      <a:pt x="3057049" y="1532096"/>
                    </a:cubicBezTo>
                    <a:close/>
                  </a:path>
                </a:pathLst>
              </a:custGeom>
              <a:solidFill>
                <a:schemeClr val="accent5">
                  <a:lumMod val="20000"/>
                  <a:lumOff val="80000"/>
                </a:schemeClr>
              </a:solidFill>
              <a:ln w="9525" cap="flat">
                <a:noFill/>
                <a:prstDash val="solid"/>
                <a:miter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" name="Freeform: Shape 4">
                <a:extLst>
                  <a:ext uri="{FF2B5EF4-FFF2-40B4-BE49-F238E27FC236}">
                    <a16:creationId xmlns:a16="http://schemas.microsoft.com/office/drawing/2014/main" id="{F9FF9090-90C9-4039-BE8F-F3216F53DE05}"/>
                  </a:ext>
                </a:extLst>
              </p:cNvPr>
              <p:cNvSpPr/>
              <p:nvPr/>
            </p:nvSpPr>
            <p:spPr>
              <a:xfrm>
                <a:off x="7280365" y="2357762"/>
                <a:ext cx="3168977" cy="3100025"/>
              </a:xfrm>
              <a:custGeom>
                <a:avLst/>
                <a:gdLst>
                  <a:gd name="connsiteX0" fmla="*/ 2863236 w 3028217"/>
                  <a:gd name="connsiteY0" fmla="*/ 2049564 h 2962327"/>
                  <a:gd name="connsiteX1" fmla="*/ 2844662 w 3028217"/>
                  <a:gd name="connsiteY1" fmla="*/ 2065518 h 2962327"/>
                  <a:gd name="connsiteX2" fmla="*/ 2847519 w 3028217"/>
                  <a:gd name="connsiteY2" fmla="*/ 2116953 h 2962327"/>
                  <a:gd name="connsiteX3" fmla="*/ 2887525 w 3028217"/>
                  <a:gd name="connsiteY3" fmla="*/ 2084568 h 2962327"/>
                  <a:gd name="connsiteX4" fmla="*/ 2890382 w 3028217"/>
                  <a:gd name="connsiteY4" fmla="*/ 2078853 h 2962327"/>
                  <a:gd name="connsiteX5" fmla="*/ 2890382 w 3028217"/>
                  <a:gd name="connsiteY5" fmla="*/ 2057898 h 2962327"/>
                  <a:gd name="connsiteX6" fmla="*/ 2863236 w 3028217"/>
                  <a:gd name="connsiteY6" fmla="*/ 2049564 h 2962327"/>
                  <a:gd name="connsiteX7" fmla="*/ 2453184 w 3028217"/>
                  <a:gd name="connsiteY7" fmla="*/ 1703568 h 2962327"/>
                  <a:gd name="connsiteX8" fmla="*/ 2444611 w 3028217"/>
                  <a:gd name="connsiteY8" fmla="*/ 1714046 h 2962327"/>
                  <a:gd name="connsiteX9" fmla="*/ 2467471 w 3028217"/>
                  <a:gd name="connsiteY9" fmla="*/ 1740716 h 2962327"/>
                  <a:gd name="connsiteX10" fmla="*/ 2482711 w 3028217"/>
                  <a:gd name="connsiteY10" fmla="*/ 1728333 h 2962327"/>
                  <a:gd name="connsiteX11" fmla="*/ 2453184 w 3028217"/>
                  <a:gd name="connsiteY11" fmla="*/ 1703568 h 2962327"/>
                  <a:gd name="connsiteX12" fmla="*/ 802501 w 3028217"/>
                  <a:gd name="connsiteY12" fmla="*/ 1583553 h 2962327"/>
                  <a:gd name="connsiteX13" fmla="*/ 812026 w 3028217"/>
                  <a:gd name="connsiteY13" fmla="*/ 1589268 h 2962327"/>
                  <a:gd name="connsiteX14" fmla="*/ 802501 w 3028217"/>
                  <a:gd name="connsiteY14" fmla="*/ 1599745 h 2962327"/>
                  <a:gd name="connsiteX15" fmla="*/ 792024 w 3028217"/>
                  <a:gd name="connsiteY15" fmla="*/ 1594030 h 2962327"/>
                  <a:gd name="connsiteX16" fmla="*/ 802501 w 3028217"/>
                  <a:gd name="connsiteY16" fmla="*/ 1583553 h 2962327"/>
                  <a:gd name="connsiteX17" fmla="*/ 573901 w 3028217"/>
                  <a:gd name="connsiteY17" fmla="*/ 1577838 h 2962327"/>
                  <a:gd name="connsiteX18" fmla="*/ 592951 w 3028217"/>
                  <a:gd name="connsiteY18" fmla="*/ 1589268 h 2962327"/>
                  <a:gd name="connsiteX19" fmla="*/ 584379 w 3028217"/>
                  <a:gd name="connsiteY19" fmla="*/ 1596888 h 2962327"/>
                  <a:gd name="connsiteX20" fmla="*/ 565329 w 3028217"/>
                  <a:gd name="connsiteY20" fmla="*/ 1587363 h 2962327"/>
                  <a:gd name="connsiteX21" fmla="*/ 573901 w 3028217"/>
                  <a:gd name="connsiteY21" fmla="*/ 1577838 h 2962327"/>
                  <a:gd name="connsiteX22" fmla="*/ 698678 w 3028217"/>
                  <a:gd name="connsiteY22" fmla="*/ 1550216 h 2962327"/>
                  <a:gd name="connsiteX23" fmla="*/ 763448 w 3028217"/>
                  <a:gd name="connsiteY23" fmla="*/ 1592126 h 2962327"/>
                  <a:gd name="connsiteX24" fmla="*/ 678676 w 3028217"/>
                  <a:gd name="connsiteY24" fmla="*/ 1592126 h 2962327"/>
                  <a:gd name="connsiteX25" fmla="*/ 698678 w 3028217"/>
                  <a:gd name="connsiteY25" fmla="*/ 1550216 h 2962327"/>
                  <a:gd name="connsiteX26" fmla="*/ 492939 w 3028217"/>
                  <a:gd name="connsiteY26" fmla="*/ 1460681 h 2962327"/>
                  <a:gd name="connsiteX27" fmla="*/ 562471 w 3028217"/>
                  <a:gd name="connsiteY27" fmla="*/ 1479731 h 2962327"/>
                  <a:gd name="connsiteX28" fmla="*/ 646291 w 3028217"/>
                  <a:gd name="connsiteY28" fmla="*/ 1537833 h 2962327"/>
                  <a:gd name="connsiteX29" fmla="*/ 577711 w 3028217"/>
                  <a:gd name="connsiteY29" fmla="*/ 1525451 h 2962327"/>
                  <a:gd name="connsiteX30" fmla="*/ 527229 w 3028217"/>
                  <a:gd name="connsiteY30" fmla="*/ 1487351 h 2962327"/>
                  <a:gd name="connsiteX31" fmla="*/ 525032 w 3028217"/>
                  <a:gd name="connsiteY31" fmla="*/ 1486533 h 2962327"/>
                  <a:gd name="connsiteX32" fmla="*/ 527229 w 3028217"/>
                  <a:gd name="connsiteY32" fmla="*/ 1488303 h 2962327"/>
                  <a:gd name="connsiteX33" fmla="*/ 451029 w 3028217"/>
                  <a:gd name="connsiteY33" fmla="*/ 1494971 h 2962327"/>
                  <a:gd name="connsiteX34" fmla="*/ 492939 w 3028217"/>
                  <a:gd name="connsiteY34" fmla="*/ 1460681 h 2962327"/>
                  <a:gd name="connsiteX35" fmla="*/ 592475 w 3028217"/>
                  <a:gd name="connsiteY35" fmla="*/ 1413889 h 2962327"/>
                  <a:gd name="connsiteX36" fmla="*/ 596761 w 3028217"/>
                  <a:gd name="connsiteY36" fmla="*/ 1414961 h 2962327"/>
                  <a:gd name="connsiteX37" fmla="*/ 595809 w 3028217"/>
                  <a:gd name="connsiteY37" fmla="*/ 1447346 h 2962327"/>
                  <a:gd name="connsiteX38" fmla="*/ 588189 w 3028217"/>
                  <a:gd name="connsiteY38" fmla="*/ 1414961 h 2962327"/>
                  <a:gd name="connsiteX39" fmla="*/ 592475 w 3028217"/>
                  <a:gd name="connsiteY39" fmla="*/ 1413889 h 2962327"/>
                  <a:gd name="connsiteX40" fmla="*/ 2633206 w 3028217"/>
                  <a:gd name="connsiteY40" fmla="*/ 1174931 h 2962327"/>
                  <a:gd name="connsiteX41" fmla="*/ 2673211 w 3028217"/>
                  <a:gd name="connsiteY41" fmla="*/ 1180646 h 2962327"/>
                  <a:gd name="connsiteX42" fmla="*/ 2633206 w 3028217"/>
                  <a:gd name="connsiteY42" fmla="*/ 1174931 h 2962327"/>
                  <a:gd name="connsiteX43" fmla="*/ 2477948 w 3028217"/>
                  <a:gd name="connsiteY43" fmla="*/ 1095873 h 2962327"/>
                  <a:gd name="connsiteX44" fmla="*/ 2484616 w 3028217"/>
                  <a:gd name="connsiteY44" fmla="*/ 1110160 h 2962327"/>
                  <a:gd name="connsiteX45" fmla="*/ 2464613 w 3028217"/>
                  <a:gd name="connsiteY45" fmla="*/ 1135878 h 2962327"/>
                  <a:gd name="connsiteX46" fmla="*/ 2444611 w 3028217"/>
                  <a:gd name="connsiteY46" fmla="*/ 1144450 h 2962327"/>
                  <a:gd name="connsiteX47" fmla="*/ 2415083 w 3028217"/>
                  <a:gd name="connsiteY47" fmla="*/ 1119685 h 2962327"/>
                  <a:gd name="connsiteX48" fmla="*/ 2446516 w 3028217"/>
                  <a:gd name="connsiteY48" fmla="*/ 1114923 h 2962327"/>
                  <a:gd name="connsiteX49" fmla="*/ 2477948 w 3028217"/>
                  <a:gd name="connsiteY49" fmla="*/ 1095873 h 2962327"/>
                  <a:gd name="connsiteX50" fmla="*/ 2344599 w 3028217"/>
                  <a:gd name="connsiteY50" fmla="*/ 1039676 h 2962327"/>
                  <a:gd name="connsiteX51" fmla="*/ 2355076 w 3028217"/>
                  <a:gd name="connsiteY51" fmla="*/ 1066346 h 2962327"/>
                  <a:gd name="connsiteX52" fmla="*/ 2341741 w 3028217"/>
                  <a:gd name="connsiteY52" fmla="*/ 1092063 h 2962327"/>
                  <a:gd name="connsiteX53" fmla="*/ 2328406 w 3028217"/>
                  <a:gd name="connsiteY53" fmla="*/ 1065393 h 2962327"/>
                  <a:gd name="connsiteX54" fmla="*/ 2344599 w 3028217"/>
                  <a:gd name="connsiteY54" fmla="*/ 1039676 h 2962327"/>
                  <a:gd name="connsiteX55" fmla="*/ 699631 w 3028217"/>
                  <a:gd name="connsiteY55" fmla="*/ 966334 h 2962327"/>
                  <a:gd name="connsiteX56" fmla="*/ 616764 w 3028217"/>
                  <a:gd name="connsiteY56" fmla="*/ 992051 h 2962327"/>
                  <a:gd name="connsiteX57" fmla="*/ 699631 w 3028217"/>
                  <a:gd name="connsiteY57" fmla="*/ 966334 h 2962327"/>
                  <a:gd name="connsiteX58" fmla="*/ 2786559 w 3028217"/>
                  <a:gd name="connsiteY58" fmla="*/ 938711 h 2962327"/>
                  <a:gd name="connsiteX59" fmla="*/ 2814181 w 3028217"/>
                  <a:gd name="connsiteY59" fmla="*/ 938711 h 2962327"/>
                  <a:gd name="connsiteX60" fmla="*/ 2814181 w 3028217"/>
                  <a:gd name="connsiteY60" fmla="*/ 945378 h 2962327"/>
                  <a:gd name="connsiteX61" fmla="*/ 2786559 w 3028217"/>
                  <a:gd name="connsiteY61" fmla="*/ 938711 h 2962327"/>
                  <a:gd name="connsiteX62" fmla="*/ 737731 w 3028217"/>
                  <a:gd name="connsiteY62" fmla="*/ 935019 h 2962327"/>
                  <a:gd name="connsiteX63" fmla="*/ 702489 w 3028217"/>
                  <a:gd name="connsiteY63" fmla="*/ 951093 h 2962327"/>
                  <a:gd name="connsiteX64" fmla="*/ 770116 w 3028217"/>
                  <a:gd name="connsiteY64" fmla="*/ 936805 h 2962327"/>
                  <a:gd name="connsiteX65" fmla="*/ 737731 w 3028217"/>
                  <a:gd name="connsiteY65" fmla="*/ 935019 h 2962327"/>
                  <a:gd name="connsiteX66" fmla="*/ 619383 w 3028217"/>
                  <a:gd name="connsiteY66" fmla="*/ 880251 h 2962327"/>
                  <a:gd name="connsiteX67" fmla="*/ 608191 w 3028217"/>
                  <a:gd name="connsiteY67" fmla="*/ 882513 h 2962327"/>
                  <a:gd name="connsiteX68" fmla="*/ 541516 w 3028217"/>
                  <a:gd name="connsiteY68" fmla="*/ 968238 h 2962327"/>
                  <a:gd name="connsiteX69" fmla="*/ 558661 w 3028217"/>
                  <a:gd name="connsiteY69" fmla="*/ 975858 h 2962327"/>
                  <a:gd name="connsiteX70" fmla="*/ 578664 w 3028217"/>
                  <a:gd name="connsiteY70" fmla="*/ 949188 h 2962327"/>
                  <a:gd name="connsiteX71" fmla="*/ 623431 w 3028217"/>
                  <a:gd name="connsiteY71" fmla="*/ 890133 h 2962327"/>
                  <a:gd name="connsiteX72" fmla="*/ 619383 w 3028217"/>
                  <a:gd name="connsiteY72" fmla="*/ 880251 h 2962327"/>
                  <a:gd name="connsiteX73" fmla="*/ 659626 w 3028217"/>
                  <a:gd name="connsiteY73" fmla="*/ 872036 h 2962327"/>
                  <a:gd name="connsiteX74" fmla="*/ 647244 w 3028217"/>
                  <a:gd name="connsiteY74" fmla="*/ 879656 h 2962327"/>
                  <a:gd name="connsiteX75" fmla="*/ 657721 w 3028217"/>
                  <a:gd name="connsiteY75" fmla="*/ 950141 h 2962327"/>
                  <a:gd name="connsiteX76" fmla="*/ 683439 w 3028217"/>
                  <a:gd name="connsiteY76" fmla="*/ 913946 h 2962327"/>
                  <a:gd name="connsiteX77" fmla="*/ 711061 w 3028217"/>
                  <a:gd name="connsiteY77" fmla="*/ 910136 h 2962327"/>
                  <a:gd name="connsiteX78" fmla="*/ 709156 w 3028217"/>
                  <a:gd name="connsiteY78" fmla="*/ 891086 h 2962327"/>
                  <a:gd name="connsiteX79" fmla="*/ 659626 w 3028217"/>
                  <a:gd name="connsiteY79" fmla="*/ 872036 h 2962327"/>
                  <a:gd name="connsiteX80" fmla="*/ 620410 w 3028217"/>
                  <a:gd name="connsiteY80" fmla="*/ 803828 h 2962327"/>
                  <a:gd name="connsiteX81" fmla="*/ 603429 w 3028217"/>
                  <a:gd name="connsiteY81" fmla="*/ 807266 h 2962327"/>
                  <a:gd name="connsiteX82" fmla="*/ 532944 w 3028217"/>
                  <a:gd name="connsiteY82" fmla="*/ 841556 h 2962327"/>
                  <a:gd name="connsiteX83" fmla="*/ 541516 w 3028217"/>
                  <a:gd name="connsiteY83" fmla="*/ 855843 h 2962327"/>
                  <a:gd name="connsiteX84" fmla="*/ 602476 w 3028217"/>
                  <a:gd name="connsiteY84" fmla="*/ 859653 h 2962327"/>
                  <a:gd name="connsiteX85" fmla="*/ 652959 w 3028217"/>
                  <a:gd name="connsiteY85" fmla="*/ 835841 h 2962327"/>
                  <a:gd name="connsiteX86" fmla="*/ 620410 w 3028217"/>
                  <a:gd name="connsiteY86" fmla="*/ 803828 h 2962327"/>
                  <a:gd name="connsiteX87" fmla="*/ 2051228 w 3028217"/>
                  <a:gd name="connsiteY87" fmla="*/ 690108 h 2962327"/>
                  <a:gd name="connsiteX88" fmla="*/ 2074088 w 3028217"/>
                  <a:gd name="connsiteY88" fmla="*/ 722493 h 2962327"/>
                  <a:gd name="connsiteX89" fmla="*/ 2021701 w 3028217"/>
                  <a:gd name="connsiteY89" fmla="*/ 782500 h 2962327"/>
                  <a:gd name="connsiteX90" fmla="*/ 2000746 w 3028217"/>
                  <a:gd name="connsiteY90" fmla="*/ 772023 h 2962327"/>
                  <a:gd name="connsiteX91" fmla="*/ 2036941 w 3028217"/>
                  <a:gd name="connsiteY91" fmla="*/ 698680 h 2962327"/>
                  <a:gd name="connsiteX92" fmla="*/ 2051228 w 3028217"/>
                  <a:gd name="connsiteY92" fmla="*/ 690108 h 2962327"/>
                  <a:gd name="connsiteX93" fmla="*/ 2111236 w 3028217"/>
                  <a:gd name="connsiteY93" fmla="*/ 608669 h 2962327"/>
                  <a:gd name="connsiteX94" fmla="*/ 2113141 w 3028217"/>
                  <a:gd name="connsiteY94" fmla="*/ 623433 h 2962327"/>
                  <a:gd name="connsiteX95" fmla="*/ 2111236 w 3028217"/>
                  <a:gd name="connsiteY95" fmla="*/ 626290 h 2962327"/>
                  <a:gd name="connsiteX96" fmla="*/ 2159814 w 3028217"/>
                  <a:gd name="connsiteY96" fmla="*/ 711063 h 2962327"/>
                  <a:gd name="connsiteX97" fmla="*/ 2199819 w 3028217"/>
                  <a:gd name="connsiteY97" fmla="*/ 758688 h 2962327"/>
                  <a:gd name="connsiteX98" fmla="*/ 2176959 w 3028217"/>
                  <a:gd name="connsiteY98" fmla="*/ 800598 h 2962327"/>
                  <a:gd name="connsiteX99" fmla="*/ 2092186 w 3028217"/>
                  <a:gd name="connsiteY99" fmla="*/ 814885 h 2962327"/>
                  <a:gd name="connsiteX100" fmla="*/ 2092186 w 3028217"/>
                  <a:gd name="connsiteY100" fmla="*/ 777738 h 2962327"/>
                  <a:gd name="connsiteX101" fmla="*/ 2111236 w 3028217"/>
                  <a:gd name="connsiteY101" fmla="*/ 740590 h 2962327"/>
                  <a:gd name="connsiteX102" fmla="*/ 2110284 w 3028217"/>
                  <a:gd name="connsiteY102" fmla="*/ 710110 h 2962327"/>
                  <a:gd name="connsiteX103" fmla="*/ 2076946 w 3028217"/>
                  <a:gd name="connsiteY103" fmla="*/ 669153 h 2962327"/>
                  <a:gd name="connsiteX104" fmla="*/ 2097901 w 3028217"/>
                  <a:gd name="connsiteY104" fmla="*/ 611050 h 2962327"/>
                  <a:gd name="connsiteX105" fmla="*/ 2111236 w 3028217"/>
                  <a:gd name="connsiteY105" fmla="*/ 608669 h 2962327"/>
                  <a:gd name="connsiteX106" fmla="*/ 927279 w 3028217"/>
                  <a:gd name="connsiteY106" fmla="*/ 479605 h 2962327"/>
                  <a:gd name="connsiteX107" fmla="*/ 933946 w 3028217"/>
                  <a:gd name="connsiteY107" fmla="*/ 486273 h 2962327"/>
                  <a:gd name="connsiteX108" fmla="*/ 929184 w 3028217"/>
                  <a:gd name="connsiteY108" fmla="*/ 493893 h 2962327"/>
                  <a:gd name="connsiteX109" fmla="*/ 919659 w 3028217"/>
                  <a:gd name="connsiteY109" fmla="*/ 488178 h 2962327"/>
                  <a:gd name="connsiteX110" fmla="*/ 927279 w 3028217"/>
                  <a:gd name="connsiteY110" fmla="*/ 479605 h 2962327"/>
                  <a:gd name="connsiteX111" fmla="*/ 1938089 w 3028217"/>
                  <a:gd name="connsiteY111" fmla="*/ 417931 h 2962327"/>
                  <a:gd name="connsiteX112" fmla="*/ 1959789 w 3028217"/>
                  <a:gd name="connsiteY112" fmla="*/ 441505 h 2962327"/>
                  <a:gd name="connsiteX113" fmla="*/ 1940739 w 3028217"/>
                  <a:gd name="connsiteY113" fmla="*/ 466270 h 2962327"/>
                  <a:gd name="connsiteX114" fmla="*/ 1842631 w 3028217"/>
                  <a:gd name="connsiteY114" fmla="*/ 480558 h 2962327"/>
                  <a:gd name="connsiteX115" fmla="*/ 1832154 w 3028217"/>
                  <a:gd name="connsiteY115" fmla="*/ 458650 h 2962327"/>
                  <a:gd name="connsiteX116" fmla="*/ 1833106 w 3028217"/>
                  <a:gd name="connsiteY116" fmla="*/ 431980 h 2962327"/>
                  <a:gd name="connsiteX117" fmla="*/ 1845489 w 3028217"/>
                  <a:gd name="connsiteY117" fmla="*/ 423408 h 2962327"/>
                  <a:gd name="connsiteX118" fmla="*/ 1857871 w 3028217"/>
                  <a:gd name="connsiteY118" fmla="*/ 432933 h 2962327"/>
                  <a:gd name="connsiteX119" fmla="*/ 1926451 w 3028217"/>
                  <a:gd name="connsiteY119" fmla="*/ 418645 h 2962327"/>
                  <a:gd name="connsiteX120" fmla="*/ 1938089 w 3028217"/>
                  <a:gd name="connsiteY120" fmla="*/ 417931 h 2962327"/>
                  <a:gd name="connsiteX121" fmla="*/ 904419 w 3028217"/>
                  <a:gd name="connsiteY121" fmla="*/ 389118 h 2962327"/>
                  <a:gd name="connsiteX122" fmla="*/ 938709 w 3028217"/>
                  <a:gd name="connsiteY122" fmla="*/ 433886 h 2962327"/>
                  <a:gd name="connsiteX123" fmla="*/ 942519 w 3028217"/>
                  <a:gd name="connsiteY123" fmla="*/ 446268 h 2962327"/>
                  <a:gd name="connsiteX124" fmla="*/ 931089 w 3028217"/>
                  <a:gd name="connsiteY124" fmla="*/ 449125 h 2962327"/>
                  <a:gd name="connsiteX125" fmla="*/ 878701 w 3028217"/>
                  <a:gd name="connsiteY125" fmla="*/ 449125 h 2962327"/>
                  <a:gd name="connsiteX126" fmla="*/ 856794 w 3028217"/>
                  <a:gd name="connsiteY126" fmla="*/ 443411 h 2962327"/>
                  <a:gd name="connsiteX127" fmla="*/ 867271 w 3028217"/>
                  <a:gd name="connsiteY127" fmla="*/ 412930 h 2962327"/>
                  <a:gd name="connsiteX128" fmla="*/ 904419 w 3028217"/>
                  <a:gd name="connsiteY128" fmla="*/ 389118 h 2962327"/>
                  <a:gd name="connsiteX129" fmla="*/ 1062534 w 3028217"/>
                  <a:gd name="connsiteY129" fmla="*/ 340541 h 2962327"/>
                  <a:gd name="connsiteX130" fmla="*/ 1083489 w 3028217"/>
                  <a:gd name="connsiteY130" fmla="*/ 353876 h 2962327"/>
                  <a:gd name="connsiteX131" fmla="*/ 1053961 w 3028217"/>
                  <a:gd name="connsiteY131" fmla="*/ 360543 h 2962327"/>
                  <a:gd name="connsiteX132" fmla="*/ 1062534 w 3028217"/>
                  <a:gd name="connsiteY132" fmla="*/ 340541 h 2962327"/>
                  <a:gd name="connsiteX133" fmla="*/ 2471113 w 3028217"/>
                  <a:gd name="connsiteY133" fmla="*/ 336025 h 2962327"/>
                  <a:gd name="connsiteX134" fmla="*/ 2521763 w 3028217"/>
                  <a:gd name="connsiteY134" fmla="*/ 370068 h 2962327"/>
                  <a:gd name="connsiteX135" fmla="*/ 2848471 w 3028217"/>
                  <a:gd name="connsiteY135" fmla="*/ 785358 h 2962327"/>
                  <a:gd name="connsiteX136" fmla="*/ 2920861 w 3028217"/>
                  <a:gd name="connsiteY136" fmla="*/ 940616 h 2962327"/>
                  <a:gd name="connsiteX137" fmla="*/ 2926576 w 3028217"/>
                  <a:gd name="connsiteY137" fmla="*/ 977763 h 2962327"/>
                  <a:gd name="connsiteX138" fmla="*/ 2847518 w 3028217"/>
                  <a:gd name="connsiteY138" fmla="*/ 938711 h 2962327"/>
                  <a:gd name="connsiteX139" fmla="*/ 2864663 w 3028217"/>
                  <a:gd name="connsiteY139" fmla="*/ 890133 h 2962327"/>
                  <a:gd name="connsiteX140" fmla="*/ 2810371 w 3028217"/>
                  <a:gd name="connsiteY140" fmla="*/ 908231 h 2962327"/>
                  <a:gd name="connsiteX141" fmla="*/ 2757031 w 3028217"/>
                  <a:gd name="connsiteY141" fmla="*/ 904421 h 2962327"/>
                  <a:gd name="connsiteX142" fmla="*/ 2728456 w 3028217"/>
                  <a:gd name="connsiteY142" fmla="*/ 916803 h 2962327"/>
                  <a:gd name="connsiteX143" fmla="*/ 2707501 w 3028217"/>
                  <a:gd name="connsiteY143" fmla="*/ 971096 h 2962327"/>
                  <a:gd name="connsiteX144" fmla="*/ 2706548 w 3028217"/>
                  <a:gd name="connsiteY144" fmla="*/ 1011101 h 2962327"/>
                  <a:gd name="connsiteX145" fmla="*/ 2712263 w 3028217"/>
                  <a:gd name="connsiteY145" fmla="*/ 1044438 h 2962327"/>
                  <a:gd name="connsiteX146" fmla="*/ 2750438 w 3028217"/>
                  <a:gd name="connsiteY146" fmla="*/ 1026892 h 2962327"/>
                  <a:gd name="connsiteX147" fmla="*/ 2757317 w 3028217"/>
                  <a:gd name="connsiteY147" fmla="*/ 1029909 h 2962327"/>
                  <a:gd name="connsiteX148" fmla="*/ 2760842 w 3028217"/>
                  <a:gd name="connsiteY148" fmla="*/ 1028246 h 2962327"/>
                  <a:gd name="connsiteX149" fmla="*/ 2785607 w 3028217"/>
                  <a:gd name="connsiteY149" fmla="*/ 1010148 h 2962327"/>
                  <a:gd name="connsiteX150" fmla="*/ 2804538 w 3028217"/>
                  <a:gd name="connsiteY150" fmla="*/ 1006457 h 2962327"/>
                  <a:gd name="connsiteX151" fmla="*/ 2822755 w 3028217"/>
                  <a:gd name="connsiteY151" fmla="*/ 1009196 h 2962327"/>
                  <a:gd name="connsiteX152" fmla="*/ 2938959 w 3028217"/>
                  <a:gd name="connsiteY152" fmla="*/ 1031103 h 2962327"/>
                  <a:gd name="connsiteX153" fmla="*/ 2959915 w 3028217"/>
                  <a:gd name="connsiteY153" fmla="*/ 1058726 h 2962327"/>
                  <a:gd name="connsiteX154" fmla="*/ 3021827 w 3028217"/>
                  <a:gd name="connsiteY154" fmla="*/ 1368288 h 2962327"/>
                  <a:gd name="connsiteX155" fmla="*/ 3027542 w 3028217"/>
                  <a:gd name="connsiteY155" fmla="*/ 1562598 h 2962327"/>
                  <a:gd name="connsiteX156" fmla="*/ 3020874 w 3028217"/>
                  <a:gd name="connsiteY156" fmla="*/ 1594983 h 2962327"/>
                  <a:gd name="connsiteX157" fmla="*/ 2958009 w 3028217"/>
                  <a:gd name="connsiteY157" fmla="*/ 1512116 h 2962327"/>
                  <a:gd name="connsiteX158" fmla="*/ 2918005 w 3028217"/>
                  <a:gd name="connsiteY158" fmla="*/ 1446393 h 2962327"/>
                  <a:gd name="connsiteX159" fmla="*/ 2860855 w 3028217"/>
                  <a:gd name="connsiteY159" fmla="*/ 1371146 h 2962327"/>
                  <a:gd name="connsiteX160" fmla="*/ 2831327 w 3028217"/>
                  <a:gd name="connsiteY160" fmla="*/ 1343523 h 2962327"/>
                  <a:gd name="connsiteX161" fmla="*/ 2856092 w 3028217"/>
                  <a:gd name="connsiteY161" fmla="*/ 1380671 h 2962327"/>
                  <a:gd name="connsiteX162" fmla="*/ 2930387 w 3028217"/>
                  <a:gd name="connsiteY162" fmla="*/ 1514021 h 2962327"/>
                  <a:gd name="connsiteX163" fmla="*/ 2939912 w 3028217"/>
                  <a:gd name="connsiteY163" fmla="*/ 1546406 h 2962327"/>
                  <a:gd name="connsiteX164" fmla="*/ 2962772 w 3028217"/>
                  <a:gd name="connsiteY164" fmla="*/ 1597841 h 2962327"/>
                  <a:gd name="connsiteX165" fmla="*/ 2999919 w 3028217"/>
                  <a:gd name="connsiteY165" fmla="*/ 1683566 h 2962327"/>
                  <a:gd name="connsiteX166" fmla="*/ 3012302 w 3028217"/>
                  <a:gd name="connsiteY166" fmla="*/ 1740716 h 2962327"/>
                  <a:gd name="connsiteX167" fmla="*/ 2886572 w 3028217"/>
                  <a:gd name="connsiteY167" fmla="*/ 2158864 h 2962327"/>
                  <a:gd name="connsiteX168" fmla="*/ 2841805 w 3028217"/>
                  <a:gd name="connsiteY168" fmla="*/ 2246493 h 2962327"/>
                  <a:gd name="connsiteX169" fmla="*/ 2821802 w 3028217"/>
                  <a:gd name="connsiteY169" fmla="*/ 2266496 h 2962327"/>
                  <a:gd name="connsiteX170" fmla="*/ 2808467 w 3028217"/>
                  <a:gd name="connsiteY170" fmla="*/ 2240778 h 2962327"/>
                  <a:gd name="connsiteX171" fmla="*/ 2785607 w 3028217"/>
                  <a:gd name="connsiteY171" fmla="*/ 2172198 h 2962327"/>
                  <a:gd name="connsiteX172" fmla="*/ 2805609 w 3028217"/>
                  <a:gd name="connsiteY172" fmla="*/ 2234111 h 2962327"/>
                  <a:gd name="connsiteX173" fmla="*/ 2821802 w 3028217"/>
                  <a:gd name="connsiteY173" fmla="*/ 2273164 h 2962327"/>
                  <a:gd name="connsiteX174" fmla="*/ 2708455 w 3028217"/>
                  <a:gd name="connsiteY174" fmla="*/ 2451281 h 2962327"/>
                  <a:gd name="connsiteX175" fmla="*/ 2551292 w 3028217"/>
                  <a:gd name="connsiteY175" fmla="*/ 2622731 h 2962327"/>
                  <a:gd name="connsiteX176" fmla="*/ 2476997 w 3028217"/>
                  <a:gd name="connsiteY176" fmla="*/ 2687501 h 2962327"/>
                  <a:gd name="connsiteX177" fmla="*/ 2463662 w 3028217"/>
                  <a:gd name="connsiteY177" fmla="*/ 2655116 h 2962327"/>
                  <a:gd name="connsiteX178" fmla="*/ 2425562 w 3028217"/>
                  <a:gd name="connsiteY178" fmla="*/ 2533196 h 2962327"/>
                  <a:gd name="connsiteX179" fmla="*/ 2439849 w 3028217"/>
                  <a:gd name="connsiteY179" fmla="*/ 2375081 h 2962327"/>
                  <a:gd name="connsiteX180" fmla="*/ 2449374 w 3028217"/>
                  <a:gd name="connsiteY180" fmla="*/ 2301739 h 2962327"/>
                  <a:gd name="connsiteX181" fmla="*/ 2430324 w 3028217"/>
                  <a:gd name="connsiteY181" fmla="*/ 2210298 h 2962327"/>
                  <a:gd name="connsiteX182" fmla="*/ 2396987 w 3028217"/>
                  <a:gd name="connsiteY182" fmla="*/ 2144576 h 2962327"/>
                  <a:gd name="connsiteX183" fmla="*/ 2370317 w 3028217"/>
                  <a:gd name="connsiteY183" fmla="*/ 2012178 h 2962327"/>
                  <a:gd name="connsiteX184" fmla="*/ 2374127 w 3028217"/>
                  <a:gd name="connsiteY184" fmla="*/ 1992176 h 2962327"/>
                  <a:gd name="connsiteX185" fmla="*/ 2319834 w 3028217"/>
                  <a:gd name="connsiteY185" fmla="*/ 1944551 h 2962327"/>
                  <a:gd name="connsiteX186" fmla="*/ 2282687 w 3028217"/>
                  <a:gd name="connsiteY186" fmla="*/ 1931216 h 2962327"/>
                  <a:gd name="connsiteX187" fmla="*/ 2200772 w 3028217"/>
                  <a:gd name="connsiteY187" fmla="*/ 1905498 h 2962327"/>
                  <a:gd name="connsiteX188" fmla="*/ 2157909 w 3028217"/>
                  <a:gd name="connsiteY188" fmla="*/ 1926453 h 2962327"/>
                  <a:gd name="connsiteX189" fmla="*/ 2106474 w 3028217"/>
                  <a:gd name="connsiteY189" fmla="*/ 1931216 h 2962327"/>
                  <a:gd name="connsiteX190" fmla="*/ 2040752 w 3028217"/>
                  <a:gd name="connsiteY190" fmla="*/ 1937883 h 2962327"/>
                  <a:gd name="connsiteX191" fmla="*/ 1974077 w 3028217"/>
                  <a:gd name="connsiteY191" fmla="*/ 1924548 h 2962327"/>
                  <a:gd name="connsiteX192" fmla="*/ 1919784 w 3028217"/>
                  <a:gd name="connsiteY192" fmla="*/ 1877876 h 2962327"/>
                  <a:gd name="connsiteX193" fmla="*/ 1896924 w 3028217"/>
                  <a:gd name="connsiteY193" fmla="*/ 1849301 h 2962327"/>
                  <a:gd name="connsiteX194" fmla="*/ 1839774 w 3028217"/>
                  <a:gd name="connsiteY194" fmla="*/ 1762623 h 2962327"/>
                  <a:gd name="connsiteX195" fmla="*/ 1822629 w 3028217"/>
                  <a:gd name="connsiteY195" fmla="*/ 1676898 h 2962327"/>
                  <a:gd name="connsiteX196" fmla="*/ 1829297 w 3028217"/>
                  <a:gd name="connsiteY196" fmla="*/ 1537833 h 2962327"/>
                  <a:gd name="connsiteX197" fmla="*/ 1828344 w 3028217"/>
                  <a:gd name="connsiteY197" fmla="*/ 1514973 h 2962327"/>
                  <a:gd name="connsiteX198" fmla="*/ 1909307 w 3028217"/>
                  <a:gd name="connsiteY198" fmla="*/ 1373051 h 2962327"/>
                  <a:gd name="connsiteX199" fmla="*/ 1929309 w 3028217"/>
                  <a:gd name="connsiteY199" fmla="*/ 1361621 h 2962327"/>
                  <a:gd name="connsiteX200" fmla="*/ 1977887 w 3028217"/>
                  <a:gd name="connsiteY200" fmla="*/ 1293041 h 2962327"/>
                  <a:gd name="connsiteX201" fmla="*/ 2019797 w 3028217"/>
                  <a:gd name="connsiteY201" fmla="*/ 1227318 h 2962327"/>
                  <a:gd name="connsiteX202" fmla="*/ 2051229 w 3028217"/>
                  <a:gd name="connsiteY202" fmla="*/ 1178741 h 2962327"/>
                  <a:gd name="connsiteX203" fmla="*/ 2083614 w 3028217"/>
                  <a:gd name="connsiteY203" fmla="*/ 1172073 h 2962327"/>
                  <a:gd name="connsiteX204" fmla="*/ 2161719 w 3028217"/>
                  <a:gd name="connsiteY204" fmla="*/ 1162548 h 2962327"/>
                  <a:gd name="connsiteX205" fmla="*/ 2266494 w 3028217"/>
                  <a:gd name="connsiteY205" fmla="*/ 1136831 h 2962327"/>
                  <a:gd name="connsiteX206" fmla="*/ 2331264 w 3028217"/>
                  <a:gd name="connsiteY206" fmla="*/ 1133021 h 2962327"/>
                  <a:gd name="connsiteX207" fmla="*/ 2387462 w 3028217"/>
                  <a:gd name="connsiteY207" fmla="*/ 1197791 h 2962327"/>
                  <a:gd name="connsiteX208" fmla="*/ 2400797 w 3028217"/>
                  <a:gd name="connsiteY208" fmla="*/ 1229223 h 2962327"/>
                  <a:gd name="connsiteX209" fmla="*/ 2517002 w 3028217"/>
                  <a:gd name="connsiteY209" fmla="*/ 1283516 h 2962327"/>
                  <a:gd name="connsiteX210" fmla="*/ 2556055 w 3028217"/>
                  <a:gd name="connsiteY210" fmla="*/ 1266371 h 2962327"/>
                  <a:gd name="connsiteX211" fmla="*/ 2617967 w 3028217"/>
                  <a:gd name="connsiteY211" fmla="*/ 1241606 h 2962327"/>
                  <a:gd name="connsiteX212" fmla="*/ 2701787 w 3028217"/>
                  <a:gd name="connsiteY212" fmla="*/ 1271133 h 2962327"/>
                  <a:gd name="connsiteX213" fmla="*/ 2823707 w 3028217"/>
                  <a:gd name="connsiteY213" fmla="*/ 1270181 h 2962327"/>
                  <a:gd name="connsiteX214" fmla="*/ 2842757 w 3028217"/>
                  <a:gd name="connsiteY214" fmla="*/ 1253988 h 2962327"/>
                  <a:gd name="connsiteX215" fmla="*/ 2857997 w 3028217"/>
                  <a:gd name="connsiteY215" fmla="*/ 1191123 h 2962327"/>
                  <a:gd name="connsiteX216" fmla="*/ 2824659 w 3028217"/>
                  <a:gd name="connsiteY216" fmla="*/ 1163501 h 2962327"/>
                  <a:gd name="connsiteX217" fmla="*/ 2781797 w 3028217"/>
                  <a:gd name="connsiteY217" fmla="*/ 1153023 h 2962327"/>
                  <a:gd name="connsiteX218" fmla="*/ 2778142 w 3028217"/>
                  <a:gd name="connsiteY218" fmla="*/ 1149005 h 2962327"/>
                  <a:gd name="connsiteX219" fmla="*/ 2758579 w 3028217"/>
                  <a:gd name="connsiteY219" fmla="*/ 1157637 h 2962327"/>
                  <a:gd name="connsiteX220" fmla="*/ 2684641 w 3028217"/>
                  <a:gd name="connsiteY220" fmla="*/ 1122543 h 2962327"/>
                  <a:gd name="connsiteX221" fmla="*/ 2664638 w 3028217"/>
                  <a:gd name="connsiteY221" fmla="*/ 1083491 h 2962327"/>
                  <a:gd name="connsiteX222" fmla="*/ 2646541 w 3028217"/>
                  <a:gd name="connsiteY222" fmla="*/ 1054916 h 2962327"/>
                  <a:gd name="connsiteX223" fmla="*/ 2610346 w 3028217"/>
                  <a:gd name="connsiteY223" fmla="*/ 1080633 h 2962327"/>
                  <a:gd name="connsiteX224" fmla="*/ 2609202 w 3028217"/>
                  <a:gd name="connsiteY224" fmla="*/ 1082346 h 2962327"/>
                  <a:gd name="connsiteX225" fmla="*/ 2613204 w 3028217"/>
                  <a:gd name="connsiteY225" fmla="*/ 1086348 h 2962327"/>
                  <a:gd name="connsiteX226" fmla="*/ 2632254 w 3028217"/>
                  <a:gd name="connsiteY226" fmla="*/ 1108255 h 2962327"/>
                  <a:gd name="connsiteX227" fmla="*/ 2609394 w 3028217"/>
                  <a:gd name="connsiteY227" fmla="*/ 1145403 h 2962327"/>
                  <a:gd name="connsiteX228" fmla="*/ 2584629 w 3028217"/>
                  <a:gd name="connsiteY228" fmla="*/ 1132068 h 2962327"/>
                  <a:gd name="connsiteX229" fmla="*/ 2566055 w 3028217"/>
                  <a:gd name="connsiteY229" fmla="*/ 1095397 h 2962327"/>
                  <a:gd name="connsiteX230" fmla="*/ 2558490 w 3028217"/>
                  <a:gd name="connsiteY230" fmla="*/ 1083461 h 2962327"/>
                  <a:gd name="connsiteX231" fmla="*/ 2545576 w 3028217"/>
                  <a:gd name="connsiteY231" fmla="*/ 1071108 h 2962327"/>
                  <a:gd name="connsiteX232" fmla="*/ 2536051 w 3028217"/>
                  <a:gd name="connsiteY232" fmla="*/ 1061583 h 2962327"/>
                  <a:gd name="connsiteX233" fmla="*/ 2429371 w 3028217"/>
                  <a:gd name="connsiteY233" fmla="*/ 952046 h 2962327"/>
                  <a:gd name="connsiteX234" fmla="*/ 2417941 w 3028217"/>
                  <a:gd name="connsiteY234" fmla="*/ 944426 h 2962327"/>
                  <a:gd name="connsiteX235" fmla="*/ 2407463 w 3028217"/>
                  <a:gd name="connsiteY235" fmla="*/ 947283 h 2962327"/>
                  <a:gd name="connsiteX236" fmla="*/ 2469376 w 3028217"/>
                  <a:gd name="connsiteY236" fmla="*/ 1014911 h 2962327"/>
                  <a:gd name="connsiteX237" fmla="*/ 2509381 w 3028217"/>
                  <a:gd name="connsiteY237" fmla="*/ 1044438 h 2962327"/>
                  <a:gd name="connsiteX238" fmla="*/ 2504618 w 3028217"/>
                  <a:gd name="connsiteY238" fmla="*/ 1057773 h 2962327"/>
                  <a:gd name="connsiteX239" fmla="*/ 2488426 w 3028217"/>
                  <a:gd name="connsiteY239" fmla="*/ 1077776 h 2962327"/>
                  <a:gd name="connsiteX240" fmla="*/ 2476996 w 3028217"/>
                  <a:gd name="connsiteY240" fmla="*/ 1084443 h 2962327"/>
                  <a:gd name="connsiteX241" fmla="*/ 2356028 w 3028217"/>
                  <a:gd name="connsiteY241" fmla="*/ 985383 h 2962327"/>
                  <a:gd name="connsiteX242" fmla="*/ 2317928 w 3028217"/>
                  <a:gd name="connsiteY242" fmla="*/ 978716 h 2962327"/>
                  <a:gd name="connsiteX243" fmla="*/ 2295068 w 3028217"/>
                  <a:gd name="connsiteY243" fmla="*/ 993003 h 2962327"/>
                  <a:gd name="connsiteX244" fmla="*/ 2196008 w 3028217"/>
                  <a:gd name="connsiteY244" fmla="*/ 1057773 h 2962327"/>
                  <a:gd name="connsiteX245" fmla="*/ 2181721 w 3028217"/>
                  <a:gd name="connsiteY245" fmla="*/ 1087301 h 2962327"/>
                  <a:gd name="connsiteX246" fmla="*/ 2105521 w 3028217"/>
                  <a:gd name="connsiteY246" fmla="*/ 1157786 h 2962327"/>
                  <a:gd name="connsiteX247" fmla="*/ 2053133 w 3028217"/>
                  <a:gd name="connsiteY247" fmla="*/ 1155881 h 2962327"/>
                  <a:gd name="connsiteX248" fmla="*/ 2036941 w 3028217"/>
                  <a:gd name="connsiteY248" fmla="*/ 1136831 h 2962327"/>
                  <a:gd name="connsiteX249" fmla="*/ 2008366 w 3028217"/>
                  <a:gd name="connsiteY249" fmla="*/ 1131116 h 2962327"/>
                  <a:gd name="connsiteX250" fmla="*/ 2001698 w 3028217"/>
                  <a:gd name="connsiteY250" fmla="*/ 1074918 h 2962327"/>
                  <a:gd name="connsiteX251" fmla="*/ 2008366 w 3028217"/>
                  <a:gd name="connsiteY251" fmla="*/ 1001576 h 2962327"/>
                  <a:gd name="connsiteX252" fmla="*/ 2035988 w 3028217"/>
                  <a:gd name="connsiteY252" fmla="*/ 977763 h 2962327"/>
                  <a:gd name="connsiteX253" fmla="*/ 2107426 w 3028217"/>
                  <a:gd name="connsiteY253" fmla="*/ 983478 h 2962327"/>
                  <a:gd name="connsiteX254" fmla="*/ 2148383 w 3028217"/>
                  <a:gd name="connsiteY254" fmla="*/ 975858 h 2962327"/>
                  <a:gd name="connsiteX255" fmla="*/ 2150288 w 3028217"/>
                  <a:gd name="connsiteY255" fmla="*/ 913946 h 2962327"/>
                  <a:gd name="connsiteX256" fmla="*/ 2112188 w 3028217"/>
                  <a:gd name="connsiteY256" fmla="*/ 876798 h 2962327"/>
                  <a:gd name="connsiteX257" fmla="*/ 2096948 w 3028217"/>
                  <a:gd name="connsiteY257" fmla="*/ 862511 h 2962327"/>
                  <a:gd name="connsiteX258" fmla="*/ 2118856 w 3028217"/>
                  <a:gd name="connsiteY258" fmla="*/ 849176 h 2962327"/>
                  <a:gd name="connsiteX259" fmla="*/ 2206486 w 3028217"/>
                  <a:gd name="connsiteY259" fmla="*/ 810123 h 2962327"/>
                  <a:gd name="connsiteX260" fmla="*/ 2308403 w 3028217"/>
                  <a:gd name="connsiteY260" fmla="*/ 731066 h 2962327"/>
                  <a:gd name="connsiteX261" fmla="*/ 2321738 w 3028217"/>
                  <a:gd name="connsiteY261" fmla="*/ 708206 h 2962327"/>
                  <a:gd name="connsiteX262" fmla="*/ 2311261 w 3028217"/>
                  <a:gd name="connsiteY262" fmla="*/ 679631 h 2962327"/>
                  <a:gd name="connsiteX263" fmla="*/ 2320786 w 3028217"/>
                  <a:gd name="connsiteY263" fmla="*/ 643436 h 2962327"/>
                  <a:gd name="connsiteX264" fmla="*/ 2338883 w 3028217"/>
                  <a:gd name="connsiteY264" fmla="*/ 638673 h 2962327"/>
                  <a:gd name="connsiteX265" fmla="*/ 2343646 w 3028217"/>
                  <a:gd name="connsiteY265" fmla="*/ 675821 h 2962327"/>
                  <a:gd name="connsiteX266" fmla="*/ 2348408 w 3028217"/>
                  <a:gd name="connsiteY266" fmla="*/ 699633 h 2962327"/>
                  <a:gd name="connsiteX267" fmla="*/ 2376031 w 3028217"/>
                  <a:gd name="connsiteY267" fmla="*/ 706301 h 2962327"/>
                  <a:gd name="connsiteX268" fmla="*/ 2385556 w 3028217"/>
                  <a:gd name="connsiteY268" fmla="*/ 704396 h 2962327"/>
                  <a:gd name="connsiteX269" fmla="*/ 2454136 w 3028217"/>
                  <a:gd name="connsiteY269" fmla="*/ 698681 h 2962327"/>
                  <a:gd name="connsiteX270" fmla="*/ 2476996 w 3028217"/>
                  <a:gd name="connsiteY270" fmla="*/ 692013 h 2962327"/>
                  <a:gd name="connsiteX271" fmla="*/ 2517953 w 3028217"/>
                  <a:gd name="connsiteY271" fmla="*/ 648198 h 2962327"/>
                  <a:gd name="connsiteX272" fmla="*/ 2563673 w 3028217"/>
                  <a:gd name="connsiteY272" fmla="*/ 626291 h 2962327"/>
                  <a:gd name="connsiteX273" fmla="*/ 2554148 w 3028217"/>
                  <a:gd name="connsiteY273" fmla="*/ 585333 h 2962327"/>
                  <a:gd name="connsiteX274" fmla="*/ 2572928 w 3028217"/>
                  <a:gd name="connsiteY274" fmla="*/ 573708 h 2962327"/>
                  <a:gd name="connsiteX275" fmla="*/ 2586098 w 3028217"/>
                  <a:gd name="connsiteY275" fmla="*/ 571735 h 2962327"/>
                  <a:gd name="connsiteX276" fmla="*/ 2586726 w 3028217"/>
                  <a:gd name="connsiteY276" fmla="*/ 571671 h 2962327"/>
                  <a:gd name="connsiteX277" fmla="*/ 2624633 w 3028217"/>
                  <a:gd name="connsiteY277" fmla="*/ 568188 h 2962327"/>
                  <a:gd name="connsiteX278" fmla="*/ 2630348 w 3028217"/>
                  <a:gd name="connsiteY278" fmla="*/ 563426 h 2962327"/>
                  <a:gd name="connsiteX279" fmla="*/ 2633206 w 3028217"/>
                  <a:gd name="connsiteY279" fmla="*/ 563426 h 2962327"/>
                  <a:gd name="connsiteX280" fmla="*/ 2626538 w 3028217"/>
                  <a:gd name="connsiteY280" fmla="*/ 563426 h 2962327"/>
                  <a:gd name="connsiteX281" fmla="*/ 2593082 w 3028217"/>
                  <a:gd name="connsiteY281" fmla="*/ 570689 h 2962327"/>
                  <a:gd name="connsiteX282" fmla="*/ 2586098 w 3028217"/>
                  <a:gd name="connsiteY282" fmla="*/ 571735 h 2962327"/>
                  <a:gd name="connsiteX283" fmla="*/ 2574151 w 3028217"/>
                  <a:gd name="connsiteY283" fmla="*/ 572951 h 2962327"/>
                  <a:gd name="connsiteX284" fmla="*/ 2572928 w 3028217"/>
                  <a:gd name="connsiteY284" fmla="*/ 573708 h 2962327"/>
                  <a:gd name="connsiteX285" fmla="*/ 2558911 w 3028217"/>
                  <a:gd name="connsiteY285" fmla="*/ 575808 h 2962327"/>
                  <a:gd name="connsiteX286" fmla="*/ 2506523 w 3028217"/>
                  <a:gd name="connsiteY286" fmla="*/ 541518 h 2962327"/>
                  <a:gd name="connsiteX287" fmla="*/ 2512238 w 3028217"/>
                  <a:gd name="connsiteY287" fmla="*/ 480558 h 2962327"/>
                  <a:gd name="connsiteX288" fmla="*/ 2533193 w 3028217"/>
                  <a:gd name="connsiteY288" fmla="*/ 458651 h 2962327"/>
                  <a:gd name="connsiteX289" fmla="*/ 2534146 w 3028217"/>
                  <a:gd name="connsiteY289" fmla="*/ 440553 h 2962327"/>
                  <a:gd name="connsiteX290" fmla="*/ 2513191 w 3028217"/>
                  <a:gd name="connsiteY290" fmla="*/ 445316 h 2962327"/>
                  <a:gd name="connsiteX291" fmla="*/ 2464613 w 3028217"/>
                  <a:gd name="connsiteY291" fmla="*/ 509133 h 2962327"/>
                  <a:gd name="connsiteX292" fmla="*/ 2467471 w 3028217"/>
                  <a:gd name="connsiteY292" fmla="*/ 551996 h 2962327"/>
                  <a:gd name="connsiteX293" fmla="*/ 2468423 w 3028217"/>
                  <a:gd name="connsiteY293" fmla="*/ 597716 h 2962327"/>
                  <a:gd name="connsiteX294" fmla="*/ 2453183 w 3028217"/>
                  <a:gd name="connsiteY294" fmla="*/ 638673 h 2962327"/>
                  <a:gd name="connsiteX295" fmla="*/ 2423656 w 3028217"/>
                  <a:gd name="connsiteY295" fmla="*/ 676773 h 2962327"/>
                  <a:gd name="connsiteX296" fmla="*/ 2389366 w 3028217"/>
                  <a:gd name="connsiteY296" fmla="*/ 683441 h 2962327"/>
                  <a:gd name="connsiteX297" fmla="*/ 2383651 w 3028217"/>
                  <a:gd name="connsiteY297" fmla="*/ 659628 h 2962327"/>
                  <a:gd name="connsiteX298" fmla="*/ 2367458 w 3028217"/>
                  <a:gd name="connsiteY298" fmla="*/ 627243 h 2962327"/>
                  <a:gd name="connsiteX299" fmla="*/ 2308403 w 3028217"/>
                  <a:gd name="connsiteY299" fmla="*/ 612003 h 2962327"/>
                  <a:gd name="connsiteX300" fmla="*/ 2270303 w 3028217"/>
                  <a:gd name="connsiteY300" fmla="*/ 571046 h 2962327"/>
                  <a:gd name="connsiteX301" fmla="*/ 2260778 w 3028217"/>
                  <a:gd name="connsiteY301" fmla="*/ 543423 h 2962327"/>
                  <a:gd name="connsiteX302" fmla="*/ 2259826 w 3028217"/>
                  <a:gd name="connsiteY302" fmla="*/ 522468 h 2962327"/>
                  <a:gd name="connsiteX303" fmla="*/ 2390318 w 3028217"/>
                  <a:gd name="connsiteY303" fmla="*/ 385308 h 2962327"/>
                  <a:gd name="connsiteX304" fmla="*/ 2416988 w 3028217"/>
                  <a:gd name="connsiteY304" fmla="*/ 357686 h 2962327"/>
                  <a:gd name="connsiteX305" fmla="*/ 2417941 w 3028217"/>
                  <a:gd name="connsiteY305" fmla="*/ 351971 h 2962327"/>
                  <a:gd name="connsiteX306" fmla="*/ 2424608 w 3028217"/>
                  <a:gd name="connsiteY306" fmla="*/ 353876 h 2962327"/>
                  <a:gd name="connsiteX307" fmla="*/ 2452245 w 3028217"/>
                  <a:gd name="connsiteY307" fmla="*/ 336582 h 2962327"/>
                  <a:gd name="connsiteX308" fmla="*/ 2471113 w 3028217"/>
                  <a:gd name="connsiteY308" fmla="*/ 336025 h 2962327"/>
                  <a:gd name="connsiteX309" fmla="*/ 761544 w 3028217"/>
                  <a:gd name="connsiteY309" fmla="*/ 194808 h 2962327"/>
                  <a:gd name="connsiteX310" fmla="*/ 773926 w 3028217"/>
                  <a:gd name="connsiteY310" fmla="*/ 216716 h 2962327"/>
                  <a:gd name="connsiteX311" fmla="*/ 773926 w 3028217"/>
                  <a:gd name="connsiteY311" fmla="*/ 278628 h 2962327"/>
                  <a:gd name="connsiteX312" fmla="*/ 687249 w 3028217"/>
                  <a:gd name="connsiteY312" fmla="*/ 293868 h 2962327"/>
                  <a:gd name="connsiteX313" fmla="*/ 671056 w 3028217"/>
                  <a:gd name="connsiteY313" fmla="*/ 292916 h 2962327"/>
                  <a:gd name="connsiteX314" fmla="*/ 640576 w 3028217"/>
                  <a:gd name="connsiteY314" fmla="*/ 298631 h 2962327"/>
                  <a:gd name="connsiteX315" fmla="*/ 603429 w 3028217"/>
                  <a:gd name="connsiteY315" fmla="*/ 291011 h 2962327"/>
                  <a:gd name="connsiteX316" fmla="*/ 715824 w 3028217"/>
                  <a:gd name="connsiteY316" fmla="*/ 211953 h 2962327"/>
                  <a:gd name="connsiteX317" fmla="*/ 727254 w 3028217"/>
                  <a:gd name="connsiteY317" fmla="*/ 215763 h 2962327"/>
                  <a:gd name="connsiteX318" fmla="*/ 761544 w 3028217"/>
                  <a:gd name="connsiteY318" fmla="*/ 194808 h 2962327"/>
                  <a:gd name="connsiteX319" fmla="*/ 873343 w 3028217"/>
                  <a:gd name="connsiteY319" fmla="*/ 184331 h 2962327"/>
                  <a:gd name="connsiteX320" fmla="*/ 891083 w 3028217"/>
                  <a:gd name="connsiteY320" fmla="*/ 191951 h 2962327"/>
                  <a:gd name="connsiteX321" fmla="*/ 888226 w 3028217"/>
                  <a:gd name="connsiteY321" fmla="*/ 217668 h 2962327"/>
                  <a:gd name="connsiteX322" fmla="*/ 879241 w 3028217"/>
                  <a:gd name="connsiteY322" fmla="*/ 234820 h 2962327"/>
                  <a:gd name="connsiteX323" fmla="*/ 895370 w 3028217"/>
                  <a:gd name="connsiteY323" fmla="*/ 235036 h 2962327"/>
                  <a:gd name="connsiteX324" fmla="*/ 899656 w 3028217"/>
                  <a:gd name="connsiteY324" fmla="*/ 266246 h 2962327"/>
                  <a:gd name="connsiteX325" fmla="*/ 892988 w 3028217"/>
                  <a:gd name="connsiteY325" fmla="*/ 303393 h 2962327"/>
                  <a:gd name="connsiteX326" fmla="*/ 905371 w 3028217"/>
                  <a:gd name="connsiteY326" fmla="*/ 303393 h 2962327"/>
                  <a:gd name="connsiteX327" fmla="*/ 915848 w 3028217"/>
                  <a:gd name="connsiteY327" fmla="*/ 337683 h 2962327"/>
                  <a:gd name="connsiteX328" fmla="*/ 946328 w 3028217"/>
                  <a:gd name="connsiteY328" fmla="*/ 324348 h 2962327"/>
                  <a:gd name="connsiteX329" fmla="*/ 973409 w 3028217"/>
                  <a:gd name="connsiteY329" fmla="*/ 303804 h 2962327"/>
                  <a:gd name="connsiteX330" fmla="*/ 975260 w 3028217"/>
                  <a:gd name="connsiteY330" fmla="*/ 292796 h 2962327"/>
                  <a:gd name="connsiteX331" fmla="*/ 965378 w 3028217"/>
                  <a:gd name="connsiteY331" fmla="*/ 281485 h 2962327"/>
                  <a:gd name="connsiteX332" fmla="*/ 962521 w 3028217"/>
                  <a:gd name="connsiteY332" fmla="*/ 233860 h 2962327"/>
                  <a:gd name="connsiteX333" fmla="*/ 1013956 w 3028217"/>
                  <a:gd name="connsiteY333" fmla="*/ 203380 h 2962327"/>
                  <a:gd name="connsiteX334" fmla="*/ 1028243 w 3028217"/>
                  <a:gd name="connsiteY334" fmla="*/ 200165 h 2962327"/>
                  <a:gd name="connsiteX335" fmla="*/ 1042531 w 3028217"/>
                  <a:gd name="connsiteY335" fmla="*/ 206238 h 2962327"/>
                  <a:gd name="connsiteX336" fmla="*/ 1016813 w 3028217"/>
                  <a:gd name="connsiteY336" fmla="*/ 234813 h 2962327"/>
                  <a:gd name="connsiteX337" fmla="*/ 1075868 w 3028217"/>
                  <a:gd name="connsiteY337" fmla="*/ 204333 h 2962327"/>
                  <a:gd name="connsiteX338" fmla="*/ 1095871 w 3028217"/>
                  <a:gd name="connsiteY338" fmla="*/ 204333 h 2962327"/>
                  <a:gd name="connsiteX339" fmla="*/ 1099681 w 3028217"/>
                  <a:gd name="connsiteY339" fmla="*/ 232908 h 2962327"/>
                  <a:gd name="connsiteX340" fmla="*/ 1133971 w 3028217"/>
                  <a:gd name="connsiteY340" fmla="*/ 231003 h 2962327"/>
                  <a:gd name="connsiteX341" fmla="*/ 1151116 w 3028217"/>
                  <a:gd name="connsiteY341" fmla="*/ 238623 h 2962327"/>
                  <a:gd name="connsiteX342" fmla="*/ 1205408 w 3028217"/>
                  <a:gd name="connsiteY342" fmla="*/ 287200 h 2962327"/>
                  <a:gd name="connsiteX343" fmla="*/ 1198741 w 3028217"/>
                  <a:gd name="connsiteY343" fmla="*/ 334825 h 2962327"/>
                  <a:gd name="connsiteX344" fmla="*/ 1248271 w 3028217"/>
                  <a:gd name="connsiteY344" fmla="*/ 377688 h 2962327"/>
                  <a:gd name="connsiteX345" fmla="*/ 1246366 w 3028217"/>
                  <a:gd name="connsiteY345" fmla="*/ 402453 h 2962327"/>
                  <a:gd name="connsiteX346" fmla="*/ 1187311 w 3028217"/>
                  <a:gd name="connsiteY346" fmla="*/ 402453 h 2962327"/>
                  <a:gd name="connsiteX347" fmla="*/ 1171118 w 3028217"/>
                  <a:gd name="connsiteY347" fmla="*/ 396738 h 2962327"/>
                  <a:gd name="connsiteX348" fmla="*/ 1171118 w 3028217"/>
                  <a:gd name="connsiteY348" fmla="*/ 431028 h 2962327"/>
                  <a:gd name="connsiteX349" fmla="*/ 1151116 w 3028217"/>
                  <a:gd name="connsiteY349" fmla="*/ 479605 h 2962327"/>
                  <a:gd name="connsiteX350" fmla="*/ 1136828 w 3028217"/>
                  <a:gd name="connsiteY350" fmla="*/ 476748 h 2962327"/>
                  <a:gd name="connsiteX351" fmla="*/ 1136828 w 3028217"/>
                  <a:gd name="connsiteY351" fmla="*/ 487225 h 2962327"/>
                  <a:gd name="connsiteX352" fmla="*/ 1118731 w 3028217"/>
                  <a:gd name="connsiteY352" fmla="*/ 497703 h 2962327"/>
                  <a:gd name="connsiteX353" fmla="*/ 1066343 w 3028217"/>
                  <a:gd name="connsiteY353" fmla="*/ 455793 h 2962327"/>
                  <a:gd name="connsiteX354" fmla="*/ 1016813 w 3028217"/>
                  <a:gd name="connsiteY354" fmla="*/ 433885 h 2962327"/>
                  <a:gd name="connsiteX355" fmla="*/ 996811 w 3028217"/>
                  <a:gd name="connsiteY355" fmla="*/ 428170 h 2962327"/>
                  <a:gd name="connsiteX356" fmla="*/ 1013003 w 3028217"/>
                  <a:gd name="connsiteY356" fmla="*/ 411978 h 2962327"/>
                  <a:gd name="connsiteX357" fmla="*/ 1109206 w 3028217"/>
                  <a:gd name="connsiteY357" fmla="*/ 369115 h 2962327"/>
                  <a:gd name="connsiteX358" fmla="*/ 1089203 w 3028217"/>
                  <a:gd name="connsiteY358" fmla="*/ 307203 h 2962327"/>
                  <a:gd name="connsiteX359" fmla="*/ 1077773 w 3028217"/>
                  <a:gd name="connsiteY359" fmla="*/ 291010 h 2962327"/>
                  <a:gd name="connsiteX360" fmla="*/ 1016813 w 3028217"/>
                  <a:gd name="connsiteY360" fmla="*/ 292915 h 2962327"/>
                  <a:gd name="connsiteX361" fmla="*/ 1007169 w 3028217"/>
                  <a:gd name="connsiteY361" fmla="*/ 296011 h 2962327"/>
                  <a:gd name="connsiteX362" fmla="*/ 1007866 w 3028217"/>
                  <a:gd name="connsiteY362" fmla="*/ 302667 h 2962327"/>
                  <a:gd name="connsiteX363" fmla="*/ 1009193 w 3028217"/>
                  <a:gd name="connsiteY363" fmla="*/ 303393 h 2962327"/>
                  <a:gd name="connsiteX364" fmla="*/ 962521 w 3028217"/>
                  <a:gd name="connsiteY364" fmla="*/ 370068 h 2962327"/>
                  <a:gd name="connsiteX365" fmla="*/ 905371 w 3028217"/>
                  <a:gd name="connsiteY365" fmla="*/ 371973 h 2962327"/>
                  <a:gd name="connsiteX366" fmla="*/ 868223 w 3028217"/>
                  <a:gd name="connsiteY366" fmla="*/ 410073 h 2962327"/>
                  <a:gd name="connsiteX367" fmla="*/ 836791 w 3028217"/>
                  <a:gd name="connsiteY367" fmla="*/ 426266 h 2962327"/>
                  <a:gd name="connsiteX368" fmla="*/ 816788 w 3028217"/>
                  <a:gd name="connsiteY368" fmla="*/ 424361 h 2962327"/>
                  <a:gd name="connsiteX369" fmla="*/ 677723 w 3028217"/>
                  <a:gd name="connsiteY369" fmla="*/ 507228 h 2962327"/>
                  <a:gd name="connsiteX370" fmla="*/ 668198 w 3028217"/>
                  <a:gd name="connsiteY370" fmla="*/ 553901 h 2962327"/>
                  <a:gd name="connsiteX371" fmla="*/ 662483 w 3028217"/>
                  <a:gd name="connsiteY371" fmla="*/ 586286 h 2962327"/>
                  <a:gd name="connsiteX372" fmla="*/ 716776 w 3028217"/>
                  <a:gd name="connsiteY372" fmla="*/ 612956 h 2962327"/>
                  <a:gd name="connsiteX373" fmla="*/ 771068 w 3028217"/>
                  <a:gd name="connsiteY373" fmla="*/ 645341 h 2962327"/>
                  <a:gd name="connsiteX374" fmla="*/ 782498 w 3028217"/>
                  <a:gd name="connsiteY374" fmla="*/ 667248 h 2962327"/>
                  <a:gd name="connsiteX375" fmla="*/ 772973 w 3028217"/>
                  <a:gd name="connsiteY375" fmla="*/ 726303 h 2962327"/>
                  <a:gd name="connsiteX376" fmla="*/ 805358 w 3028217"/>
                  <a:gd name="connsiteY376" fmla="*/ 736781 h 2962327"/>
                  <a:gd name="connsiteX377" fmla="*/ 828218 w 3028217"/>
                  <a:gd name="connsiteY377" fmla="*/ 689156 h 2962327"/>
                  <a:gd name="connsiteX378" fmla="*/ 858698 w 3028217"/>
                  <a:gd name="connsiteY378" fmla="*/ 652961 h 2962327"/>
                  <a:gd name="connsiteX379" fmla="*/ 901561 w 3028217"/>
                  <a:gd name="connsiteY379" fmla="*/ 573903 h 2962327"/>
                  <a:gd name="connsiteX380" fmla="*/ 904418 w 3028217"/>
                  <a:gd name="connsiteY380" fmla="*/ 561521 h 2962327"/>
                  <a:gd name="connsiteX381" fmla="*/ 953948 w 3028217"/>
                  <a:gd name="connsiteY381" fmla="*/ 491988 h 2962327"/>
                  <a:gd name="connsiteX382" fmla="*/ 968236 w 3028217"/>
                  <a:gd name="connsiteY382" fmla="*/ 478653 h 2962327"/>
                  <a:gd name="connsiteX383" fmla="*/ 1049198 w 3028217"/>
                  <a:gd name="connsiteY383" fmla="*/ 512943 h 2962327"/>
                  <a:gd name="connsiteX384" fmla="*/ 1063486 w 3028217"/>
                  <a:gd name="connsiteY384" fmla="*/ 539613 h 2962327"/>
                  <a:gd name="connsiteX385" fmla="*/ 1067296 w 3028217"/>
                  <a:gd name="connsiteY385" fmla="*/ 583428 h 2962327"/>
                  <a:gd name="connsiteX386" fmla="*/ 1112063 w 3028217"/>
                  <a:gd name="connsiteY386" fmla="*/ 568188 h 2962327"/>
                  <a:gd name="connsiteX387" fmla="*/ 1146353 w 3028217"/>
                  <a:gd name="connsiteY387" fmla="*/ 580571 h 2962327"/>
                  <a:gd name="connsiteX388" fmla="*/ 1151116 w 3028217"/>
                  <a:gd name="connsiteY388" fmla="*/ 616766 h 2962327"/>
                  <a:gd name="connsiteX389" fmla="*/ 1193026 w 3028217"/>
                  <a:gd name="connsiteY389" fmla="*/ 684393 h 2962327"/>
                  <a:gd name="connsiteX390" fmla="*/ 1182905 w 3028217"/>
                  <a:gd name="connsiteY390" fmla="*/ 697847 h 2962327"/>
                  <a:gd name="connsiteX391" fmla="*/ 1179024 w 3028217"/>
                  <a:gd name="connsiteY391" fmla="*/ 699159 h 2962327"/>
                  <a:gd name="connsiteX392" fmla="*/ 1177845 w 3028217"/>
                  <a:gd name="connsiteY392" fmla="*/ 699023 h 2962327"/>
                  <a:gd name="connsiteX393" fmla="*/ 1166356 w 3028217"/>
                  <a:gd name="connsiteY393" fmla="*/ 703443 h 2962327"/>
                  <a:gd name="connsiteX394" fmla="*/ 1179024 w 3028217"/>
                  <a:gd name="connsiteY394" fmla="*/ 699159 h 2962327"/>
                  <a:gd name="connsiteX395" fmla="*/ 1188263 w 3028217"/>
                  <a:gd name="connsiteY395" fmla="*/ 700229 h 2962327"/>
                  <a:gd name="connsiteX396" fmla="*/ 1207313 w 3028217"/>
                  <a:gd name="connsiteY396" fmla="*/ 712016 h 2962327"/>
                  <a:gd name="connsiteX397" fmla="*/ 1205051 w 3028217"/>
                  <a:gd name="connsiteY397" fmla="*/ 754402 h 2962327"/>
                  <a:gd name="connsiteX398" fmla="*/ 1180854 w 3028217"/>
                  <a:gd name="connsiteY398" fmla="*/ 787924 h 2962327"/>
                  <a:gd name="connsiteX399" fmla="*/ 1187073 w 3028217"/>
                  <a:gd name="connsiteY399" fmla="*/ 807504 h 2962327"/>
                  <a:gd name="connsiteX400" fmla="*/ 1206361 w 3028217"/>
                  <a:gd name="connsiteY400" fmla="*/ 814886 h 2962327"/>
                  <a:gd name="connsiteX401" fmla="*/ 1213981 w 3028217"/>
                  <a:gd name="connsiteY401" fmla="*/ 828221 h 2962327"/>
                  <a:gd name="connsiteX402" fmla="*/ 1172071 w 3028217"/>
                  <a:gd name="connsiteY402" fmla="*/ 862511 h 2962327"/>
                  <a:gd name="connsiteX403" fmla="*/ 1115874 w 3028217"/>
                  <a:gd name="connsiteY403" fmla="*/ 854891 h 2962327"/>
                  <a:gd name="connsiteX404" fmla="*/ 1148259 w 3028217"/>
                  <a:gd name="connsiteY404" fmla="*/ 807266 h 2962327"/>
                  <a:gd name="connsiteX405" fmla="*/ 1173024 w 3028217"/>
                  <a:gd name="connsiteY405" fmla="*/ 780596 h 2962327"/>
                  <a:gd name="connsiteX406" fmla="*/ 1173125 w 3028217"/>
                  <a:gd name="connsiteY406" fmla="*/ 780684 h 2962327"/>
                  <a:gd name="connsiteX407" fmla="*/ 1174333 w 3028217"/>
                  <a:gd name="connsiteY407" fmla="*/ 770475 h 2962327"/>
                  <a:gd name="connsiteX408" fmla="*/ 1163498 w 3028217"/>
                  <a:gd name="connsiteY408" fmla="*/ 767261 h 2962327"/>
                  <a:gd name="connsiteX409" fmla="*/ 1124446 w 3028217"/>
                  <a:gd name="connsiteY409" fmla="*/ 787263 h 2962327"/>
                  <a:gd name="connsiteX410" fmla="*/ 1043483 w 3028217"/>
                  <a:gd name="connsiteY410" fmla="*/ 789168 h 2962327"/>
                  <a:gd name="connsiteX411" fmla="*/ 993953 w 3028217"/>
                  <a:gd name="connsiteY411" fmla="*/ 794883 h 2962327"/>
                  <a:gd name="connsiteX412" fmla="*/ 959663 w 3028217"/>
                  <a:gd name="connsiteY412" fmla="*/ 814886 h 2962327"/>
                  <a:gd name="connsiteX413" fmla="*/ 929183 w 3028217"/>
                  <a:gd name="connsiteY413" fmla="*/ 839651 h 2962327"/>
                  <a:gd name="connsiteX414" fmla="*/ 925100 w 3028217"/>
                  <a:gd name="connsiteY414" fmla="*/ 843462 h 2962327"/>
                  <a:gd name="connsiteX415" fmla="*/ 915848 w 3028217"/>
                  <a:gd name="connsiteY415" fmla="*/ 851081 h 2962327"/>
                  <a:gd name="connsiteX416" fmla="*/ 912991 w 3028217"/>
                  <a:gd name="connsiteY416" fmla="*/ 851081 h 2962327"/>
                  <a:gd name="connsiteX417" fmla="*/ 914896 w 3028217"/>
                  <a:gd name="connsiteY417" fmla="*/ 852986 h 2962327"/>
                  <a:gd name="connsiteX418" fmla="*/ 925100 w 3028217"/>
                  <a:gd name="connsiteY418" fmla="*/ 843462 h 2962327"/>
                  <a:gd name="connsiteX419" fmla="*/ 932041 w 3028217"/>
                  <a:gd name="connsiteY419" fmla="*/ 837746 h 2962327"/>
                  <a:gd name="connsiteX420" fmla="*/ 972998 w 3028217"/>
                  <a:gd name="connsiteY420" fmla="*/ 820601 h 2962327"/>
                  <a:gd name="connsiteX421" fmla="*/ 992048 w 3028217"/>
                  <a:gd name="connsiteY421" fmla="*/ 814886 h 2962327"/>
                  <a:gd name="connsiteX422" fmla="*/ 1023481 w 3028217"/>
                  <a:gd name="connsiteY422" fmla="*/ 819648 h 2962327"/>
                  <a:gd name="connsiteX423" fmla="*/ 1005383 w 3028217"/>
                  <a:gd name="connsiteY423" fmla="*/ 842508 h 2962327"/>
                  <a:gd name="connsiteX424" fmla="*/ 1006336 w 3028217"/>
                  <a:gd name="connsiteY424" fmla="*/ 854891 h 2962327"/>
                  <a:gd name="connsiteX425" fmla="*/ 1005383 w 3028217"/>
                  <a:gd name="connsiteY425" fmla="*/ 889181 h 2962327"/>
                  <a:gd name="connsiteX426" fmla="*/ 984428 w 3028217"/>
                  <a:gd name="connsiteY426" fmla="*/ 910136 h 2962327"/>
                  <a:gd name="connsiteX427" fmla="*/ 952043 w 3028217"/>
                  <a:gd name="connsiteY427" fmla="*/ 916803 h 2962327"/>
                  <a:gd name="connsiteX428" fmla="*/ 899656 w 3028217"/>
                  <a:gd name="connsiteY428" fmla="*/ 938711 h 2962327"/>
                  <a:gd name="connsiteX429" fmla="*/ 855841 w 3028217"/>
                  <a:gd name="connsiteY429" fmla="*/ 985383 h 2962327"/>
                  <a:gd name="connsiteX430" fmla="*/ 831076 w 3028217"/>
                  <a:gd name="connsiteY430" fmla="*/ 1003481 h 2962327"/>
                  <a:gd name="connsiteX431" fmla="*/ 738683 w 3028217"/>
                  <a:gd name="connsiteY431" fmla="*/ 1081586 h 2962327"/>
                  <a:gd name="connsiteX432" fmla="*/ 711061 w 3028217"/>
                  <a:gd name="connsiteY432" fmla="*/ 1115876 h 2962327"/>
                  <a:gd name="connsiteX433" fmla="*/ 666293 w 3028217"/>
                  <a:gd name="connsiteY433" fmla="*/ 1175883 h 2962327"/>
                  <a:gd name="connsiteX434" fmla="*/ 585331 w 3028217"/>
                  <a:gd name="connsiteY434" fmla="*/ 1230176 h 2962327"/>
                  <a:gd name="connsiteX435" fmla="*/ 559613 w 3028217"/>
                  <a:gd name="connsiteY435" fmla="*/ 1297803 h 2962327"/>
                  <a:gd name="connsiteX436" fmla="*/ 557708 w 3028217"/>
                  <a:gd name="connsiteY436" fmla="*/ 1386386 h 2962327"/>
                  <a:gd name="connsiteX437" fmla="*/ 542468 w 3028217"/>
                  <a:gd name="connsiteY437" fmla="*/ 1407341 h 2962327"/>
                  <a:gd name="connsiteX438" fmla="*/ 528181 w 3028217"/>
                  <a:gd name="connsiteY438" fmla="*/ 1387338 h 2962327"/>
                  <a:gd name="connsiteX439" fmla="*/ 519608 w 3028217"/>
                  <a:gd name="connsiteY439" fmla="*/ 1320663 h 2962327"/>
                  <a:gd name="connsiteX440" fmla="*/ 488176 w 3028217"/>
                  <a:gd name="connsiteY440" fmla="*/ 1283516 h 2962327"/>
                  <a:gd name="connsiteX441" fmla="*/ 429121 w 3028217"/>
                  <a:gd name="connsiteY441" fmla="*/ 1267323 h 2962327"/>
                  <a:gd name="connsiteX442" fmla="*/ 409118 w 3028217"/>
                  <a:gd name="connsiteY442" fmla="*/ 1268276 h 2962327"/>
                  <a:gd name="connsiteX443" fmla="*/ 336728 w 3028217"/>
                  <a:gd name="connsiteY443" fmla="*/ 1284468 h 2962327"/>
                  <a:gd name="connsiteX444" fmla="*/ 215761 w 3028217"/>
                  <a:gd name="connsiteY444" fmla="*/ 1373051 h 2962327"/>
                  <a:gd name="connsiteX445" fmla="*/ 189091 w 3028217"/>
                  <a:gd name="connsiteY445" fmla="*/ 1441631 h 2962327"/>
                  <a:gd name="connsiteX446" fmla="*/ 196711 w 3028217"/>
                  <a:gd name="connsiteY446" fmla="*/ 1544501 h 2962327"/>
                  <a:gd name="connsiteX447" fmla="*/ 244336 w 3028217"/>
                  <a:gd name="connsiteY447" fmla="*/ 1573076 h 2962327"/>
                  <a:gd name="connsiteX448" fmla="*/ 320536 w 3028217"/>
                  <a:gd name="connsiteY448" fmla="*/ 1514973 h 2962327"/>
                  <a:gd name="connsiteX449" fmla="*/ 387211 w 3028217"/>
                  <a:gd name="connsiteY449" fmla="*/ 1494971 h 2962327"/>
                  <a:gd name="connsiteX450" fmla="*/ 389116 w 3028217"/>
                  <a:gd name="connsiteY450" fmla="*/ 1515926 h 2962327"/>
                  <a:gd name="connsiteX451" fmla="*/ 340538 w 3028217"/>
                  <a:gd name="connsiteY451" fmla="*/ 1624511 h 2962327"/>
                  <a:gd name="connsiteX452" fmla="*/ 354826 w 3028217"/>
                  <a:gd name="connsiteY452" fmla="*/ 1644513 h 2962327"/>
                  <a:gd name="connsiteX453" fmla="*/ 410071 w 3028217"/>
                  <a:gd name="connsiteY453" fmla="*/ 1645466 h 2962327"/>
                  <a:gd name="connsiteX454" fmla="*/ 439598 w 3028217"/>
                  <a:gd name="connsiteY454" fmla="*/ 1687376 h 2962327"/>
                  <a:gd name="connsiteX455" fmla="*/ 426263 w 3028217"/>
                  <a:gd name="connsiteY455" fmla="*/ 1743573 h 2962327"/>
                  <a:gd name="connsiteX456" fmla="*/ 450076 w 3028217"/>
                  <a:gd name="connsiteY456" fmla="*/ 1813106 h 2962327"/>
                  <a:gd name="connsiteX457" fmla="*/ 499606 w 3028217"/>
                  <a:gd name="connsiteY457" fmla="*/ 1812153 h 2962327"/>
                  <a:gd name="connsiteX458" fmla="*/ 536753 w 3028217"/>
                  <a:gd name="connsiteY458" fmla="*/ 1818821 h 2962327"/>
                  <a:gd name="connsiteX459" fmla="*/ 577711 w 3028217"/>
                  <a:gd name="connsiteY459" fmla="*/ 1813106 h 2962327"/>
                  <a:gd name="connsiteX460" fmla="*/ 661531 w 3028217"/>
                  <a:gd name="connsiteY460" fmla="*/ 1754051 h 2962327"/>
                  <a:gd name="connsiteX461" fmla="*/ 672008 w 3028217"/>
                  <a:gd name="connsiteY461" fmla="*/ 1763576 h 2962327"/>
                  <a:gd name="connsiteX462" fmla="*/ 695821 w 3028217"/>
                  <a:gd name="connsiteY462" fmla="*/ 1768338 h 2962327"/>
                  <a:gd name="connsiteX463" fmla="*/ 741541 w 3028217"/>
                  <a:gd name="connsiteY463" fmla="*/ 1772148 h 2962327"/>
                  <a:gd name="connsiteX464" fmla="*/ 832028 w 3028217"/>
                  <a:gd name="connsiteY464" fmla="*/ 1788341 h 2962327"/>
                  <a:gd name="connsiteX465" fmla="*/ 865366 w 3028217"/>
                  <a:gd name="connsiteY465" fmla="*/ 1796913 h 2962327"/>
                  <a:gd name="connsiteX466" fmla="*/ 910133 w 3028217"/>
                  <a:gd name="connsiteY466" fmla="*/ 1838823 h 2962327"/>
                  <a:gd name="connsiteX467" fmla="*/ 1047293 w 3028217"/>
                  <a:gd name="connsiteY467" fmla="*/ 1918833 h 2962327"/>
                  <a:gd name="connsiteX468" fmla="*/ 1116826 w 3028217"/>
                  <a:gd name="connsiteY468" fmla="*/ 2036943 h 2962327"/>
                  <a:gd name="connsiteX469" fmla="*/ 1106348 w 3028217"/>
                  <a:gd name="connsiteY469" fmla="*/ 2056946 h 2962327"/>
                  <a:gd name="connsiteX470" fmla="*/ 1104443 w 3028217"/>
                  <a:gd name="connsiteY470" fmla="*/ 2099808 h 2962327"/>
                  <a:gd name="connsiteX471" fmla="*/ 1124446 w 3028217"/>
                  <a:gd name="connsiteY471" fmla="*/ 2102666 h 2962327"/>
                  <a:gd name="connsiteX472" fmla="*/ 1193026 w 3028217"/>
                  <a:gd name="connsiteY472" fmla="*/ 2077901 h 2962327"/>
                  <a:gd name="connsiteX473" fmla="*/ 1280656 w 3028217"/>
                  <a:gd name="connsiteY473" fmla="*/ 2123621 h 2962327"/>
                  <a:gd name="connsiteX474" fmla="*/ 1387336 w 3028217"/>
                  <a:gd name="connsiteY474" fmla="*/ 2172198 h 2962327"/>
                  <a:gd name="connsiteX475" fmla="*/ 1434008 w 3028217"/>
                  <a:gd name="connsiteY475" fmla="*/ 2199821 h 2962327"/>
                  <a:gd name="connsiteX476" fmla="*/ 1430198 w 3028217"/>
                  <a:gd name="connsiteY476" fmla="*/ 2282688 h 2962327"/>
                  <a:gd name="connsiteX477" fmla="*/ 1370191 w 3028217"/>
                  <a:gd name="connsiteY477" fmla="*/ 2373176 h 2962327"/>
                  <a:gd name="connsiteX478" fmla="*/ 1358761 w 3028217"/>
                  <a:gd name="connsiteY478" fmla="*/ 2423658 h 2962327"/>
                  <a:gd name="connsiteX479" fmla="*/ 1327328 w 3028217"/>
                  <a:gd name="connsiteY479" fmla="*/ 2600823 h 2962327"/>
                  <a:gd name="connsiteX480" fmla="*/ 1293991 w 3028217"/>
                  <a:gd name="connsiteY480" fmla="*/ 2626541 h 2962327"/>
                  <a:gd name="connsiteX481" fmla="*/ 1218743 w 3028217"/>
                  <a:gd name="connsiteY481" fmla="*/ 2661783 h 2962327"/>
                  <a:gd name="connsiteX482" fmla="*/ 1193026 w 3028217"/>
                  <a:gd name="connsiteY482" fmla="*/ 2710361 h 2962327"/>
                  <a:gd name="connsiteX483" fmla="*/ 1164451 w 3028217"/>
                  <a:gd name="connsiteY483" fmla="*/ 2832281 h 2962327"/>
                  <a:gd name="connsiteX484" fmla="*/ 1122541 w 3028217"/>
                  <a:gd name="connsiteY484" fmla="*/ 2910386 h 2962327"/>
                  <a:gd name="connsiteX485" fmla="*/ 1095871 w 3028217"/>
                  <a:gd name="connsiteY485" fmla="*/ 2929436 h 2962327"/>
                  <a:gd name="connsiteX486" fmla="*/ 1061581 w 3028217"/>
                  <a:gd name="connsiteY486" fmla="*/ 2922768 h 2962327"/>
                  <a:gd name="connsiteX487" fmla="*/ 1047293 w 3028217"/>
                  <a:gd name="connsiteY487" fmla="*/ 2929436 h 2962327"/>
                  <a:gd name="connsiteX488" fmla="*/ 1061581 w 3028217"/>
                  <a:gd name="connsiteY488" fmla="*/ 2956106 h 2962327"/>
                  <a:gd name="connsiteX489" fmla="*/ 1040626 w 3028217"/>
                  <a:gd name="connsiteY489" fmla="*/ 2959916 h 2962327"/>
                  <a:gd name="connsiteX490" fmla="*/ 783451 w 3028217"/>
                  <a:gd name="connsiteY490" fmla="*/ 2850378 h 2962327"/>
                  <a:gd name="connsiteX491" fmla="*/ 752971 w 3028217"/>
                  <a:gd name="connsiteY491" fmla="*/ 2805611 h 2962327"/>
                  <a:gd name="connsiteX492" fmla="*/ 737731 w 3028217"/>
                  <a:gd name="connsiteY492" fmla="*/ 2765606 h 2962327"/>
                  <a:gd name="connsiteX493" fmla="*/ 721538 w 3028217"/>
                  <a:gd name="connsiteY493" fmla="*/ 2564628 h 2962327"/>
                  <a:gd name="connsiteX494" fmla="*/ 670103 w 3028217"/>
                  <a:gd name="connsiteY494" fmla="*/ 2492238 h 2962327"/>
                  <a:gd name="connsiteX495" fmla="*/ 539611 w 3028217"/>
                  <a:gd name="connsiteY495" fmla="*/ 2337933 h 2962327"/>
                  <a:gd name="connsiteX496" fmla="*/ 473888 w 3028217"/>
                  <a:gd name="connsiteY496" fmla="*/ 2221728 h 2962327"/>
                  <a:gd name="connsiteX497" fmla="*/ 468173 w 3028217"/>
                  <a:gd name="connsiteY497" fmla="*/ 2148386 h 2962327"/>
                  <a:gd name="connsiteX498" fmla="*/ 471983 w 3028217"/>
                  <a:gd name="connsiteY498" fmla="*/ 2122668 h 2962327"/>
                  <a:gd name="connsiteX499" fmla="*/ 493891 w 3028217"/>
                  <a:gd name="connsiteY499" fmla="*/ 2021703 h 2962327"/>
                  <a:gd name="connsiteX500" fmla="*/ 538658 w 3028217"/>
                  <a:gd name="connsiteY500" fmla="*/ 1907403 h 2962327"/>
                  <a:gd name="connsiteX501" fmla="*/ 524371 w 3028217"/>
                  <a:gd name="connsiteY501" fmla="*/ 1854063 h 2962327"/>
                  <a:gd name="connsiteX502" fmla="*/ 499606 w 3028217"/>
                  <a:gd name="connsiteY502" fmla="*/ 1853111 h 2962327"/>
                  <a:gd name="connsiteX503" fmla="*/ 459601 w 3028217"/>
                  <a:gd name="connsiteY503" fmla="*/ 1860731 h 2962327"/>
                  <a:gd name="connsiteX504" fmla="*/ 408166 w 3028217"/>
                  <a:gd name="connsiteY504" fmla="*/ 1827393 h 2962327"/>
                  <a:gd name="connsiteX505" fmla="*/ 354826 w 3028217"/>
                  <a:gd name="connsiteY505" fmla="*/ 1742621 h 2962327"/>
                  <a:gd name="connsiteX506" fmla="*/ 322441 w 3028217"/>
                  <a:gd name="connsiteY506" fmla="*/ 1715951 h 2962327"/>
                  <a:gd name="connsiteX507" fmla="*/ 234811 w 3028217"/>
                  <a:gd name="connsiteY507" fmla="*/ 1658801 h 2962327"/>
                  <a:gd name="connsiteX508" fmla="*/ 206236 w 3028217"/>
                  <a:gd name="connsiteY508" fmla="*/ 1644513 h 2962327"/>
                  <a:gd name="connsiteX509" fmla="*/ 116701 w 3028217"/>
                  <a:gd name="connsiteY509" fmla="*/ 1622606 h 2962327"/>
                  <a:gd name="connsiteX510" fmla="*/ 28118 w 3028217"/>
                  <a:gd name="connsiteY510" fmla="*/ 1557836 h 2962327"/>
                  <a:gd name="connsiteX511" fmla="*/ 12878 w 3028217"/>
                  <a:gd name="connsiteY511" fmla="*/ 1499733 h 2962327"/>
                  <a:gd name="connsiteX512" fmla="*/ 10021 w 3028217"/>
                  <a:gd name="connsiteY512" fmla="*/ 1446393 h 2962327"/>
                  <a:gd name="connsiteX513" fmla="*/ 5258 w 3028217"/>
                  <a:gd name="connsiteY513" fmla="*/ 1410198 h 2962327"/>
                  <a:gd name="connsiteX514" fmla="*/ 45263 w 3028217"/>
                  <a:gd name="connsiteY514" fmla="*/ 1105398 h 2962327"/>
                  <a:gd name="connsiteX515" fmla="*/ 304343 w 3028217"/>
                  <a:gd name="connsiteY515" fmla="*/ 581523 h 2962327"/>
                  <a:gd name="connsiteX516" fmla="*/ 548183 w 3028217"/>
                  <a:gd name="connsiteY516" fmla="*/ 329111 h 2962327"/>
                  <a:gd name="connsiteX517" fmla="*/ 617716 w 3028217"/>
                  <a:gd name="connsiteY517" fmla="*/ 317681 h 2962327"/>
                  <a:gd name="connsiteX518" fmla="*/ 631051 w 3028217"/>
                  <a:gd name="connsiteY518" fmla="*/ 309108 h 2962327"/>
                  <a:gd name="connsiteX519" fmla="*/ 692011 w 3028217"/>
                  <a:gd name="connsiteY519" fmla="*/ 299583 h 2962327"/>
                  <a:gd name="connsiteX520" fmla="*/ 756781 w 3028217"/>
                  <a:gd name="connsiteY520" fmla="*/ 316728 h 2962327"/>
                  <a:gd name="connsiteX521" fmla="*/ 780593 w 3028217"/>
                  <a:gd name="connsiteY521" fmla="*/ 315776 h 2962327"/>
                  <a:gd name="connsiteX522" fmla="*/ 797738 w 3028217"/>
                  <a:gd name="connsiteY522" fmla="*/ 314823 h 2962327"/>
                  <a:gd name="connsiteX523" fmla="*/ 831076 w 3028217"/>
                  <a:gd name="connsiteY523" fmla="*/ 316728 h 2962327"/>
                  <a:gd name="connsiteX524" fmla="*/ 841553 w 3028217"/>
                  <a:gd name="connsiteY524" fmla="*/ 277676 h 2962327"/>
                  <a:gd name="connsiteX525" fmla="*/ 852031 w 3028217"/>
                  <a:gd name="connsiteY525" fmla="*/ 259578 h 2962327"/>
                  <a:gd name="connsiteX526" fmla="*/ 867152 w 3028217"/>
                  <a:gd name="connsiteY526" fmla="*/ 248624 h 2962327"/>
                  <a:gd name="connsiteX527" fmla="*/ 876026 w 3028217"/>
                  <a:gd name="connsiteY527" fmla="*/ 238011 h 2962327"/>
                  <a:gd name="connsiteX528" fmla="*/ 858921 w 3028217"/>
                  <a:gd name="connsiteY528" fmla="*/ 241392 h 2962327"/>
                  <a:gd name="connsiteX529" fmla="*/ 821551 w 3028217"/>
                  <a:gd name="connsiteY529" fmla="*/ 210048 h 2962327"/>
                  <a:gd name="connsiteX530" fmla="*/ 857746 w 3028217"/>
                  <a:gd name="connsiteY530" fmla="*/ 190998 h 2962327"/>
                  <a:gd name="connsiteX531" fmla="*/ 873343 w 3028217"/>
                  <a:gd name="connsiteY531" fmla="*/ 184331 h 2962327"/>
                  <a:gd name="connsiteX532" fmla="*/ 798215 w 3028217"/>
                  <a:gd name="connsiteY532" fmla="*/ 181949 h 2962327"/>
                  <a:gd name="connsiteX533" fmla="*/ 805359 w 3028217"/>
                  <a:gd name="connsiteY533" fmla="*/ 187188 h 2962327"/>
                  <a:gd name="connsiteX534" fmla="*/ 795834 w 3028217"/>
                  <a:gd name="connsiteY534" fmla="*/ 196713 h 2962327"/>
                  <a:gd name="connsiteX535" fmla="*/ 788214 w 3028217"/>
                  <a:gd name="connsiteY535" fmla="*/ 182426 h 2962327"/>
                  <a:gd name="connsiteX536" fmla="*/ 798215 w 3028217"/>
                  <a:gd name="connsiteY536" fmla="*/ 181949 h 2962327"/>
                  <a:gd name="connsiteX537" fmla="*/ 938708 w 3028217"/>
                  <a:gd name="connsiteY537" fmla="*/ 121466 h 2962327"/>
                  <a:gd name="connsiteX538" fmla="*/ 952043 w 3028217"/>
                  <a:gd name="connsiteY538" fmla="*/ 141468 h 2962327"/>
                  <a:gd name="connsiteX539" fmla="*/ 951037 w 3028217"/>
                  <a:gd name="connsiteY539" fmla="*/ 142501 h 2962327"/>
                  <a:gd name="connsiteX540" fmla="*/ 953949 w 3028217"/>
                  <a:gd name="connsiteY540" fmla="*/ 140516 h 2962327"/>
                  <a:gd name="connsiteX541" fmla="*/ 952996 w 3028217"/>
                  <a:gd name="connsiteY541" fmla="*/ 148136 h 2962327"/>
                  <a:gd name="connsiteX542" fmla="*/ 952996 w 3028217"/>
                  <a:gd name="connsiteY542" fmla="*/ 169091 h 2962327"/>
                  <a:gd name="connsiteX543" fmla="*/ 944424 w 3028217"/>
                  <a:gd name="connsiteY543" fmla="*/ 159804 h 2962327"/>
                  <a:gd name="connsiteX544" fmla="*/ 933131 w 3028217"/>
                  <a:gd name="connsiteY544" fmla="*/ 154863 h 2962327"/>
                  <a:gd name="connsiteX545" fmla="*/ 931088 w 3028217"/>
                  <a:gd name="connsiteY545" fmla="*/ 155756 h 2962327"/>
                  <a:gd name="connsiteX546" fmla="*/ 930136 w 3028217"/>
                  <a:gd name="connsiteY546" fmla="*/ 155756 h 2962327"/>
                  <a:gd name="connsiteX547" fmla="*/ 918706 w 3028217"/>
                  <a:gd name="connsiteY547" fmla="*/ 144326 h 2962327"/>
                  <a:gd name="connsiteX548" fmla="*/ 931088 w 3028217"/>
                  <a:gd name="connsiteY548" fmla="*/ 122418 h 2962327"/>
                  <a:gd name="connsiteX549" fmla="*/ 938708 w 3028217"/>
                  <a:gd name="connsiteY549" fmla="*/ 121466 h 2962327"/>
                  <a:gd name="connsiteX550" fmla="*/ 925373 w 3028217"/>
                  <a:gd name="connsiteY550" fmla="*/ 107178 h 2962327"/>
                  <a:gd name="connsiteX551" fmla="*/ 938708 w 3028217"/>
                  <a:gd name="connsiteY551" fmla="*/ 121465 h 2962327"/>
                  <a:gd name="connsiteX552" fmla="*/ 935851 w 3028217"/>
                  <a:gd name="connsiteY552" fmla="*/ 121465 h 2962327"/>
                  <a:gd name="connsiteX553" fmla="*/ 932993 w 3028217"/>
                  <a:gd name="connsiteY553" fmla="*/ 121465 h 2962327"/>
                  <a:gd name="connsiteX554" fmla="*/ 901561 w 3028217"/>
                  <a:gd name="connsiteY554" fmla="*/ 123370 h 2962327"/>
                  <a:gd name="connsiteX555" fmla="*/ 925373 w 3028217"/>
                  <a:gd name="connsiteY555" fmla="*/ 107178 h 2962327"/>
                  <a:gd name="connsiteX556" fmla="*/ 1021576 w 3028217"/>
                  <a:gd name="connsiteY556" fmla="*/ 71936 h 2962327"/>
                  <a:gd name="connsiteX557" fmla="*/ 1031101 w 3028217"/>
                  <a:gd name="connsiteY557" fmla="*/ 97653 h 2962327"/>
                  <a:gd name="connsiteX558" fmla="*/ 1000621 w 3028217"/>
                  <a:gd name="connsiteY558" fmla="*/ 92891 h 2962327"/>
                  <a:gd name="connsiteX559" fmla="*/ 1007288 w 3028217"/>
                  <a:gd name="connsiteY559" fmla="*/ 79556 h 2962327"/>
                  <a:gd name="connsiteX560" fmla="*/ 1021576 w 3028217"/>
                  <a:gd name="connsiteY560" fmla="*/ 71936 h 2962327"/>
                  <a:gd name="connsiteX561" fmla="*/ 1113849 w 3028217"/>
                  <a:gd name="connsiteY561" fmla="*/ 40265 h 2962327"/>
                  <a:gd name="connsiteX562" fmla="*/ 1159689 w 3028217"/>
                  <a:gd name="connsiteY562" fmla="*/ 51933 h 2962327"/>
                  <a:gd name="connsiteX563" fmla="*/ 1151116 w 3028217"/>
                  <a:gd name="connsiteY563" fmla="*/ 84318 h 2962327"/>
                  <a:gd name="connsiteX564" fmla="*/ 1111111 w 3028217"/>
                  <a:gd name="connsiteY564" fmla="*/ 92891 h 2962327"/>
                  <a:gd name="connsiteX565" fmla="*/ 1070153 w 3028217"/>
                  <a:gd name="connsiteY565" fmla="*/ 58601 h 2962327"/>
                  <a:gd name="connsiteX566" fmla="*/ 1113849 w 3028217"/>
                  <a:gd name="connsiteY566" fmla="*/ 40265 h 2962327"/>
                  <a:gd name="connsiteX567" fmla="*/ 1400760 w 3028217"/>
                  <a:gd name="connsiteY567" fmla="*/ 96 h 2962327"/>
                  <a:gd name="connsiteX568" fmla="*/ 1476871 w 3028217"/>
                  <a:gd name="connsiteY568" fmla="*/ 5260 h 2962327"/>
                  <a:gd name="connsiteX569" fmla="*/ 1611174 w 3028217"/>
                  <a:gd name="connsiteY569" fmla="*/ 9070 h 2962327"/>
                  <a:gd name="connsiteX570" fmla="*/ 1619746 w 3028217"/>
                  <a:gd name="connsiteY570" fmla="*/ 17643 h 2962327"/>
                  <a:gd name="connsiteX571" fmla="*/ 1646416 w 3028217"/>
                  <a:gd name="connsiteY571" fmla="*/ 28120 h 2962327"/>
                  <a:gd name="connsiteX572" fmla="*/ 1667371 w 3028217"/>
                  <a:gd name="connsiteY572" fmla="*/ 31930 h 2962327"/>
                  <a:gd name="connsiteX573" fmla="*/ 1742261 w 3028217"/>
                  <a:gd name="connsiteY573" fmla="*/ 11690 h 2962327"/>
                  <a:gd name="connsiteX574" fmla="*/ 1820723 w 3028217"/>
                  <a:gd name="connsiteY574" fmla="*/ 30025 h 2962327"/>
                  <a:gd name="connsiteX575" fmla="*/ 1901686 w 3028217"/>
                  <a:gd name="connsiteY575" fmla="*/ 45265 h 2962327"/>
                  <a:gd name="connsiteX576" fmla="*/ 1894066 w 3028217"/>
                  <a:gd name="connsiteY576" fmla="*/ 69078 h 2962327"/>
                  <a:gd name="connsiteX577" fmla="*/ 1955978 w 3028217"/>
                  <a:gd name="connsiteY577" fmla="*/ 55743 h 2962327"/>
                  <a:gd name="connsiteX578" fmla="*/ 1954073 w 3028217"/>
                  <a:gd name="connsiteY578" fmla="*/ 71935 h 2962327"/>
                  <a:gd name="connsiteX579" fmla="*/ 1935976 w 3028217"/>
                  <a:gd name="connsiteY579" fmla="*/ 103368 h 2962327"/>
                  <a:gd name="connsiteX580" fmla="*/ 1949311 w 3028217"/>
                  <a:gd name="connsiteY580" fmla="*/ 161470 h 2962327"/>
                  <a:gd name="connsiteX581" fmla="*/ 1894066 w 3028217"/>
                  <a:gd name="connsiteY581" fmla="*/ 171948 h 2962327"/>
                  <a:gd name="connsiteX582" fmla="*/ 1913116 w 3028217"/>
                  <a:gd name="connsiteY582" fmla="*/ 183378 h 2962327"/>
                  <a:gd name="connsiteX583" fmla="*/ 1907401 w 3028217"/>
                  <a:gd name="connsiteY583" fmla="*/ 196713 h 2962327"/>
                  <a:gd name="connsiteX584" fmla="*/ 1873111 w 3028217"/>
                  <a:gd name="connsiteY584" fmla="*/ 245290 h 2962327"/>
                  <a:gd name="connsiteX585" fmla="*/ 1866443 w 3028217"/>
                  <a:gd name="connsiteY585" fmla="*/ 267198 h 2962327"/>
                  <a:gd name="connsiteX586" fmla="*/ 1851203 w 3028217"/>
                  <a:gd name="connsiteY586" fmla="*/ 270055 h 2962327"/>
                  <a:gd name="connsiteX587" fmla="*/ 1866443 w 3028217"/>
                  <a:gd name="connsiteY587" fmla="*/ 313870 h 2962327"/>
                  <a:gd name="connsiteX588" fmla="*/ 1843583 w 3028217"/>
                  <a:gd name="connsiteY588" fmla="*/ 319585 h 2962327"/>
                  <a:gd name="connsiteX589" fmla="*/ 1819771 w 3028217"/>
                  <a:gd name="connsiteY589" fmla="*/ 300535 h 2962327"/>
                  <a:gd name="connsiteX590" fmla="*/ 1788338 w 3028217"/>
                  <a:gd name="connsiteY590" fmla="*/ 313870 h 2962327"/>
                  <a:gd name="connsiteX591" fmla="*/ 1800721 w 3028217"/>
                  <a:gd name="connsiteY591" fmla="*/ 315775 h 2962327"/>
                  <a:gd name="connsiteX592" fmla="*/ 1823581 w 3028217"/>
                  <a:gd name="connsiteY592" fmla="*/ 314823 h 2962327"/>
                  <a:gd name="connsiteX593" fmla="*/ 1833106 w 3028217"/>
                  <a:gd name="connsiteY593" fmla="*/ 317680 h 2962327"/>
                  <a:gd name="connsiteX594" fmla="*/ 1838821 w 3028217"/>
                  <a:gd name="connsiteY594" fmla="*/ 334825 h 2962327"/>
                  <a:gd name="connsiteX595" fmla="*/ 1715948 w 3028217"/>
                  <a:gd name="connsiteY595" fmla="*/ 370068 h 2962327"/>
                  <a:gd name="connsiteX596" fmla="*/ 1691183 w 3028217"/>
                  <a:gd name="connsiteY596" fmla="*/ 379593 h 2962327"/>
                  <a:gd name="connsiteX597" fmla="*/ 1586408 w 3028217"/>
                  <a:gd name="connsiteY597" fmla="*/ 430075 h 2962327"/>
                  <a:gd name="connsiteX598" fmla="*/ 1542593 w 3028217"/>
                  <a:gd name="connsiteY598" fmla="*/ 468175 h 2962327"/>
                  <a:gd name="connsiteX599" fmla="*/ 1480681 w 3028217"/>
                  <a:gd name="connsiteY599" fmla="*/ 555805 h 2962327"/>
                  <a:gd name="connsiteX600" fmla="*/ 1462583 w 3028217"/>
                  <a:gd name="connsiteY600" fmla="*/ 562473 h 2962327"/>
                  <a:gd name="connsiteX601" fmla="*/ 1385431 w 3028217"/>
                  <a:gd name="connsiteY601" fmla="*/ 462460 h 2962327"/>
                  <a:gd name="connsiteX602" fmla="*/ 1379716 w 3028217"/>
                  <a:gd name="connsiteY602" fmla="*/ 398643 h 2962327"/>
                  <a:gd name="connsiteX603" fmla="*/ 1441628 w 3028217"/>
                  <a:gd name="connsiteY603" fmla="*/ 335778 h 2962327"/>
                  <a:gd name="connsiteX604" fmla="*/ 1449248 w 3028217"/>
                  <a:gd name="connsiteY604" fmla="*/ 321490 h 2962327"/>
                  <a:gd name="connsiteX605" fmla="*/ 1461631 w 3028217"/>
                  <a:gd name="connsiteY605" fmla="*/ 300535 h 2962327"/>
                  <a:gd name="connsiteX606" fmla="*/ 1412101 w 3028217"/>
                  <a:gd name="connsiteY606" fmla="*/ 280533 h 2962327"/>
                  <a:gd name="connsiteX607" fmla="*/ 1434961 w 3028217"/>
                  <a:gd name="connsiteY607" fmla="*/ 215763 h 2962327"/>
                  <a:gd name="connsiteX608" fmla="*/ 1371143 w 3028217"/>
                  <a:gd name="connsiteY608" fmla="*/ 160518 h 2962327"/>
                  <a:gd name="connsiteX609" fmla="*/ 1331138 w 3028217"/>
                  <a:gd name="connsiteY609" fmla="*/ 162423 h 2962327"/>
                  <a:gd name="connsiteX610" fmla="*/ 1303516 w 3028217"/>
                  <a:gd name="connsiteY610" fmla="*/ 150040 h 2962327"/>
                  <a:gd name="connsiteX611" fmla="*/ 1313993 w 3028217"/>
                  <a:gd name="connsiteY611" fmla="*/ 130038 h 2962327"/>
                  <a:gd name="connsiteX612" fmla="*/ 1313041 w 3028217"/>
                  <a:gd name="connsiteY612" fmla="*/ 121465 h 2962327"/>
                  <a:gd name="connsiteX613" fmla="*/ 1323518 w 3028217"/>
                  <a:gd name="connsiteY613" fmla="*/ 96700 h 2962327"/>
                  <a:gd name="connsiteX614" fmla="*/ 1387336 w 3028217"/>
                  <a:gd name="connsiteY614" fmla="*/ 88128 h 2962327"/>
                  <a:gd name="connsiteX615" fmla="*/ 1394003 w 3028217"/>
                  <a:gd name="connsiteY615" fmla="*/ 68125 h 2962327"/>
                  <a:gd name="connsiteX616" fmla="*/ 1445438 w 3028217"/>
                  <a:gd name="connsiteY616" fmla="*/ 41455 h 2962327"/>
                  <a:gd name="connsiteX617" fmla="*/ 1471104 w 3028217"/>
                  <a:gd name="connsiteY617" fmla="*/ 35589 h 2962327"/>
                  <a:gd name="connsiteX618" fmla="*/ 1469608 w 3028217"/>
                  <a:gd name="connsiteY618" fmla="*/ 35026 h 2962327"/>
                  <a:gd name="connsiteX619" fmla="*/ 1456869 w 3028217"/>
                  <a:gd name="connsiteY619" fmla="*/ 34788 h 2962327"/>
                  <a:gd name="connsiteX620" fmla="*/ 1365429 w 3028217"/>
                  <a:gd name="connsiteY620" fmla="*/ 60505 h 2962327"/>
                  <a:gd name="connsiteX621" fmla="*/ 1208266 w 3028217"/>
                  <a:gd name="connsiteY621" fmla="*/ 122418 h 2962327"/>
                  <a:gd name="connsiteX622" fmla="*/ 1175881 w 3028217"/>
                  <a:gd name="connsiteY622" fmla="*/ 122418 h 2962327"/>
                  <a:gd name="connsiteX623" fmla="*/ 1187311 w 3028217"/>
                  <a:gd name="connsiteY623" fmla="*/ 142420 h 2962327"/>
                  <a:gd name="connsiteX624" fmla="*/ 1180644 w 3028217"/>
                  <a:gd name="connsiteY624" fmla="*/ 149088 h 2962327"/>
                  <a:gd name="connsiteX625" fmla="*/ 1158647 w 3028217"/>
                  <a:gd name="connsiteY625" fmla="*/ 153642 h 2962327"/>
                  <a:gd name="connsiteX626" fmla="*/ 1143520 w 3028217"/>
                  <a:gd name="connsiteY626" fmla="*/ 152466 h 2962327"/>
                  <a:gd name="connsiteX627" fmla="*/ 1148259 w 3028217"/>
                  <a:gd name="connsiteY627" fmla="*/ 153731 h 2962327"/>
                  <a:gd name="connsiteX628" fmla="*/ 1152069 w 3028217"/>
                  <a:gd name="connsiteY628" fmla="*/ 175758 h 2962327"/>
                  <a:gd name="connsiteX629" fmla="*/ 1029196 w 3028217"/>
                  <a:gd name="connsiteY629" fmla="*/ 182425 h 2962327"/>
                  <a:gd name="connsiteX630" fmla="*/ 1006336 w 3028217"/>
                  <a:gd name="connsiteY630" fmla="*/ 148135 h 2962327"/>
                  <a:gd name="connsiteX631" fmla="*/ 995859 w 3028217"/>
                  <a:gd name="connsiteY631" fmla="*/ 134800 h 2962327"/>
                  <a:gd name="connsiteX632" fmla="*/ 987286 w 3028217"/>
                  <a:gd name="connsiteY632" fmla="*/ 114798 h 2962327"/>
                  <a:gd name="connsiteX633" fmla="*/ 1049199 w 3028217"/>
                  <a:gd name="connsiteY633" fmla="*/ 134800 h 2962327"/>
                  <a:gd name="connsiteX634" fmla="*/ 1064439 w 3028217"/>
                  <a:gd name="connsiteY634" fmla="*/ 149088 h 2962327"/>
                  <a:gd name="connsiteX635" fmla="*/ 1095871 w 3028217"/>
                  <a:gd name="connsiteY635" fmla="*/ 149326 h 2962327"/>
                  <a:gd name="connsiteX636" fmla="*/ 1106484 w 3028217"/>
                  <a:gd name="connsiteY636" fmla="*/ 148924 h 2962327"/>
                  <a:gd name="connsiteX637" fmla="*/ 1093014 w 3028217"/>
                  <a:gd name="connsiteY637" fmla="*/ 149088 h 2962327"/>
                  <a:gd name="connsiteX638" fmla="*/ 1062534 w 3028217"/>
                  <a:gd name="connsiteY638" fmla="*/ 131943 h 2962327"/>
                  <a:gd name="connsiteX639" fmla="*/ 1133971 w 3028217"/>
                  <a:gd name="connsiteY639" fmla="*/ 110988 h 2962327"/>
                  <a:gd name="connsiteX640" fmla="*/ 1158736 w 3028217"/>
                  <a:gd name="connsiteY640" fmla="*/ 88128 h 2962327"/>
                  <a:gd name="connsiteX641" fmla="*/ 1173024 w 3028217"/>
                  <a:gd name="connsiteY641" fmla="*/ 73840 h 2962327"/>
                  <a:gd name="connsiteX642" fmla="*/ 1214934 w 3028217"/>
                  <a:gd name="connsiteY642" fmla="*/ 54790 h 2962327"/>
                  <a:gd name="connsiteX643" fmla="*/ 1275894 w 3028217"/>
                  <a:gd name="connsiteY643" fmla="*/ 44313 h 2962327"/>
                  <a:gd name="connsiteX644" fmla="*/ 1211124 w 3028217"/>
                  <a:gd name="connsiteY644" fmla="*/ 51933 h 2962327"/>
                  <a:gd name="connsiteX645" fmla="*/ 1174929 w 3028217"/>
                  <a:gd name="connsiteY645" fmla="*/ 39550 h 2962327"/>
                  <a:gd name="connsiteX646" fmla="*/ 1174929 w 3028217"/>
                  <a:gd name="connsiteY646" fmla="*/ 26215 h 2962327"/>
                  <a:gd name="connsiteX647" fmla="*/ 1400760 w 3028217"/>
                  <a:gd name="connsiteY647" fmla="*/ 96 h 29623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  <a:cxn ang="0">
                    <a:pos x="connsiteX337" y="connsiteY337"/>
                  </a:cxn>
                  <a:cxn ang="0">
                    <a:pos x="connsiteX338" y="connsiteY338"/>
                  </a:cxn>
                  <a:cxn ang="0">
                    <a:pos x="connsiteX339" y="connsiteY339"/>
                  </a:cxn>
                  <a:cxn ang="0">
                    <a:pos x="connsiteX340" y="connsiteY340"/>
                  </a:cxn>
                  <a:cxn ang="0">
                    <a:pos x="connsiteX341" y="connsiteY341"/>
                  </a:cxn>
                  <a:cxn ang="0">
                    <a:pos x="connsiteX342" y="connsiteY342"/>
                  </a:cxn>
                  <a:cxn ang="0">
                    <a:pos x="connsiteX343" y="connsiteY343"/>
                  </a:cxn>
                  <a:cxn ang="0">
                    <a:pos x="connsiteX344" y="connsiteY344"/>
                  </a:cxn>
                  <a:cxn ang="0">
                    <a:pos x="connsiteX345" y="connsiteY345"/>
                  </a:cxn>
                  <a:cxn ang="0">
                    <a:pos x="connsiteX346" y="connsiteY346"/>
                  </a:cxn>
                  <a:cxn ang="0">
                    <a:pos x="connsiteX347" y="connsiteY347"/>
                  </a:cxn>
                  <a:cxn ang="0">
                    <a:pos x="connsiteX348" y="connsiteY348"/>
                  </a:cxn>
                  <a:cxn ang="0">
                    <a:pos x="connsiteX349" y="connsiteY349"/>
                  </a:cxn>
                  <a:cxn ang="0">
                    <a:pos x="connsiteX350" y="connsiteY350"/>
                  </a:cxn>
                  <a:cxn ang="0">
                    <a:pos x="connsiteX351" y="connsiteY351"/>
                  </a:cxn>
                  <a:cxn ang="0">
                    <a:pos x="connsiteX352" y="connsiteY352"/>
                  </a:cxn>
                  <a:cxn ang="0">
                    <a:pos x="connsiteX353" y="connsiteY353"/>
                  </a:cxn>
                  <a:cxn ang="0">
                    <a:pos x="connsiteX354" y="connsiteY354"/>
                  </a:cxn>
                  <a:cxn ang="0">
                    <a:pos x="connsiteX355" y="connsiteY355"/>
                  </a:cxn>
                  <a:cxn ang="0">
                    <a:pos x="connsiteX356" y="connsiteY356"/>
                  </a:cxn>
                  <a:cxn ang="0">
                    <a:pos x="connsiteX357" y="connsiteY357"/>
                  </a:cxn>
                  <a:cxn ang="0">
                    <a:pos x="connsiteX358" y="connsiteY358"/>
                  </a:cxn>
                  <a:cxn ang="0">
                    <a:pos x="connsiteX359" y="connsiteY359"/>
                  </a:cxn>
                  <a:cxn ang="0">
                    <a:pos x="connsiteX360" y="connsiteY360"/>
                  </a:cxn>
                  <a:cxn ang="0">
                    <a:pos x="connsiteX361" y="connsiteY361"/>
                  </a:cxn>
                  <a:cxn ang="0">
                    <a:pos x="connsiteX362" y="connsiteY362"/>
                  </a:cxn>
                  <a:cxn ang="0">
                    <a:pos x="connsiteX363" y="connsiteY363"/>
                  </a:cxn>
                  <a:cxn ang="0">
                    <a:pos x="connsiteX364" y="connsiteY364"/>
                  </a:cxn>
                  <a:cxn ang="0">
                    <a:pos x="connsiteX365" y="connsiteY365"/>
                  </a:cxn>
                  <a:cxn ang="0">
                    <a:pos x="connsiteX366" y="connsiteY366"/>
                  </a:cxn>
                  <a:cxn ang="0">
                    <a:pos x="connsiteX367" y="connsiteY367"/>
                  </a:cxn>
                  <a:cxn ang="0">
                    <a:pos x="connsiteX368" y="connsiteY368"/>
                  </a:cxn>
                  <a:cxn ang="0">
                    <a:pos x="connsiteX369" y="connsiteY369"/>
                  </a:cxn>
                  <a:cxn ang="0">
                    <a:pos x="connsiteX370" y="connsiteY370"/>
                  </a:cxn>
                  <a:cxn ang="0">
                    <a:pos x="connsiteX371" y="connsiteY371"/>
                  </a:cxn>
                  <a:cxn ang="0">
                    <a:pos x="connsiteX372" y="connsiteY372"/>
                  </a:cxn>
                  <a:cxn ang="0">
                    <a:pos x="connsiteX373" y="connsiteY373"/>
                  </a:cxn>
                  <a:cxn ang="0">
                    <a:pos x="connsiteX374" y="connsiteY374"/>
                  </a:cxn>
                  <a:cxn ang="0">
                    <a:pos x="connsiteX375" y="connsiteY375"/>
                  </a:cxn>
                  <a:cxn ang="0">
                    <a:pos x="connsiteX376" y="connsiteY376"/>
                  </a:cxn>
                  <a:cxn ang="0">
                    <a:pos x="connsiteX377" y="connsiteY377"/>
                  </a:cxn>
                  <a:cxn ang="0">
                    <a:pos x="connsiteX378" y="connsiteY378"/>
                  </a:cxn>
                  <a:cxn ang="0">
                    <a:pos x="connsiteX379" y="connsiteY379"/>
                  </a:cxn>
                  <a:cxn ang="0">
                    <a:pos x="connsiteX380" y="connsiteY380"/>
                  </a:cxn>
                  <a:cxn ang="0">
                    <a:pos x="connsiteX381" y="connsiteY381"/>
                  </a:cxn>
                  <a:cxn ang="0">
                    <a:pos x="connsiteX382" y="connsiteY382"/>
                  </a:cxn>
                  <a:cxn ang="0">
                    <a:pos x="connsiteX383" y="connsiteY383"/>
                  </a:cxn>
                  <a:cxn ang="0">
                    <a:pos x="connsiteX384" y="connsiteY384"/>
                  </a:cxn>
                  <a:cxn ang="0">
                    <a:pos x="connsiteX385" y="connsiteY385"/>
                  </a:cxn>
                  <a:cxn ang="0">
                    <a:pos x="connsiteX386" y="connsiteY386"/>
                  </a:cxn>
                  <a:cxn ang="0">
                    <a:pos x="connsiteX387" y="connsiteY387"/>
                  </a:cxn>
                  <a:cxn ang="0">
                    <a:pos x="connsiteX388" y="connsiteY388"/>
                  </a:cxn>
                  <a:cxn ang="0">
                    <a:pos x="connsiteX389" y="connsiteY389"/>
                  </a:cxn>
                  <a:cxn ang="0">
                    <a:pos x="connsiteX390" y="connsiteY390"/>
                  </a:cxn>
                  <a:cxn ang="0">
                    <a:pos x="connsiteX391" y="connsiteY391"/>
                  </a:cxn>
                  <a:cxn ang="0">
                    <a:pos x="connsiteX392" y="connsiteY392"/>
                  </a:cxn>
                  <a:cxn ang="0">
                    <a:pos x="connsiteX393" y="connsiteY393"/>
                  </a:cxn>
                  <a:cxn ang="0">
                    <a:pos x="connsiteX394" y="connsiteY394"/>
                  </a:cxn>
                  <a:cxn ang="0">
                    <a:pos x="connsiteX395" y="connsiteY395"/>
                  </a:cxn>
                  <a:cxn ang="0">
                    <a:pos x="connsiteX396" y="connsiteY396"/>
                  </a:cxn>
                  <a:cxn ang="0">
                    <a:pos x="connsiteX397" y="connsiteY397"/>
                  </a:cxn>
                  <a:cxn ang="0">
                    <a:pos x="connsiteX398" y="connsiteY398"/>
                  </a:cxn>
                  <a:cxn ang="0">
                    <a:pos x="connsiteX399" y="connsiteY399"/>
                  </a:cxn>
                  <a:cxn ang="0">
                    <a:pos x="connsiteX400" y="connsiteY400"/>
                  </a:cxn>
                  <a:cxn ang="0">
                    <a:pos x="connsiteX401" y="connsiteY401"/>
                  </a:cxn>
                  <a:cxn ang="0">
                    <a:pos x="connsiteX402" y="connsiteY402"/>
                  </a:cxn>
                  <a:cxn ang="0">
                    <a:pos x="connsiteX403" y="connsiteY403"/>
                  </a:cxn>
                  <a:cxn ang="0">
                    <a:pos x="connsiteX404" y="connsiteY404"/>
                  </a:cxn>
                  <a:cxn ang="0">
                    <a:pos x="connsiteX405" y="connsiteY405"/>
                  </a:cxn>
                  <a:cxn ang="0">
                    <a:pos x="connsiteX406" y="connsiteY406"/>
                  </a:cxn>
                  <a:cxn ang="0">
                    <a:pos x="connsiteX407" y="connsiteY407"/>
                  </a:cxn>
                  <a:cxn ang="0">
                    <a:pos x="connsiteX408" y="connsiteY408"/>
                  </a:cxn>
                  <a:cxn ang="0">
                    <a:pos x="connsiteX409" y="connsiteY409"/>
                  </a:cxn>
                  <a:cxn ang="0">
                    <a:pos x="connsiteX410" y="connsiteY410"/>
                  </a:cxn>
                  <a:cxn ang="0">
                    <a:pos x="connsiteX411" y="connsiteY411"/>
                  </a:cxn>
                  <a:cxn ang="0">
                    <a:pos x="connsiteX412" y="connsiteY412"/>
                  </a:cxn>
                  <a:cxn ang="0">
                    <a:pos x="connsiteX413" y="connsiteY413"/>
                  </a:cxn>
                  <a:cxn ang="0">
                    <a:pos x="connsiteX414" y="connsiteY414"/>
                  </a:cxn>
                  <a:cxn ang="0">
                    <a:pos x="connsiteX415" y="connsiteY415"/>
                  </a:cxn>
                  <a:cxn ang="0">
                    <a:pos x="connsiteX416" y="connsiteY416"/>
                  </a:cxn>
                  <a:cxn ang="0">
                    <a:pos x="connsiteX417" y="connsiteY417"/>
                  </a:cxn>
                  <a:cxn ang="0">
                    <a:pos x="connsiteX418" y="connsiteY418"/>
                  </a:cxn>
                  <a:cxn ang="0">
                    <a:pos x="connsiteX419" y="connsiteY419"/>
                  </a:cxn>
                  <a:cxn ang="0">
                    <a:pos x="connsiteX420" y="connsiteY420"/>
                  </a:cxn>
                  <a:cxn ang="0">
                    <a:pos x="connsiteX421" y="connsiteY421"/>
                  </a:cxn>
                  <a:cxn ang="0">
                    <a:pos x="connsiteX422" y="connsiteY422"/>
                  </a:cxn>
                  <a:cxn ang="0">
                    <a:pos x="connsiteX423" y="connsiteY423"/>
                  </a:cxn>
                  <a:cxn ang="0">
                    <a:pos x="connsiteX424" y="connsiteY424"/>
                  </a:cxn>
                  <a:cxn ang="0">
                    <a:pos x="connsiteX425" y="connsiteY425"/>
                  </a:cxn>
                  <a:cxn ang="0">
                    <a:pos x="connsiteX426" y="connsiteY426"/>
                  </a:cxn>
                  <a:cxn ang="0">
                    <a:pos x="connsiteX427" y="connsiteY427"/>
                  </a:cxn>
                  <a:cxn ang="0">
                    <a:pos x="connsiteX428" y="connsiteY428"/>
                  </a:cxn>
                  <a:cxn ang="0">
                    <a:pos x="connsiteX429" y="connsiteY429"/>
                  </a:cxn>
                  <a:cxn ang="0">
                    <a:pos x="connsiteX430" y="connsiteY430"/>
                  </a:cxn>
                  <a:cxn ang="0">
                    <a:pos x="connsiteX431" y="connsiteY431"/>
                  </a:cxn>
                  <a:cxn ang="0">
                    <a:pos x="connsiteX432" y="connsiteY432"/>
                  </a:cxn>
                  <a:cxn ang="0">
                    <a:pos x="connsiteX433" y="connsiteY433"/>
                  </a:cxn>
                  <a:cxn ang="0">
                    <a:pos x="connsiteX434" y="connsiteY434"/>
                  </a:cxn>
                  <a:cxn ang="0">
                    <a:pos x="connsiteX435" y="connsiteY435"/>
                  </a:cxn>
                  <a:cxn ang="0">
                    <a:pos x="connsiteX436" y="connsiteY436"/>
                  </a:cxn>
                  <a:cxn ang="0">
                    <a:pos x="connsiteX437" y="connsiteY437"/>
                  </a:cxn>
                  <a:cxn ang="0">
                    <a:pos x="connsiteX438" y="connsiteY438"/>
                  </a:cxn>
                  <a:cxn ang="0">
                    <a:pos x="connsiteX439" y="connsiteY439"/>
                  </a:cxn>
                  <a:cxn ang="0">
                    <a:pos x="connsiteX440" y="connsiteY440"/>
                  </a:cxn>
                  <a:cxn ang="0">
                    <a:pos x="connsiteX441" y="connsiteY441"/>
                  </a:cxn>
                  <a:cxn ang="0">
                    <a:pos x="connsiteX442" y="connsiteY442"/>
                  </a:cxn>
                  <a:cxn ang="0">
                    <a:pos x="connsiteX443" y="connsiteY443"/>
                  </a:cxn>
                  <a:cxn ang="0">
                    <a:pos x="connsiteX444" y="connsiteY444"/>
                  </a:cxn>
                  <a:cxn ang="0">
                    <a:pos x="connsiteX445" y="connsiteY445"/>
                  </a:cxn>
                  <a:cxn ang="0">
                    <a:pos x="connsiteX446" y="connsiteY446"/>
                  </a:cxn>
                  <a:cxn ang="0">
                    <a:pos x="connsiteX447" y="connsiteY447"/>
                  </a:cxn>
                  <a:cxn ang="0">
                    <a:pos x="connsiteX448" y="connsiteY448"/>
                  </a:cxn>
                  <a:cxn ang="0">
                    <a:pos x="connsiteX449" y="connsiteY449"/>
                  </a:cxn>
                  <a:cxn ang="0">
                    <a:pos x="connsiteX450" y="connsiteY450"/>
                  </a:cxn>
                  <a:cxn ang="0">
                    <a:pos x="connsiteX451" y="connsiteY451"/>
                  </a:cxn>
                  <a:cxn ang="0">
                    <a:pos x="connsiteX452" y="connsiteY452"/>
                  </a:cxn>
                  <a:cxn ang="0">
                    <a:pos x="connsiteX453" y="connsiteY453"/>
                  </a:cxn>
                  <a:cxn ang="0">
                    <a:pos x="connsiteX454" y="connsiteY454"/>
                  </a:cxn>
                  <a:cxn ang="0">
                    <a:pos x="connsiteX455" y="connsiteY455"/>
                  </a:cxn>
                  <a:cxn ang="0">
                    <a:pos x="connsiteX456" y="connsiteY456"/>
                  </a:cxn>
                  <a:cxn ang="0">
                    <a:pos x="connsiteX457" y="connsiteY457"/>
                  </a:cxn>
                  <a:cxn ang="0">
                    <a:pos x="connsiteX458" y="connsiteY458"/>
                  </a:cxn>
                  <a:cxn ang="0">
                    <a:pos x="connsiteX459" y="connsiteY459"/>
                  </a:cxn>
                  <a:cxn ang="0">
                    <a:pos x="connsiteX460" y="connsiteY460"/>
                  </a:cxn>
                  <a:cxn ang="0">
                    <a:pos x="connsiteX461" y="connsiteY461"/>
                  </a:cxn>
                  <a:cxn ang="0">
                    <a:pos x="connsiteX462" y="connsiteY462"/>
                  </a:cxn>
                  <a:cxn ang="0">
                    <a:pos x="connsiteX463" y="connsiteY463"/>
                  </a:cxn>
                  <a:cxn ang="0">
                    <a:pos x="connsiteX464" y="connsiteY464"/>
                  </a:cxn>
                  <a:cxn ang="0">
                    <a:pos x="connsiteX465" y="connsiteY465"/>
                  </a:cxn>
                  <a:cxn ang="0">
                    <a:pos x="connsiteX466" y="connsiteY466"/>
                  </a:cxn>
                  <a:cxn ang="0">
                    <a:pos x="connsiteX467" y="connsiteY467"/>
                  </a:cxn>
                  <a:cxn ang="0">
                    <a:pos x="connsiteX468" y="connsiteY468"/>
                  </a:cxn>
                  <a:cxn ang="0">
                    <a:pos x="connsiteX469" y="connsiteY469"/>
                  </a:cxn>
                  <a:cxn ang="0">
                    <a:pos x="connsiteX470" y="connsiteY470"/>
                  </a:cxn>
                  <a:cxn ang="0">
                    <a:pos x="connsiteX471" y="connsiteY471"/>
                  </a:cxn>
                  <a:cxn ang="0">
                    <a:pos x="connsiteX472" y="connsiteY472"/>
                  </a:cxn>
                  <a:cxn ang="0">
                    <a:pos x="connsiteX473" y="connsiteY473"/>
                  </a:cxn>
                  <a:cxn ang="0">
                    <a:pos x="connsiteX474" y="connsiteY474"/>
                  </a:cxn>
                  <a:cxn ang="0">
                    <a:pos x="connsiteX475" y="connsiteY475"/>
                  </a:cxn>
                  <a:cxn ang="0">
                    <a:pos x="connsiteX476" y="connsiteY476"/>
                  </a:cxn>
                  <a:cxn ang="0">
                    <a:pos x="connsiteX477" y="connsiteY477"/>
                  </a:cxn>
                  <a:cxn ang="0">
                    <a:pos x="connsiteX478" y="connsiteY478"/>
                  </a:cxn>
                  <a:cxn ang="0">
                    <a:pos x="connsiteX479" y="connsiteY479"/>
                  </a:cxn>
                  <a:cxn ang="0">
                    <a:pos x="connsiteX480" y="connsiteY480"/>
                  </a:cxn>
                  <a:cxn ang="0">
                    <a:pos x="connsiteX481" y="connsiteY481"/>
                  </a:cxn>
                  <a:cxn ang="0">
                    <a:pos x="connsiteX482" y="connsiteY482"/>
                  </a:cxn>
                  <a:cxn ang="0">
                    <a:pos x="connsiteX483" y="connsiteY483"/>
                  </a:cxn>
                  <a:cxn ang="0">
                    <a:pos x="connsiteX484" y="connsiteY484"/>
                  </a:cxn>
                  <a:cxn ang="0">
                    <a:pos x="connsiteX485" y="connsiteY485"/>
                  </a:cxn>
                  <a:cxn ang="0">
                    <a:pos x="connsiteX486" y="connsiteY486"/>
                  </a:cxn>
                  <a:cxn ang="0">
                    <a:pos x="connsiteX487" y="connsiteY487"/>
                  </a:cxn>
                  <a:cxn ang="0">
                    <a:pos x="connsiteX488" y="connsiteY488"/>
                  </a:cxn>
                  <a:cxn ang="0">
                    <a:pos x="connsiteX489" y="connsiteY489"/>
                  </a:cxn>
                  <a:cxn ang="0">
                    <a:pos x="connsiteX490" y="connsiteY490"/>
                  </a:cxn>
                  <a:cxn ang="0">
                    <a:pos x="connsiteX491" y="connsiteY491"/>
                  </a:cxn>
                  <a:cxn ang="0">
                    <a:pos x="connsiteX492" y="connsiteY492"/>
                  </a:cxn>
                  <a:cxn ang="0">
                    <a:pos x="connsiteX493" y="connsiteY493"/>
                  </a:cxn>
                  <a:cxn ang="0">
                    <a:pos x="connsiteX494" y="connsiteY494"/>
                  </a:cxn>
                  <a:cxn ang="0">
                    <a:pos x="connsiteX495" y="connsiteY495"/>
                  </a:cxn>
                  <a:cxn ang="0">
                    <a:pos x="connsiteX496" y="connsiteY496"/>
                  </a:cxn>
                  <a:cxn ang="0">
                    <a:pos x="connsiteX497" y="connsiteY497"/>
                  </a:cxn>
                  <a:cxn ang="0">
                    <a:pos x="connsiteX498" y="connsiteY498"/>
                  </a:cxn>
                  <a:cxn ang="0">
                    <a:pos x="connsiteX499" y="connsiteY499"/>
                  </a:cxn>
                  <a:cxn ang="0">
                    <a:pos x="connsiteX500" y="connsiteY500"/>
                  </a:cxn>
                  <a:cxn ang="0">
                    <a:pos x="connsiteX501" y="connsiteY501"/>
                  </a:cxn>
                  <a:cxn ang="0">
                    <a:pos x="connsiteX502" y="connsiteY502"/>
                  </a:cxn>
                  <a:cxn ang="0">
                    <a:pos x="connsiteX503" y="connsiteY503"/>
                  </a:cxn>
                  <a:cxn ang="0">
                    <a:pos x="connsiteX504" y="connsiteY504"/>
                  </a:cxn>
                  <a:cxn ang="0">
                    <a:pos x="connsiteX505" y="connsiteY505"/>
                  </a:cxn>
                  <a:cxn ang="0">
                    <a:pos x="connsiteX506" y="connsiteY506"/>
                  </a:cxn>
                  <a:cxn ang="0">
                    <a:pos x="connsiteX507" y="connsiteY507"/>
                  </a:cxn>
                  <a:cxn ang="0">
                    <a:pos x="connsiteX508" y="connsiteY508"/>
                  </a:cxn>
                  <a:cxn ang="0">
                    <a:pos x="connsiteX509" y="connsiteY509"/>
                  </a:cxn>
                  <a:cxn ang="0">
                    <a:pos x="connsiteX510" y="connsiteY510"/>
                  </a:cxn>
                  <a:cxn ang="0">
                    <a:pos x="connsiteX511" y="connsiteY511"/>
                  </a:cxn>
                  <a:cxn ang="0">
                    <a:pos x="connsiteX512" y="connsiteY512"/>
                  </a:cxn>
                  <a:cxn ang="0">
                    <a:pos x="connsiteX513" y="connsiteY513"/>
                  </a:cxn>
                  <a:cxn ang="0">
                    <a:pos x="connsiteX514" y="connsiteY514"/>
                  </a:cxn>
                  <a:cxn ang="0">
                    <a:pos x="connsiteX515" y="connsiteY515"/>
                  </a:cxn>
                  <a:cxn ang="0">
                    <a:pos x="connsiteX516" y="connsiteY516"/>
                  </a:cxn>
                  <a:cxn ang="0">
                    <a:pos x="connsiteX517" y="connsiteY517"/>
                  </a:cxn>
                  <a:cxn ang="0">
                    <a:pos x="connsiteX518" y="connsiteY518"/>
                  </a:cxn>
                  <a:cxn ang="0">
                    <a:pos x="connsiteX519" y="connsiteY519"/>
                  </a:cxn>
                  <a:cxn ang="0">
                    <a:pos x="connsiteX520" y="connsiteY520"/>
                  </a:cxn>
                  <a:cxn ang="0">
                    <a:pos x="connsiteX521" y="connsiteY521"/>
                  </a:cxn>
                  <a:cxn ang="0">
                    <a:pos x="connsiteX522" y="connsiteY522"/>
                  </a:cxn>
                  <a:cxn ang="0">
                    <a:pos x="connsiteX523" y="connsiteY523"/>
                  </a:cxn>
                  <a:cxn ang="0">
                    <a:pos x="connsiteX524" y="connsiteY524"/>
                  </a:cxn>
                  <a:cxn ang="0">
                    <a:pos x="connsiteX525" y="connsiteY525"/>
                  </a:cxn>
                  <a:cxn ang="0">
                    <a:pos x="connsiteX526" y="connsiteY526"/>
                  </a:cxn>
                  <a:cxn ang="0">
                    <a:pos x="connsiteX527" y="connsiteY527"/>
                  </a:cxn>
                  <a:cxn ang="0">
                    <a:pos x="connsiteX528" y="connsiteY528"/>
                  </a:cxn>
                  <a:cxn ang="0">
                    <a:pos x="connsiteX529" y="connsiteY529"/>
                  </a:cxn>
                  <a:cxn ang="0">
                    <a:pos x="connsiteX530" y="connsiteY530"/>
                  </a:cxn>
                  <a:cxn ang="0">
                    <a:pos x="connsiteX531" y="connsiteY531"/>
                  </a:cxn>
                  <a:cxn ang="0">
                    <a:pos x="connsiteX532" y="connsiteY532"/>
                  </a:cxn>
                  <a:cxn ang="0">
                    <a:pos x="connsiteX533" y="connsiteY533"/>
                  </a:cxn>
                  <a:cxn ang="0">
                    <a:pos x="connsiteX534" y="connsiteY534"/>
                  </a:cxn>
                  <a:cxn ang="0">
                    <a:pos x="connsiteX535" y="connsiteY535"/>
                  </a:cxn>
                  <a:cxn ang="0">
                    <a:pos x="connsiteX536" y="connsiteY536"/>
                  </a:cxn>
                  <a:cxn ang="0">
                    <a:pos x="connsiteX537" y="connsiteY537"/>
                  </a:cxn>
                  <a:cxn ang="0">
                    <a:pos x="connsiteX538" y="connsiteY538"/>
                  </a:cxn>
                  <a:cxn ang="0">
                    <a:pos x="connsiteX539" y="connsiteY539"/>
                  </a:cxn>
                  <a:cxn ang="0">
                    <a:pos x="connsiteX540" y="connsiteY540"/>
                  </a:cxn>
                  <a:cxn ang="0">
                    <a:pos x="connsiteX541" y="connsiteY541"/>
                  </a:cxn>
                  <a:cxn ang="0">
                    <a:pos x="connsiteX542" y="connsiteY542"/>
                  </a:cxn>
                  <a:cxn ang="0">
                    <a:pos x="connsiteX543" y="connsiteY543"/>
                  </a:cxn>
                  <a:cxn ang="0">
                    <a:pos x="connsiteX544" y="connsiteY544"/>
                  </a:cxn>
                  <a:cxn ang="0">
                    <a:pos x="connsiteX545" y="connsiteY545"/>
                  </a:cxn>
                  <a:cxn ang="0">
                    <a:pos x="connsiteX546" y="connsiteY546"/>
                  </a:cxn>
                  <a:cxn ang="0">
                    <a:pos x="connsiteX547" y="connsiteY547"/>
                  </a:cxn>
                  <a:cxn ang="0">
                    <a:pos x="connsiteX548" y="connsiteY548"/>
                  </a:cxn>
                  <a:cxn ang="0">
                    <a:pos x="connsiteX549" y="connsiteY549"/>
                  </a:cxn>
                  <a:cxn ang="0">
                    <a:pos x="connsiteX550" y="connsiteY550"/>
                  </a:cxn>
                  <a:cxn ang="0">
                    <a:pos x="connsiteX551" y="connsiteY551"/>
                  </a:cxn>
                  <a:cxn ang="0">
                    <a:pos x="connsiteX552" y="connsiteY552"/>
                  </a:cxn>
                  <a:cxn ang="0">
                    <a:pos x="connsiteX553" y="connsiteY553"/>
                  </a:cxn>
                  <a:cxn ang="0">
                    <a:pos x="connsiteX554" y="connsiteY554"/>
                  </a:cxn>
                  <a:cxn ang="0">
                    <a:pos x="connsiteX555" y="connsiteY555"/>
                  </a:cxn>
                  <a:cxn ang="0">
                    <a:pos x="connsiteX556" y="connsiteY556"/>
                  </a:cxn>
                  <a:cxn ang="0">
                    <a:pos x="connsiteX557" y="connsiteY557"/>
                  </a:cxn>
                  <a:cxn ang="0">
                    <a:pos x="connsiteX558" y="connsiteY558"/>
                  </a:cxn>
                  <a:cxn ang="0">
                    <a:pos x="connsiteX559" y="connsiteY559"/>
                  </a:cxn>
                  <a:cxn ang="0">
                    <a:pos x="connsiteX560" y="connsiteY560"/>
                  </a:cxn>
                  <a:cxn ang="0">
                    <a:pos x="connsiteX561" y="connsiteY561"/>
                  </a:cxn>
                  <a:cxn ang="0">
                    <a:pos x="connsiteX562" y="connsiteY562"/>
                  </a:cxn>
                  <a:cxn ang="0">
                    <a:pos x="connsiteX563" y="connsiteY563"/>
                  </a:cxn>
                  <a:cxn ang="0">
                    <a:pos x="connsiteX564" y="connsiteY564"/>
                  </a:cxn>
                  <a:cxn ang="0">
                    <a:pos x="connsiteX565" y="connsiteY565"/>
                  </a:cxn>
                  <a:cxn ang="0">
                    <a:pos x="connsiteX566" y="connsiteY566"/>
                  </a:cxn>
                  <a:cxn ang="0">
                    <a:pos x="connsiteX567" y="connsiteY567"/>
                  </a:cxn>
                  <a:cxn ang="0">
                    <a:pos x="connsiteX568" y="connsiteY568"/>
                  </a:cxn>
                  <a:cxn ang="0">
                    <a:pos x="connsiteX569" y="connsiteY569"/>
                  </a:cxn>
                  <a:cxn ang="0">
                    <a:pos x="connsiteX570" y="connsiteY570"/>
                  </a:cxn>
                  <a:cxn ang="0">
                    <a:pos x="connsiteX571" y="connsiteY571"/>
                  </a:cxn>
                  <a:cxn ang="0">
                    <a:pos x="connsiteX572" y="connsiteY572"/>
                  </a:cxn>
                  <a:cxn ang="0">
                    <a:pos x="connsiteX573" y="connsiteY573"/>
                  </a:cxn>
                  <a:cxn ang="0">
                    <a:pos x="connsiteX574" y="connsiteY574"/>
                  </a:cxn>
                  <a:cxn ang="0">
                    <a:pos x="connsiteX575" y="connsiteY575"/>
                  </a:cxn>
                  <a:cxn ang="0">
                    <a:pos x="connsiteX576" y="connsiteY576"/>
                  </a:cxn>
                  <a:cxn ang="0">
                    <a:pos x="connsiteX577" y="connsiteY577"/>
                  </a:cxn>
                  <a:cxn ang="0">
                    <a:pos x="connsiteX578" y="connsiteY578"/>
                  </a:cxn>
                  <a:cxn ang="0">
                    <a:pos x="connsiteX579" y="connsiteY579"/>
                  </a:cxn>
                  <a:cxn ang="0">
                    <a:pos x="connsiteX580" y="connsiteY580"/>
                  </a:cxn>
                  <a:cxn ang="0">
                    <a:pos x="connsiteX581" y="connsiteY581"/>
                  </a:cxn>
                  <a:cxn ang="0">
                    <a:pos x="connsiteX582" y="connsiteY582"/>
                  </a:cxn>
                  <a:cxn ang="0">
                    <a:pos x="connsiteX583" y="connsiteY583"/>
                  </a:cxn>
                  <a:cxn ang="0">
                    <a:pos x="connsiteX584" y="connsiteY584"/>
                  </a:cxn>
                  <a:cxn ang="0">
                    <a:pos x="connsiteX585" y="connsiteY585"/>
                  </a:cxn>
                  <a:cxn ang="0">
                    <a:pos x="connsiteX586" y="connsiteY586"/>
                  </a:cxn>
                  <a:cxn ang="0">
                    <a:pos x="connsiteX587" y="connsiteY587"/>
                  </a:cxn>
                  <a:cxn ang="0">
                    <a:pos x="connsiteX588" y="connsiteY588"/>
                  </a:cxn>
                  <a:cxn ang="0">
                    <a:pos x="connsiteX589" y="connsiteY589"/>
                  </a:cxn>
                  <a:cxn ang="0">
                    <a:pos x="connsiteX590" y="connsiteY590"/>
                  </a:cxn>
                  <a:cxn ang="0">
                    <a:pos x="connsiteX591" y="connsiteY591"/>
                  </a:cxn>
                  <a:cxn ang="0">
                    <a:pos x="connsiteX592" y="connsiteY592"/>
                  </a:cxn>
                  <a:cxn ang="0">
                    <a:pos x="connsiteX593" y="connsiteY593"/>
                  </a:cxn>
                  <a:cxn ang="0">
                    <a:pos x="connsiteX594" y="connsiteY594"/>
                  </a:cxn>
                  <a:cxn ang="0">
                    <a:pos x="connsiteX595" y="connsiteY595"/>
                  </a:cxn>
                  <a:cxn ang="0">
                    <a:pos x="connsiteX596" y="connsiteY596"/>
                  </a:cxn>
                  <a:cxn ang="0">
                    <a:pos x="connsiteX597" y="connsiteY597"/>
                  </a:cxn>
                  <a:cxn ang="0">
                    <a:pos x="connsiteX598" y="connsiteY598"/>
                  </a:cxn>
                  <a:cxn ang="0">
                    <a:pos x="connsiteX599" y="connsiteY599"/>
                  </a:cxn>
                  <a:cxn ang="0">
                    <a:pos x="connsiteX600" y="connsiteY600"/>
                  </a:cxn>
                  <a:cxn ang="0">
                    <a:pos x="connsiteX601" y="connsiteY601"/>
                  </a:cxn>
                  <a:cxn ang="0">
                    <a:pos x="connsiteX602" y="connsiteY602"/>
                  </a:cxn>
                  <a:cxn ang="0">
                    <a:pos x="connsiteX603" y="connsiteY603"/>
                  </a:cxn>
                  <a:cxn ang="0">
                    <a:pos x="connsiteX604" y="connsiteY604"/>
                  </a:cxn>
                  <a:cxn ang="0">
                    <a:pos x="connsiteX605" y="connsiteY605"/>
                  </a:cxn>
                  <a:cxn ang="0">
                    <a:pos x="connsiteX606" y="connsiteY606"/>
                  </a:cxn>
                  <a:cxn ang="0">
                    <a:pos x="connsiteX607" y="connsiteY607"/>
                  </a:cxn>
                  <a:cxn ang="0">
                    <a:pos x="connsiteX608" y="connsiteY608"/>
                  </a:cxn>
                  <a:cxn ang="0">
                    <a:pos x="connsiteX609" y="connsiteY609"/>
                  </a:cxn>
                  <a:cxn ang="0">
                    <a:pos x="connsiteX610" y="connsiteY610"/>
                  </a:cxn>
                  <a:cxn ang="0">
                    <a:pos x="connsiteX611" y="connsiteY611"/>
                  </a:cxn>
                  <a:cxn ang="0">
                    <a:pos x="connsiteX612" y="connsiteY612"/>
                  </a:cxn>
                  <a:cxn ang="0">
                    <a:pos x="connsiteX613" y="connsiteY613"/>
                  </a:cxn>
                  <a:cxn ang="0">
                    <a:pos x="connsiteX614" y="connsiteY614"/>
                  </a:cxn>
                  <a:cxn ang="0">
                    <a:pos x="connsiteX615" y="connsiteY615"/>
                  </a:cxn>
                  <a:cxn ang="0">
                    <a:pos x="connsiteX616" y="connsiteY616"/>
                  </a:cxn>
                  <a:cxn ang="0">
                    <a:pos x="connsiteX617" y="connsiteY617"/>
                  </a:cxn>
                  <a:cxn ang="0">
                    <a:pos x="connsiteX618" y="connsiteY618"/>
                  </a:cxn>
                  <a:cxn ang="0">
                    <a:pos x="connsiteX619" y="connsiteY619"/>
                  </a:cxn>
                  <a:cxn ang="0">
                    <a:pos x="connsiteX620" y="connsiteY620"/>
                  </a:cxn>
                  <a:cxn ang="0">
                    <a:pos x="connsiteX621" y="connsiteY621"/>
                  </a:cxn>
                  <a:cxn ang="0">
                    <a:pos x="connsiteX622" y="connsiteY622"/>
                  </a:cxn>
                  <a:cxn ang="0">
                    <a:pos x="connsiteX623" y="connsiteY623"/>
                  </a:cxn>
                  <a:cxn ang="0">
                    <a:pos x="connsiteX624" y="connsiteY624"/>
                  </a:cxn>
                  <a:cxn ang="0">
                    <a:pos x="connsiteX625" y="connsiteY625"/>
                  </a:cxn>
                  <a:cxn ang="0">
                    <a:pos x="connsiteX626" y="connsiteY626"/>
                  </a:cxn>
                  <a:cxn ang="0">
                    <a:pos x="connsiteX627" y="connsiteY627"/>
                  </a:cxn>
                  <a:cxn ang="0">
                    <a:pos x="connsiteX628" y="connsiteY628"/>
                  </a:cxn>
                  <a:cxn ang="0">
                    <a:pos x="connsiteX629" y="connsiteY629"/>
                  </a:cxn>
                  <a:cxn ang="0">
                    <a:pos x="connsiteX630" y="connsiteY630"/>
                  </a:cxn>
                  <a:cxn ang="0">
                    <a:pos x="connsiteX631" y="connsiteY631"/>
                  </a:cxn>
                  <a:cxn ang="0">
                    <a:pos x="connsiteX632" y="connsiteY632"/>
                  </a:cxn>
                  <a:cxn ang="0">
                    <a:pos x="connsiteX633" y="connsiteY633"/>
                  </a:cxn>
                  <a:cxn ang="0">
                    <a:pos x="connsiteX634" y="connsiteY634"/>
                  </a:cxn>
                  <a:cxn ang="0">
                    <a:pos x="connsiteX635" y="connsiteY635"/>
                  </a:cxn>
                  <a:cxn ang="0">
                    <a:pos x="connsiteX636" y="connsiteY636"/>
                  </a:cxn>
                  <a:cxn ang="0">
                    <a:pos x="connsiteX637" y="connsiteY637"/>
                  </a:cxn>
                  <a:cxn ang="0">
                    <a:pos x="connsiteX638" y="connsiteY638"/>
                  </a:cxn>
                  <a:cxn ang="0">
                    <a:pos x="connsiteX639" y="connsiteY639"/>
                  </a:cxn>
                  <a:cxn ang="0">
                    <a:pos x="connsiteX640" y="connsiteY640"/>
                  </a:cxn>
                  <a:cxn ang="0">
                    <a:pos x="connsiteX641" y="connsiteY641"/>
                  </a:cxn>
                  <a:cxn ang="0">
                    <a:pos x="connsiteX642" y="connsiteY642"/>
                  </a:cxn>
                  <a:cxn ang="0">
                    <a:pos x="connsiteX643" y="connsiteY643"/>
                  </a:cxn>
                  <a:cxn ang="0">
                    <a:pos x="connsiteX644" y="connsiteY644"/>
                  </a:cxn>
                  <a:cxn ang="0">
                    <a:pos x="connsiteX645" y="connsiteY645"/>
                  </a:cxn>
                  <a:cxn ang="0">
                    <a:pos x="connsiteX646" y="connsiteY646"/>
                  </a:cxn>
                  <a:cxn ang="0">
                    <a:pos x="connsiteX647" y="connsiteY647"/>
                  </a:cxn>
                </a:cxnLst>
                <a:rect l="l" t="t" r="r" b="b"/>
                <a:pathLst>
                  <a:path w="3028217" h="2962327">
                    <a:moveTo>
                      <a:pt x="2863236" y="2049564"/>
                    </a:moveTo>
                    <a:cubicBezTo>
                      <a:pt x="2854902" y="2049564"/>
                      <a:pt x="2847996" y="2053612"/>
                      <a:pt x="2844662" y="2065518"/>
                    </a:cubicBezTo>
                    <a:cubicBezTo>
                      <a:pt x="2840852" y="2080758"/>
                      <a:pt x="2821802" y="2104571"/>
                      <a:pt x="2847519" y="2116953"/>
                    </a:cubicBezTo>
                    <a:cubicBezTo>
                      <a:pt x="2878000" y="2131241"/>
                      <a:pt x="2877047" y="2098856"/>
                      <a:pt x="2887525" y="2084568"/>
                    </a:cubicBezTo>
                    <a:cubicBezTo>
                      <a:pt x="2888477" y="2083616"/>
                      <a:pt x="2889430" y="2080758"/>
                      <a:pt x="2890382" y="2078853"/>
                    </a:cubicBezTo>
                    <a:cubicBezTo>
                      <a:pt x="2895144" y="2071233"/>
                      <a:pt x="2896097" y="2064566"/>
                      <a:pt x="2890382" y="2057898"/>
                    </a:cubicBezTo>
                    <a:cubicBezTo>
                      <a:pt x="2881334" y="2053612"/>
                      <a:pt x="2871571" y="2049564"/>
                      <a:pt x="2863236" y="2049564"/>
                    </a:cubicBezTo>
                    <a:close/>
                    <a:moveTo>
                      <a:pt x="2453184" y="1703568"/>
                    </a:moveTo>
                    <a:cubicBezTo>
                      <a:pt x="2446516" y="1700711"/>
                      <a:pt x="2442706" y="1708331"/>
                      <a:pt x="2444611" y="1714046"/>
                    </a:cubicBezTo>
                    <a:cubicBezTo>
                      <a:pt x="2448421" y="1725476"/>
                      <a:pt x="2452231" y="1738811"/>
                      <a:pt x="2467471" y="1740716"/>
                    </a:cubicBezTo>
                    <a:cubicBezTo>
                      <a:pt x="2475091" y="1741668"/>
                      <a:pt x="2480806" y="1736906"/>
                      <a:pt x="2482711" y="1728333"/>
                    </a:cubicBezTo>
                    <a:cubicBezTo>
                      <a:pt x="2473186" y="1720713"/>
                      <a:pt x="2463661" y="1710236"/>
                      <a:pt x="2453184" y="1703568"/>
                    </a:cubicBezTo>
                    <a:close/>
                    <a:moveTo>
                      <a:pt x="802501" y="1583553"/>
                    </a:moveTo>
                    <a:cubicBezTo>
                      <a:pt x="805359" y="1585458"/>
                      <a:pt x="811074" y="1586410"/>
                      <a:pt x="812026" y="1589268"/>
                    </a:cubicBezTo>
                    <a:cubicBezTo>
                      <a:pt x="814884" y="1596888"/>
                      <a:pt x="807264" y="1597840"/>
                      <a:pt x="802501" y="1599745"/>
                    </a:cubicBezTo>
                    <a:cubicBezTo>
                      <a:pt x="797739" y="1601650"/>
                      <a:pt x="792976" y="1598793"/>
                      <a:pt x="792024" y="1594030"/>
                    </a:cubicBezTo>
                    <a:cubicBezTo>
                      <a:pt x="788214" y="1586410"/>
                      <a:pt x="794881" y="1585458"/>
                      <a:pt x="802501" y="1583553"/>
                    </a:cubicBezTo>
                    <a:close/>
                    <a:moveTo>
                      <a:pt x="573901" y="1577838"/>
                    </a:moveTo>
                    <a:cubicBezTo>
                      <a:pt x="581521" y="1579743"/>
                      <a:pt x="588189" y="1582600"/>
                      <a:pt x="592951" y="1589268"/>
                    </a:cubicBezTo>
                    <a:cubicBezTo>
                      <a:pt x="592951" y="1594982"/>
                      <a:pt x="589141" y="1596888"/>
                      <a:pt x="584379" y="1596888"/>
                    </a:cubicBezTo>
                    <a:cubicBezTo>
                      <a:pt x="575806" y="1597840"/>
                      <a:pt x="568186" y="1595935"/>
                      <a:pt x="565329" y="1587363"/>
                    </a:cubicBezTo>
                    <a:cubicBezTo>
                      <a:pt x="562471" y="1580695"/>
                      <a:pt x="568186" y="1576885"/>
                      <a:pt x="573901" y="1577838"/>
                    </a:cubicBezTo>
                    <a:close/>
                    <a:moveTo>
                      <a:pt x="698678" y="1550216"/>
                    </a:moveTo>
                    <a:cubicBezTo>
                      <a:pt x="729158" y="1545453"/>
                      <a:pt x="746303" y="1560693"/>
                      <a:pt x="763448" y="1592126"/>
                    </a:cubicBezTo>
                    <a:cubicBezTo>
                      <a:pt x="731063" y="1576886"/>
                      <a:pt x="706298" y="1611176"/>
                      <a:pt x="678676" y="1592126"/>
                    </a:cubicBezTo>
                    <a:cubicBezTo>
                      <a:pt x="675818" y="1573076"/>
                      <a:pt x="667246" y="1551168"/>
                      <a:pt x="698678" y="1550216"/>
                    </a:cubicBezTo>
                    <a:close/>
                    <a:moveTo>
                      <a:pt x="492939" y="1460681"/>
                    </a:moveTo>
                    <a:cubicBezTo>
                      <a:pt x="518656" y="1456871"/>
                      <a:pt x="541516" y="1464491"/>
                      <a:pt x="562471" y="1479731"/>
                    </a:cubicBezTo>
                    <a:cubicBezTo>
                      <a:pt x="590094" y="1499733"/>
                      <a:pt x="618669" y="1515926"/>
                      <a:pt x="646291" y="1537833"/>
                    </a:cubicBezTo>
                    <a:cubicBezTo>
                      <a:pt x="620574" y="1545453"/>
                      <a:pt x="593904" y="1560693"/>
                      <a:pt x="577711" y="1525451"/>
                    </a:cubicBezTo>
                    <a:cubicBezTo>
                      <a:pt x="567234" y="1503543"/>
                      <a:pt x="541516" y="1503543"/>
                      <a:pt x="527229" y="1487351"/>
                    </a:cubicBezTo>
                    <a:lnTo>
                      <a:pt x="525032" y="1486533"/>
                    </a:lnTo>
                    <a:lnTo>
                      <a:pt x="527229" y="1488303"/>
                    </a:lnTo>
                    <a:cubicBezTo>
                      <a:pt x="502464" y="1486398"/>
                      <a:pt x="475794" y="1465443"/>
                      <a:pt x="451029" y="1494971"/>
                    </a:cubicBezTo>
                    <a:cubicBezTo>
                      <a:pt x="453886" y="1467348"/>
                      <a:pt x="471984" y="1461633"/>
                      <a:pt x="492939" y="1460681"/>
                    </a:cubicBezTo>
                    <a:close/>
                    <a:moveTo>
                      <a:pt x="592475" y="1413889"/>
                    </a:moveTo>
                    <a:cubicBezTo>
                      <a:pt x="594380" y="1414008"/>
                      <a:pt x="596285" y="1414485"/>
                      <a:pt x="596761" y="1414961"/>
                    </a:cubicBezTo>
                    <a:cubicBezTo>
                      <a:pt x="605334" y="1423533"/>
                      <a:pt x="603428" y="1433058"/>
                      <a:pt x="595809" y="1447346"/>
                    </a:cubicBezTo>
                    <a:cubicBezTo>
                      <a:pt x="589141" y="1434011"/>
                      <a:pt x="579616" y="1426391"/>
                      <a:pt x="588189" y="1414961"/>
                    </a:cubicBezTo>
                    <a:cubicBezTo>
                      <a:pt x="588665" y="1414009"/>
                      <a:pt x="590570" y="1413770"/>
                      <a:pt x="592475" y="1413889"/>
                    </a:cubicBezTo>
                    <a:close/>
                    <a:moveTo>
                      <a:pt x="2633206" y="1174931"/>
                    </a:moveTo>
                    <a:cubicBezTo>
                      <a:pt x="2646541" y="1176836"/>
                      <a:pt x="2659876" y="1178741"/>
                      <a:pt x="2673211" y="1180646"/>
                    </a:cubicBezTo>
                    <a:cubicBezTo>
                      <a:pt x="2657018" y="1197791"/>
                      <a:pt x="2645588" y="1186361"/>
                      <a:pt x="2633206" y="1174931"/>
                    </a:cubicBezTo>
                    <a:close/>
                    <a:moveTo>
                      <a:pt x="2477948" y="1095873"/>
                    </a:moveTo>
                    <a:cubicBezTo>
                      <a:pt x="2477948" y="1101588"/>
                      <a:pt x="2478901" y="1106350"/>
                      <a:pt x="2484616" y="1110160"/>
                    </a:cubicBezTo>
                    <a:cubicBezTo>
                      <a:pt x="2478901" y="1119685"/>
                      <a:pt x="2464613" y="1121590"/>
                      <a:pt x="2464613" y="1135878"/>
                    </a:cubicBezTo>
                    <a:cubicBezTo>
                      <a:pt x="2464613" y="1153023"/>
                      <a:pt x="2454136" y="1151118"/>
                      <a:pt x="2444611" y="1144450"/>
                    </a:cubicBezTo>
                    <a:cubicBezTo>
                      <a:pt x="2434133" y="1136830"/>
                      <a:pt x="2413178" y="1133020"/>
                      <a:pt x="2415083" y="1119685"/>
                    </a:cubicBezTo>
                    <a:cubicBezTo>
                      <a:pt x="2417941" y="1101588"/>
                      <a:pt x="2436038" y="1116828"/>
                      <a:pt x="2446516" y="1114923"/>
                    </a:cubicBezTo>
                    <a:cubicBezTo>
                      <a:pt x="2458898" y="1112065"/>
                      <a:pt x="2470329" y="1106350"/>
                      <a:pt x="2477948" y="1095873"/>
                    </a:cubicBezTo>
                    <a:close/>
                    <a:moveTo>
                      <a:pt x="2344599" y="1039676"/>
                    </a:moveTo>
                    <a:cubicBezTo>
                      <a:pt x="2358886" y="1039676"/>
                      <a:pt x="2352219" y="1056821"/>
                      <a:pt x="2355076" y="1066346"/>
                    </a:cubicBezTo>
                    <a:cubicBezTo>
                      <a:pt x="2354124" y="1077776"/>
                      <a:pt x="2356981" y="1093016"/>
                      <a:pt x="2341741" y="1092063"/>
                    </a:cubicBezTo>
                    <a:cubicBezTo>
                      <a:pt x="2328406" y="1091111"/>
                      <a:pt x="2329359" y="1075871"/>
                      <a:pt x="2328406" y="1065393"/>
                    </a:cubicBezTo>
                    <a:cubicBezTo>
                      <a:pt x="2327454" y="1053011"/>
                      <a:pt x="2331264" y="1039676"/>
                      <a:pt x="2344599" y="1039676"/>
                    </a:cubicBezTo>
                    <a:close/>
                    <a:moveTo>
                      <a:pt x="699631" y="966334"/>
                    </a:moveTo>
                    <a:cubicBezTo>
                      <a:pt x="671056" y="960619"/>
                      <a:pt x="648196" y="971096"/>
                      <a:pt x="616764" y="992051"/>
                    </a:cubicBezTo>
                    <a:cubicBezTo>
                      <a:pt x="652959" y="990146"/>
                      <a:pt x="677724" y="983478"/>
                      <a:pt x="699631" y="966334"/>
                    </a:cubicBezTo>
                    <a:close/>
                    <a:moveTo>
                      <a:pt x="2786559" y="938711"/>
                    </a:moveTo>
                    <a:cubicBezTo>
                      <a:pt x="2796084" y="944426"/>
                      <a:pt x="2804656" y="939663"/>
                      <a:pt x="2814181" y="938711"/>
                    </a:cubicBezTo>
                    <a:cubicBezTo>
                      <a:pt x="2814181" y="940616"/>
                      <a:pt x="2814181" y="943473"/>
                      <a:pt x="2814181" y="945378"/>
                    </a:cubicBezTo>
                    <a:cubicBezTo>
                      <a:pt x="2803704" y="949188"/>
                      <a:pt x="2791321" y="959666"/>
                      <a:pt x="2786559" y="938711"/>
                    </a:cubicBezTo>
                    <a:close/>
                    <a:moveTo>
                      <a:pt x="737731" y="935019"/>
                    </a:moveTo>
                    <a:cubicBezTo>
                      <a:pt x="726540" y="936091"/>
                      <a:pt x="714872" y="940139"/>
                      <a:pt x="702489" y="951093"/>
                    </a:cubicBezTo>
                    <a:cubicBezTo>
                      <a:pt x="731064" y="951093"/>
                      <a:pt x="753924" y="958713"/>
                      <a:pt x="770116" y="936805"/>
                    </a:cubicBezTo>
                    <a:cubicBezTo>
                      <a:pt x="759639" y="935853"/>
                      <a:pt x="748923" y="933948"/>
                      <a:pt x="737731" y="935019"/>
                    </a:cubicBezTo>
                    <a:close/>
                    <a:moveTo>
                      <a:pt x="619383" y="880251"/>
                    </a:moveTo>
                    <a:cubicBezTo>
                      <a:pt x="616526" y="879417"/>
                      <a:pt x="612477" y="880608"/>
                      <a:pt x="608191" y="882513"/>
                    </a:cubicBezTo>
                    <a:cubicBezTo>
                      <a:pt x="589141" y="887276"/>
                      <a:pt x="539611" y="951093"/>
                      <a:pt x="541516" y="968238"/>
                    </a:cubicBezTo>
                    <a:cubicBezTo>
                      <a:pt x="543421" y="979668"/>
                      <a:pt x="550089" y="980621"/>
                      <a:pt x="558661" y="975858"/>
                    </a:cubicBezTo>
                    <a:cubicBezTo>
                      <a:pt x="569139" y="970143"/>
                      <a:pt x="576759" y="960618"/>
                      <a:pt x="578664" y="949188"/>
                    </a:cubicBezTo>
                    <a:cubicBezTo>
                      <a:pt x="582474" y="920613"/>
                      <a:pt x="601524" y="904421"/>
                      <a:pt x="623431" y="890133"/>
                    </a:cubicBezTo>
                    <a:cubicBezTo>
                      <a:pt x="623907" y="883942"/>
                      <a:pt x="622241" y="881084"/>
                      <a:pt x="619383" y="880251"/>
                    </a:cubicBezTo>
                    <a:close/>
                    <a:moveTo>
                      <a:pt x="659626" y="872036"/>
                    </a:moveTo>
                    <a:cubicBezTo>
                      <a:pt x="653911" y="870131"/>
                      <a:pt x="645339" y="876798"/>
                      <a:pt x="647244" y="879656"/>
                    </a:cubicBezTo>
                    <a:cubicBezTo>
                      <a:pt x="657721" y="901563"/>
                      <a:pt x="632956" y="928233"/>
                      <a:pt x="657721" y="950141"/>
                    </a:cubicBezTo>
                    <a:cubicBezTo>
                      <a:pt x="667246" y="936806"/>
                      <a:pt x="676771" y="926328"/>
                      <a:pt x="683439" y="913946"/>
                    </a:cubicBezTo>
                    <a:cubicBezTo>
                      <a:pt x="691059" y="897753"/>
                      <a:pt x="704394" y="924423"/>
                      <a:pt x="711061" y="910136"/>
                    </a:cubicBezTo>
                    <a:cubicBezTo>
                      <a:pt x="713919" y="903468"/>
                      <a:pt x="713919" y="896801"/>
                      <a:pt x="709156" y="891086"/>
                    </a:cubicBezTo>
                    <a:cubicBezTo>
                      <a:pt x="696774" y="875846"/>
                      <a:pt x="676771" y="876798"/>
                      <a:pt x="659626" y="872036"/>
                    </a:cubicBezTo>
                    <a:close/>
                    <a:moveTo>
                      <a:pt x="620410" y="803828"/>
                    </a:moveTo>
                    <a:cubicBezTo>
                      <a:pt x="614918" y="803575"/>
                      <a:pt x="609144" y="804646"/>
                      <a:pt x="603429" y="807266"/>
                    </a:cubicBezTo>
                    <a:cubicBezTo>
                      <a:pt x="579616" y="817743"/>
                      <a:pt x="555804" y="830126"/>
                      <a:pt x="532944" y="841556"/>
                    </a:cubicBezTo>
                    <a:cubicBezTo>
                      <a:pt x="530086" y="850128"/>
                      <a:pt x="536754" y="852033"/>
                      <a:pt x="541516" y="855843"/>
                    </a:cubicBezTo>
                    <a:cubicBezTo>
                      <a:pt x="561519" y="852986"/>
                      <a:pt x="579616" y="838698"/>
                      <a:pt x="602476" y="859653"/>
                    </a:cubicBezTo>
                    <a:cubicBezTo>
                      <a:pt x="617716" y="874893"/>
                      <a:pt x="654864" y="853938"/>
                      <a:pt x="652959" y="835841"/>
                    </a:cubicBezTo>
                    <a:cubicBezTo>
                      <a:pt x="650815" y="817267"/>
                      <a:pt x="636885" y="804587"/>
                      <a:pt x="620410" y="803828"/>
                    </a:cubicBezTo>
                    <a:close/>
                    <a:moveTo>
                      <a:pt x="2051228" y="690108"/>
                    </a:moveTo>
                    <a:cubicBezTo>
                      <a:pt x="2066468" y="695823"/>
                      <a:pt x="2079803" y="697728"/>
                      <a:pt x="2074088" y="722493"/>
                    </a:cubicBezTo>
                    <a:cubicBezTo>
                      <a:pt x="2066468" y="753925"/>
                      <a:pt x="2053133" y="773928"/>
                      <a:pt x="2021701" y="782500"/>
                    </a:cubicBezTo>
                    <a:cubicBezTo>
                      <a:pt x="2009318" y="785358"/>
                      <a:pt x="1997888" y="785358"/>
                      <a:pt x="2000746" y="772023"/>
                    </a:cubicBezTo>
                    <a:cubicBezTo>
                      <a:pt x="2006461" y="745353"/>
                      <a:pt x="2008366" y="714873"/>
                      <a:pt x="2036941" y="698680"/>
                    </a:cubicBezTo>
                    <a:cubicBezTo>
                      <a:pt x="2040751" y="694870"/>
                      <a:pt x="2045513" y="692965"/>
                      <a:pt x="2051228" y="690108"/>
                    </a:cubicBezTo>
                    <a:close/>
                    <a:moveTo>
                      <a:pt x="2111236" y="608669"/>
                    </a:moveTo>
                    <a:cubicBezTo>
                      <a:pt x="2115046" y="609621"/>
                      <a:pt x="2116951" y="613431"/>
                      <a:pt x="2113141" y="623433"/>
                    </a:cubicBezTo>
                    <a:cubicBezTo>
                      <a:pt x="2113141" y="624385"/>
                      <a:pt x="2112189" y="625338"/>
                      <a:pt x="2111236" y="626290"/>
                    </a:cubicBezTo>
                    <a:cubicBezTo>
                      <a:pt x="2147431" y="643435"/>
                      <a:pt x="2126476" y="692013"/>
                      <a:pt x="2159814" y="711063"/>
                    </a:cubicBezTo>
                    <a:cubicBezTo>
                      <a:pt x="2178864" y="721540"/>
                      <a:pt x="2174101" y="752020"/>
                      <a:pt x="2199819" y="758688"/>
                    </a:cubicBezTo>
                    <a:cubicBezTo>
                      <a:pt x="2206486" y="760593"/>
                      <a:pt x="2189341" y="798693"/>
                      <a:pt x="2176959" y="800598"/>
                    </a:cubicBezTo>
                    <a:cubicBezTo>
                      <a:pt x="2149336" y="805360"/>
                      <a:pt x="2120761" y="810123"/>
                      <a:pt x="2092186" y="814885"/>
                    </a:cubicBezTo>
                    <a:cubicBezTo>
                      <a:pt x="2089329" y="799645"/>
                      <a:pt x="2128381" y="789168"/>
                      <a:pt x="2092186" y="777738"/>
                    </a:cubicBezTo>
                    <a:cubicBezTo>
                      <a:pt x="2098854" y="765355"/>
                      <a:pt x="2098854" y="749163"/>
                      <a:pt x="2111236" y="740590"/>
                    </a:cubicBezTo>
                    <a:cubicBezTo>
                      <a:pt x="2127429" y="729160"/>
                      <a:pt x="2118856" y="712015"/>
                      <a:pt x="2110284" y="710110"/>
                    </a:cubicBezTo>
                    <a:cubicBezTo>
                      <a:pt x="2086471" y="705348"/>
                      <a:pt x="2087424" y="682488"/>
                      <a:pt x="2076946" y="669153"/>
                    </a:cubicBezTo>
                    <a:cubicBezTo>
                      <a:pt x="2062659" y="651055"/>
                      <a:pt x="2076946" y="617718"/>
                      <a:pt x="2097901" y="611050"/>
                    </a:cubicBezTo>
                    <a:cubicBezTo>
                      <a:pt x="2101711" y="609621"/>
                      <a:pt x="2107426" y="607716"/>
                      <a:pt x="2111236" y="608669"/>
                    </a:cubicBezTo>
                    <a:close/>
                    <a:moveTo>
                      <a:pt x="927279" y="479605"/>
                    </a:moveTo>
                    <a:cubicBezTo>
                      <a:pt x="932041" y="477700"/>
                      <a:pt x="935851" y="480558"/>
                      <a:pt x="933946" y="486273"/>
                    </a:cubicBezTo>
                    <a:cubicBezTo>
                      <a:pt x="932041" y="490083"/>
                      <a:pt x="929184" y="492941"/>
                      <a:pt x="929184" y="493893"/>
                    </a:cubicBezTo>
                    <a:cubicBezTo>
                      <a:pt x="919659" y="493893"/>
                      <a:pt x="917754" y="491035"/>
                      <a:pt x="919659" y="488178"/>
                    </a:cubicBezTo>
                    <a:cubicBezTo>
                      <a:pt x="921564" y="484368"/>
                      <a:pt x="924421" y="480558"/>
                      <a:pt x="927279" y="479605"/>
                    </a:cubicBezTo>
                    <a:close/>
                    <a:moveTo>
                      <a:pt x="1938089" y="417931"/>
                    </a:moveTo>
                    <a:cubicBezTo>
                      <a:pt x="1948537" y="420431"/>
                      <a:pt x="1955503" y="431504"/>
                      <a:pt x="1959789" y="441505"/>
                    </a:cubicBezTo>
                    <a:cubicBezTo>
                      <a:pt x="1967409" y="457698"/>
                      <a:pt x="1952169" y="461508"/>
                      <a:pt x="1940739" y="466270"/>
                    </a:cubicBezTo>
                    <a:cubicBezTo>
                      <a:pt x="1909306" y="478653"/>
                      <a:pt x="1880731" y="501513"/>
                      <a:pt x="1842631" y="480558"/>
                    </a:cubicBezTo>
                    <a:cubicBezTo>
                      <a:pt x="1829296" y="472938"/>
                      <a:pt x="1832154" y="467223"/>
                      <a:pt x="1832154" y="458650"/>
                    </a:cubicBezTo>
                    <a:cubicBezTo>
                      <a:pt x="1828344" y="450078"/>
                      <a:pt x="1835964" y="442458"/>
                      <a:pt x="1833106" y="431980"/>
                    </a:cubicBezTo>
                    <a:cubicBezTo>
                      <a:pt x="1828344" y="420550"/>
                      <a:pt x="1835011" y="416740"/>
                      <a:pt x="1845489" y="423408"/>
                    </a:cubicBezTo>
                    <a:cubicBezTo>
                      <a:pt x="1847394" y="430075"/>
                      <a:pt x="1849299" y="439600"/>
                      <a:pt x="1857871" y="432933"/>
                    </a:cubicBezTo>
                    <a:cubicBezTo>
                      <a:pt x="1878826" y="418645"/>
                      <a:pt x="1903591" y="426265"/>
                      <a:pt x="1926451" y="418645"/>
                    </a:cubicBezTo>
                    <a:cubicBezTo>
                      <a:pt x="1930737" y="417216"/>
                      <a:pt x="1934607" y="417097"/>
                      <a:pt x="1938089" y="417931"/>
                    </a:cubicBezTo>
                    <a:close/>
                    <a:moveTo>
                      <a:pt x="904419" y="389118"/>
                    </a:moveTo>
                    <a:cubicBezTo>
                      <a:pt x="915849" y="404358"/>
                      <a:pt x="928231" y="418646"/>
                      <a:pt x="938709" y="433886"/>
                    </a:cubicBezTo>
                    <a:cubicBezTo>
                      <a:pt x="940614" y="436743"/>
                      <a:pt x="940614" y="441505"/>
                      <a:pt x="942519" y="446268"/>
                    </a:cubicBezTo>
                    <a:cubicBezTo>
                      <a:pt x="938709" y="447221"/>
                      <a:pt x="932041" y="450078"/>
                      <a:pt x="931089" y="449125"/>
                    </a:cubicBezTo>
                    <a:cubicBezTo>
                      <a:pt x="912991" y="426266"/>
                      <a:pt x="896799" y="440553"/>
                      <a:pt x="878701" y="449125"/>
                    </a:cubicBezTo>
                    <a:cubicBezTo>
                      <a:pt x="871081" y="452936"/>
                      <a:pt x="863461" y="446268"/>
                      <a:pt x="856794" y="443411"/>
                    </a:cubicBezTo>
                    <a:cubicBezTo>
                      <a:pt x="835839" y="424361"/>
                      <a:pt x="864414" y="422455"/>
                      <a:pt x="867271" y="412930"/>
                    </a:cubicBezTo>
                    <a:cubicBezTo>
                      <a:pt x="878701" y="402453"/>
                      <a:pt x="887274" y="388166"/>
                      <a:pt x="904419" y="389118"/>
                    </a:cubicBezTo>
                    <a:close/>
                    <a:moveTo>
                      <a:pt x="1062534" y="340541"/>
                    </a:moveTo>
                    <a:cubicBezTo>
                      <a:pt x="1073011" y="340541"/>
                      <a:pt x="1082536" y="340541"/>
                      <a:pt x="1083489" y="353876"/>
                    </a:cubicBezTo>
                    <a:cubicBezTo>
                      <a:pt x="1073964" y="356733"/>
                      <a:pt x="1066344" y="373878"/>
                      <a:pt x="1053961" y="360543"/>
                    </a:cubicBezTo>
                    <a:cubicBezTo>
                      <a:pt x="1045389" y="351018"/>
                      <a:pt x="1054914" y="345303"/>
                      <a:pt x="1062534" y="340541"/>
                    </a:cubicBezTo>
                    <a:close/>
                    <a:moveTo>
                      <a:pt x="2471113" y="336025"/>
                    </a:moveTo>
                    <a:cubicBezTo>
                      <a:pt x="2489315" y="339763"/>
                      <a:pt x="2505689" y="355066"/>
                      <a:pt x="2521763" y="370068"/>
                    </a:cubicBezTo>
                    <a:cubicBezTo>
                      <a:pt x="2652256" y="491988"/>
                      <a:pt x="2764651" y="627243"/>
                      <a:pt x="2848471" y="785358"/>
                    </a:cubicBezTo>
                    <a:cubicBezTo>
                      <a:pt x="2875141" y="835841"/>
                      <a:pt x="2898953" y="887276"/>
                      <a:pt x="2920861" y="940616"/>
                    </a:cubicBezTo>
                    <a:cubicBezTo>
                      <a:pt x="2925623" y="952046"/>
                      <a:pt x="2938006" y="963476"/>
                      <a:pt x="2926576" y="977763"/>
                    </a:cubicBezTo>
                    <a:cubicBezTo>
                      <a:pt x="2893238" y="978716"/>
                      <a:pt x="2872283" y="955856"/>
                      <a:pt x="2847518" y="938711"/>
                    </a:cubicBezTo>
                    <a:cubicBezTo>
                      <a:pt x="2844661" y="919661"/>
                      <a:pt x="2858948" y="906326"/>
                      <a:pt x="2864663" y="890133"/>
                    </a:cubicBezTo>
                    <a:cubicBezTo>
                      <a:pt x="2846566" y="892991"/>
                      <a:pt x="2829421" y="903468"/>
                      <a:pt x="2810371" y="908231"/>
                    </a:cubicBezTo>
                    <a:cubicBezTo>
                      <a:pt x="2792273" y="911088"/>
                      <a:pt x="2774176" y="912041"/>
                      <a:pt x="2757031" y="904421"/>
                    </a:cubicBezTo>
                    <a:cubicBezTo>
                      <a:pt x="2741791" y="897753"/>
                      <a:pt x="2733218" y="902516"/>
                      <a:pt x="2728456" y="916803"/>
                    </a:cubicBezTo>
                    <a:cubicBezTo>
                      <a:pt x="2724646" y="935853"/>
                      <a:pt x="2713216" y="952998"/>
                      <a:pt x="2707501" y="971096"/>
                    </a:cubicBezTo>
                    <a:cubicBezTo>
                      <a:pt x="2702738" y="984431"/>
                      <a:pt x="2699881" y="997766"/>
                      <a:pt x="2706548" y="1011101"/>
                    </a:cubicBezTo>
                    <a:cubicBezTo>
                      <a:pt x="2712263" y="1021578"/>
                      <a:pt x="2722741" y="1031103"/>
                      <a:pt x="2712263" y="1044438"/>
                    </a:cubicBezTo>
                    <a:cubicBezTo>
                      <a:pt x="2722979" y="1032294"/>
                      <a:pt x="2735302" y="1023900"/>
                      <a:pt x="2750438" y="1026892"/>
                    </a:cubicBezTo>
                    <a:lnTo>
                      <a:pt x="2757317" y="1029909"/>
                    </a:lnTo>
                    <a:lnTo>
                      <a:pt x="2760842" y="1028246"/>
                    </a:lnTo>
                    <a:cubicBezTo>
                      <a:pt x="2768462" y="1021578"/>
                      <a:pt x="2775130" y="1013006"/>
                      <a:pt x="2785607" y="1010148"/>
                    </a:cubicBezTo>
                    <a:cubicBezTo>
                      <a:pt x="2791798" y="1008243"/>
                      <a:pt x="2798228" y="1006814"/>
                      <a:pt x="2804538" y="1006457"/>
                    </a:cubicBezTo>
                    <a:cubicBezTo>
                      <a:pt x="2810848" y="1006100"/>
                      <a:pt x="2817040" y="1006814"/>
                      <a:pt x="2822755" y="1009196"/>
                    </a:cubicBezTo>
                    <a:cubicBezTo>
                      <a:pt x="2859902" y="1023483"/>
                      <a:pt x="2898955" y="1027293"/>
                      <a:pt x="2938959" y="1031103"/>
                    </a:cubicBezTo>
                    <a:cubicBezTo>
                      <a:pt x="2955152" y="1033008"/>
                      <a:pt x="2957057" y="1047296"/>
                      <a:pt x="2959915" y="1058726"/>
                    </a:cubicBezTo>
                    <a:cubicBezTo>
                      <a:pt x="2990394" y="1159691"/>
                      <a:pt x="3010397" y="1262561"/>
                      <a:pt x="3021827" y="1368288"/>
                    </a:cubicBezTo>
                    <a:cubicBezTo>
                      <a:pt x="3029447" y="1433058"/>
                      <a:pt x="3025637" y="1497828"/>
                      <a:pt x="3027542" y="1562598"/>
                    </a:cubicBezTo>
                    <a:cubicBezTo>
                      <a:pt x="3027542" y="1573076"/>
                      <a:pt x="3031352" y="1585458"/>
                      <a:pt x="3020874" y="1594983"/>
                    </a:cubicBezTo>
                    <a:cubicBezTo>
                      <a:pt x="2992299" y="1573076"/>
                      <a:pt x="2963724" y="1551168"/>
                      <a:pt x="2958009" y="1512116"/>
                    </a:cubicBezTo>
                    <a:cubicBezTo>
                      <a:pt x="2954199" y="1483541"/>
                      <a:pt x="2933244" y="1467348"/>
                      <a:pt x="2918005" y="1446393"/>
                    </a:cubicBezTo>
                    <a:cubicBezTo>
                      <a:pt x="2898955" y="1421628"/>
                      <a:pt x="2888477" y="1390196"/>
                      <a:pt x="2860855" y="1371146"/>
                    </a:cubicBezTo>
                    <a:cubicBezTo>
                      <a:pt x="2846567" y="1368288"/>
                      <a:pt x="2836089" y="1359716"/>
                      <a:pt x="2831327" y="1343523"/>
                    </a:cubicBezTo>
                    <a:cubicBezTo>
                      <a:pt x="2835137" y="1360668"/>
                      <a:pt x="2849424" y="1368288"/>
                      <a:pt x="2856092" y="1380671"/>
                    </a:cubicBezTo>
                    <a:cubicBezTo>
                      <a:pt x="2882762" y="1424486"/>
                      <a:pt x="2896097" y="1474968"/>
                      <a:pt x="2930387" y="1514021"/>
                    </a:cubicBezTo>
                    <a:cubicBezTo>
                      <a:pt x="2938007" y="1522593"/>
                      <a:pt x="2938959" y="1534976"/>
                      <a:pt x="2939912" y="1546406"/>
                    </a:cubicBezTo>
                    <a:cubicBezTo>
                      <a:pt x="2941817" y="1566408"/>
                      <a:pt x="2950390" y="1582601"/>
                      <a:pt x="2962772" y="1597841"/>
                    </a:cubicBezTo>
                    <a:cubicBezTo>
                      <a:pt x="2983727" y="1622606"/>
                      <a:pt x="2993252" y="1652133"/>
                      <a:pt x="2999919" y="1683566"/>
                    </a:cubicBezTo>
                    <a:cubicBezTo>
                      <a:pt x="3023732" y="1698806"/>
                      <a:pt x="3015159" y="1721666"/>
                      <a:pt x="3012302" y="1740716"/>
                    </a:cubicBezTo>
                    <a:cubicBezTo>
                      <a:pt x="2988490" y="1885496"/>
                      <a:pt x="2951342" y="2026466"/>
                      <a:pt x="2886572" y="2158864"/>
                    </a:cubicBezTo>
                    <a:cubicBezTo>
                      <a:pt x="2872284" y="2188391"/>
                      <a:pt x="2858949" y="2218871"/>
                      <a:pt x="2841805" y="2246493"/>
                    </a:cubicBezTo>
                    <a:cubicBezTo>
                      <a:pt x="2837042" y="2255066"/>
                      <a:pt x="2835137" y="2266496"/>
                      <a:pt x="2821802" y="2266496"/>
                    </a:cubicBezTo>
                    <a:cubicBezTo>
                      <a:pt x="2812277" y="2260781"/>
                      <a:pt x="2812277" y="2249351"/>
                      <a:pt x="2808467" y="2240778"/>
                    </a:cubicBezTo>
                    <a:cubicBezTo>
                      <a:pt x="2794180" y="2222681"/>
                      <a:pt x="2796084" y="2198868"/>
                      <a:pt x="2785607" y="2172198"/>
                    </a:cubicBezTo>
                    <a:cubicBezTo>
                      <a:pt x="2795132" y="2196011"/>
                      <a:pt x="2791322" y="2217918"/>
                      <a:pt x="2805609" y="2234111"/>
                    </a:cubicBezTo>
                    <a:cubicBezTo>
                      <a:pt x="2812277" y="2246493"/>
                      <a:pt x="2811324" y="2261733"/>
                      <a:pt x="2821802" y="2273164"/>
                    </a:cubicBezTo>
                    <a:cubicBezTo>
                      <a:pt x="2795132" y="2339839"/>
                      <a:pt x="2750364" y="2394131"/>
                      <a:pt x="2708455" y="2451281"/>
                    </a:cubicBezTo>
                    <a:cubicBezTo>
                      <a:pt x="2661782" y="2514146"/>
                      <a:pt x="2606537" y="2568439"/>
                      <a:pt x="2551292" y="2622731"/>
                    </a:cubicBezTo>
                    <a:cubicBezTo>
                      <a:pt x="2527480" y="2646543"/>
                      <a:pt x="2502714" y="2666546"/>
                      <a:pt x="2476997" y="2687501"/>
                    </a:cubicBezTo>
                    <a:cubicBezTo>
                      <a:pt x="2465567" y="2677976"/>
                      <a:pt x="2476997" y="2661783"/>
                      <a:pt x="2463662" y="2655116"/>
                    </a:cubicBezTo>
                    <a:cubicBezTo>
                      <a:pt x="2469377" y="2608443"/>
                      <a:pt x="2446517" y="2570343"/>
                      <a:pt x="2425562" y="2533196"/>
                    </a:cubicBezTo>
                    <a:cubicBezTo>
                      <a:pt x="2392224" y="2475093"/>
                      <a:pt x="2414132" y="2424611"/>
                      <a:pt x="2439849" y="2375081"/>
                    </a:cubicBezTo>
                    <a:cubicBezTo>
                      <a:pt x="2453184" y="2349364"/>
                      <a:pt x="2458899" y="2330314"/>
                      <a:pt x="2449374" y="2301739"/>
                    </a:cubicBezTo>
                    <a:cubicBezTo>
                      <a:pt x="2439849" y="2272211"/>
                      <a:pt x="2442707" y="2240778"/>
                      <a:pt x="2430324" y="2210298"/>
                    </a:cubicBezTo>
                    <a:cubicBezTo>
                      <a:pt x="2420799" y="2187439"/>
                      <a:pt x="2416989" y="2160768"/>
                      <a:pt x="2396987" y="2144576"/>
                    </a:cubicBezTo>
                    <a:cubicBezTo>
                      <a:pt x="2352219" y="2107428"/>
                      <a:pt x="2357934" y="2060756"/>
                      <a:pt x="2370317" y="2012178"/>
                    </a:cubicBezTo>
                    <a:cubicBezTo>
                      <a:pt x="2372222" y="2005511"/>
                      <a:pt x="2374127" y="1998843"/>
                      <a:pt x="2374127" y="1992176"/>
                    </a:cubicBezTo>
                    <a:cubicBezTo>
                      <a:pt x="2376984" y="1954076"/>
                      <a:pt x="2356982" y="1935978"/>
                      <a:pt x="2319834" y="1944551"/>
                    </a:cubicBezTo>
                    <a:cubicBezTo>
                      <a:pt x="2303642" y="1948361"/>
                      <a:pt x="2292212" y="1948361"/>
                      <a:pt x="2282687" y="1931216"/>
                    </a:cubicBezTo>
                    <a:cubicBezTo>
                      <a:pt x="2263637" y="1897878"/>
                      <a:pt x="2235062" y="1889306"/>
                      <a:pt x="2200772" y="1905498"/>
                    </a:cubicBezTo>
                    <a:cubicBezTo>
                      <a:pt x="2186484" y="1912166"/>
                      <a:pt x="2171244" y="1918833"/>
                      <a:pt x="2157909" y="1926453"/>
                    </a:cubicBezTo>
                    <a:cubicBezTo>
                      <a:pt x="2140764" y="1935978"/>
                      <a:pt x="2124572" y="1938836"/>
                      <a:pt x="2106474" y="1931216"/>
                    </a:cubicBezTo>
                    <a:cubicBezTo>
                      <a:pt x="2083614" y="1921691"/>
                      <a:pt x="2059802" y="1925501"/>
                      <a:pt x="2040752" y="1937883"/>
                    </a:cubicBezTo>
                    <a:cubicBezTo>
                      <a:pt x="2012177" y="1956933"/>
                      <a:pt x="1991222" y="1941693"/>
                      <a:pt x="1974077" y="1924548"/>
                    </a:cubicBezTo>
                    <a:cubicBezTo>
                      <a:pt x="1956932" y="1907403"/>
                      <a:pt x="1938834" y="1892163"/>
                      <a:pt x="1919784" y="1877876"/>
                    </a:cubicBezTo>
                    <a:cubicBezTo>
                      <a:pt x="1909307" y="1870256"/>
                      <a:pt x="1899782" y="1861683"/>
                      <a:pt x="1896924" y="1849301"/>
                    </a:cubicBezTo>
                    <a:cubicBezTo>
                      <a:pt x="1889304" y="1812153"/>
                      <a:pt x="1862634" y="1789293"/>
                      <a:pt x="1839774" y="1762623"/>
                    </a:cubicBezTo>
                    <a:cubicBezTo>
                      <a:pt x="1827392" y="1748336"/>
                      <a:pt x="1815962" y="1694043"/>
                      <a:pt x="1822629" y="1676898"/>
                    </a:cubicBezTo>
                    <a:cubicBezTo>
                      <a:pt x="1840727" y="1632131"/>
                      <a:pt x="1846442" y="1585458"/>
                      <a:pt x="1829297" y="1537833"/>
                    </a:cubicBezTo>
                    <a:cubicBezTo>
                      <a:pt x="1826439" y="1530213"/>
                      <a:pt x="1823582" y="1522593"/>
                      <a:pt x="1828344" y="1514973"/>
                    </a:cubicBezTo>
                    <a:cubicBezTo>
                      <a:pt x="1854062" y="1466396"/>
                      <a:pt x="1875017" y="1416866"/>
                      <a:pt x="1909307" y="1373051"/>
                    </a:cubicBezTo>
                    <a:cubicBezTo>
                      <a:pt x="1915022" y="1366383"/>
                      <a:pt x="1923594" y="1365431"/>
                      <a:pt x="1929309" y="1361621"/>
                    </a:cubicBezTo>
                    <a:cubicBezTo>
                      <a:pt x="1954074" y="1345428"/>
                      <a:pt x="1976934" y="1330188"/>
                      <a:pt x="1977887" y="1293041"/>
                    </a:cubicBezTo>
                    <a:cubicBezTo>
                      <a:pt x="1978839" y="1267323"/>
                      <a:pt x="1992174" y="1239701"/>
                      <a:pt x="2019797" y="1227318"/>
                    </a:cubicBezTo>
                    <a:cubicBezTo>
                      <a:pt x="2040752" y="1217793"/>
                      <a:pt x="2050277" y="1201601"/>
                      <a:pt x="2051229" y="1178741"/>
                    </a:cubicBezTo>
                    <a:cubicBezTo>
                      <a:pt x="2058849" y="1162548"/>
                      <a:pt x="2071232" y="1167311"/>
                      <a:pt x="2083614" y="1172073"/>
                    </a:cubicBezTo>
                    <a:cubicBezTo>
                      <a:pt x="2111237" y="1181598"/>
                      <a:pt x="2136002" y="1178741"/>
                      <a:pt x="2161719" y="1162548"/>
                    </a:cubicBezTo>
                    <a:cubicBezTo>
                      <a:pt x="2193152" y="1142546"/>
                      <a:pt x="2229347" y="1134926"/>
                      <a:pt x="2266494" y="1136831"/>
                    </a:cubicBezTo>
                    <a:cubicBezTo>
                      <a:pt x="2288402" y="1137783"/>
                      <a:pt x="2310309" y="1137783"/>
                      <a:pt x="2331264" y="1133021"/>
                    </a:cubicBezTo>
                    <a:cubicBezTo>
                      <a:pt x="2370317" y="1123496"/>
                      <a:pt x="2397939" y="1138736"/>
                      <a:pt x="2387462" y="1197791"/>
                    </a:cubicBezTo>
                    <a:cubicBezTo>
                      <a:pt x="2384604" y="1213983"/>
                      <a:pt x="2384604" y="1228271"/>
                      <a:pt x="2400797" y="1229223"/>
                    </a:cubicBezTo>
                    <a:cubicBezTo>
                      <a:pt x="2447469" y="1231128"/>
                      <a:pt x="2477949" y="1266371"/>
                      <a:pt x="2517002" y="1283516"/>
                    </a:cubicBezTo>
                    <a:cubicBezTo>
                      <a:pt x="2538909" y="1293041"/>
                      <a:pt x="2550339" y="1296851"/>
                      <a:pt x="2556055" y="1266371"/>
                    </a:cubicBezTo>
                    <a:cubicBezTo>
                      <a:pt x="2561769" y="1236843"/>
                      <a:pt x="2589392" y="1227318"/>
                      <a:pt x="2617967" y="1241606"/>
                    </a:cubicBezTo>
                    <a:cubicBezTo>
                      <a:pt x="2644637" y="1254941"/>
                      <a:pt x="2673212" y="1262561"/>
                      <a:pt x="2701787" y="1271133"/>
                    </a:cubicBezTo>
                    <a:cubicBezTo>
                      <a:pt x="2743697" y="1283516"/>
                      <a:pt x="2782749" y="1259703"/>
                      <a:pt x="2823707" y="1270181"/>
                    </a:cubicBezTo>
                    <a:cubicBezTo>
                      <a:pt x="2833232" y="1272086"/>
                      <a:pt x="2840852" y="1262561"/>
                      <a:pt x="2842757" y="1253988"/>
                    </a:cubicBezTo>
                    <a:cubicBezTo>
                      <a:pt x="2847519" y="1233033"/>
                      <a:pt x="2856092" y="1212078"/>
                      <a:pt x="2857997" y="1191123"/>
                    </a:cubicBezTo>
                    <a:cubicBezTo>
                      <a:pt x="2861807" y="1157786"/>
                      <a:pt x="2857044" y="1154928"/>
                      <a:pt x="2824659" y="1163501"/>
                    </a:cubicBezTo>
                    <a:cubicBezTo>
                      <a:pt x="2807514" y="1168263"/>
                      <a:pt x="2793227" y="1167311"/>
                      <a:pt x="2781797" y="1153023"/>
                    </a:cubicBezTo>
                    <a:lnTo>
                      <a:pt x="2778142" y="1149005"/>
                    </a:lnTo>
                    <a:lnTo>
                      <a:pt x="2758579" y="1157637"/>
                    </a:lnTo>
                    <a:cubicBezTo>
                      <a:pt x="2730182" y="1164691"/>
                      <a:pt x="2706072" y="1153261"/>
                      <a:pt x="2684641" y="1122543"/>
                    </a:cubicBezTo>
                    <a:cubicBezTo>
                      <a:pt x="2676068" y="1110161"/>
                      <a:pt x="2672258" y="1095873"/>
                      <a:pt x="2664638" y="1083491"/>
                    </a:cubicBezTo>
                    <a:cubicBezTo>
                      <a:pt x="2658923" y="1073966"/>
                      <a:pt x="2664638" y="1054916"/>
                      <a:pt x="2646541" y="1054916"/>
                    </a:cubicBezTo>
                    <a:cubicBezTo>
                      <a:pt x="2631301" y="1055868"/>
                      <a:pt x="2616061" y="1061583"/>
                      <a:pt x="2610346" y="1080633"/>
                    </a:cubicBezTo>
                    <a:lnTo>
                      <a:pt x="2609202" y="1082346"/>
                    </a:lnTo>
                    <a:lnTo>
                      <a:pt x="2613204" y="1086348"/>
                    </a:lnTo>
                    <a:cubicBezTo>
                      <a:pt x="2619871" y="1093968"/>
                      <a:pt x="2626539" y="1101588"/>
                      <a:pt x="2632254" y="1108255"/>
                    </a:cubicBezTo>
                    <a:cubicBezTo>
                      <a:pt x="2619871" y="1117780"/>
                      <a:pt x="2617014" y="1133020"/>
                      <a:pt x="2609394" y="1145403"/>
                    </a:cubicBezTo>
                    <a:cubicBezTo>
                      <a:pt x="2602726" y="1154928"/>
                      <a:pt x="2586534" y="1142545"/>
                      <a:pt x="2584629" y="1132068"/>
                    </a:cubicBezTo>
                    <a:cubicBezTo>
                      <a:pt x="2581771" y="1117780"/>
                      <a:pt x="2574151" y="1106350"/>
                      <a:pt x="2566055" y="1095397"/>
                    </a:cubicBezTo>
                    <a:lnTo>
                      <a:pt x="2558490" y="1083461"/>
                    </a:lnTo>
                    <a:lnTo>
                      <a:pt x="2545576" y="1071108"/>
                    </a:lnTo>
                    <a:cubicBezTo>
                      <a:pt x="2541766" y="1068251"/>
                      <a:pt x="2537003" y="1065393"/>
                      <a:pt x="2536051" y="1061583"/>
                    </a:cubicBezTo>
                    <a:cubicBezTo>
                      <a:pt x="2522716" y="1003481"/>
                      <a:pt x="2462708" y="991098"/>
                      <a:pt x="2429371" y="952046"/>
                    </a:cubicBezTo>
                    <a:cubicBezTo>
                      <a:pt x="2426513" y="949188"/>
                      <a:pt x="2421751" y="947283"/>
                      <a:pt x="2417941" y="944426"/>
                    </a:cubicBezTo>
                    <a:cubicBezTo>
                      <a:pt x="2416036" y="943473"/>
                      <a:pt x="2413178" y="943473"/>
                      <a:pt x="2407463" y="947283"/>
                    </a:cubicBezTo>
                    <a:cubicBezTo>
                      <a:pt x="2425561" y="973001"/>
                      <a:pt x="2440801" y="998718"/>
                      <a:pt x="2469376" y="1014911"/>
                    </a:cubicBezTo>
                    <a:cubicBezTo>
                      <a:pt x="2483663" y="1023483"/>
                      <a:pt x="2500808" y="1028246"/>
                      <a:pt x="2509381" y="1044438"/>
                    </a:cubicBezTo>
                    <a:cubicBezTo>
                      <a:pt x="2510333" y="1049201"/>
                      <a:pt x="2508428" y="1053963"/>
                      <a:pt x="2504618" y="1057773"/>
                    </a:cubicBezTo>
                    <a:cubicBezTo>
                      <a:pt x="2500808" y="1066346"/>
                      <a:pt x="2479853" y="1059678"/>
                      <a:pt x="2488426" y="1077776"/>
                    </a:cubicBezTo>
                    <a:cubicBezTo>
                      <a:pt x="2485568" y="1082538"/>
                      <a:pt x="2481758" y="1084443"/>
                      <a:pt x="2476996" y="1084443"/>
                    </a:cubicBezTo>
                    <a:cubicBezTo>
                      <a:pt x="2437943" y="1050153"/>
                      <a:pt x="2385556" y="1032056"/>
                      <a:pt x="2356028" y="985383"/>
                    </a:cubicBezTo>
                    <a:cubicBezTo>
                      <a:pt x="2346503" y="970143"/>
                      <a:pt x="2333168" y="968238"/>
                      <a:pt x="2317928" y="978716"/>
                    </a:cubicBezTo>
                    <a:cubicBezTo>
                      <a:pt x="2310308" y="984431"/>
                      <a:pt x="2301736" y="994908"/>
                      <a:pt x="2295068" y="993003"/>
                    </a:cubicBezTo>
                    <a:cubicBezTo>
                      <a:pt x="2237918" y="978716"/>
                      <a:pt x="2232203" y="1040628"/>
                      <a:pt x="2196008" y="1057773"/>
                    </a:cubicBezTo>
                    <a:cubicBezTo>
                      <a:pt x="2185531" y="1062536"/>
                      <a:pt x="2183626" y="1075871"/>
                      <a:pt x="2181721" y="1087301"/>
                    </a:cubicBezTo>
                    <a:cubicBezTo>
                      <a:pt x="2172196" y="1130163"/>
                      <a:pt x="2149336" y="1152071"/>
                      <a:pt x="2105521" y="1157786"/>
                    </a:cubicBezTo>
                    <a:cubicBezTo>
                      <a:pt x="2088376" y="1159691"/>
                      <a:pt x="2069326" y="1179693"/>
                      <a:pt x="2053133" y="1155881"/>
                    </a:cubicBezTo>
                    <a:cubicBezTo>
                      <a:pt x="2052181" y="1145403"/>
                      <a:pt x="2048371" y="1137783"/>
                      <a:pt x="2036941" y="1136831"/>
                    </a:cubicBezTo>
                    <a:cubicBezTo>
                      <a:pt x="2026463" y="1135878"/>
                      <a:pt x="2010271" y="1148261"/>
                      <a:pt x="2008366" y="1131116"/>
                    </a:cubicBezTo>
                    <a:cubicBezTo>
                      <a:pt x="2005508" y="1113018"/>
                      <a:pt x="1993126" y="1094921"/>
                      <a:pt x="2001698" y="1074918"/>
                    </a:cubicBezTo>
                    <a:cubicBezTo>
                      <a:pt x="2011223" y="1051106"/>
                      <a:pt x="2015986" y="1027293"/>
                      <a:pt x="2008366" y="1001576"/>
                    </a:cubicBezTo>
                    <a:cubicBezTo>
                      <a:pt x="2002651" y="979668"/>
                      <a:pt x="2021701" y="978716"/>
                      <a:pt x="2035988" y="977763"/>
                    </a:cubicBezTo>
                    <a:cubicBezTo>
                      <a:pt x="2059801" y="974906"/>
                      <a:pt x="2083613" y="981573"/>
                      <a:pt x="2107426" y="983478"/>
                    </a:cubicBezTo>
                    <a:cubicBezTo>
                      <a:pt x="2120761" y="984431"/>
                      <a:pt x="2139811" y="992051"/>
                      <a:pt x="2148383" y="975858"/>
                    </a:cubicBezTo>
                    <a:cubicBezTo>
                      <a:pt x="2157908" y="956808"/>
                      <a:pt x="2162671" y="934901"/>
                      <a:pt x="2150288" y="913946"/>
                    </a:cubicBezTo>
                    <a:cubicBezTo>
                      <a:pt x="2140763" y="897753"/>
                      <a:pt x="2131238" y="882513"/>
                      <a:pt x="2112188" y="876798"/>
                    </a:cubicBezTo>
                    <a:cubicBezTo>
                      <a:pt x="2105521" y="874893"/>
                      <a:pt x="2094091" y="873941"/>
                      <a:pt x="2096948" y="862511"/>
                    </a:cubicBezTo>
                    <a:cubicBezTo>
                      <a:pt x="2098853" y="852033"/>
                      <a:pt x="2109331" y="852033"/>
                      <a:pt x="2118856" y="849176"/>
                    </a:cubicBezTo>
                    <a:cubicBezTo>
                      <a:pt x="2149336" y="838698"/>
                      <a:pt x="2177911" y="830126"/>
                      <a:pt x="2206486" y="810123"/>
                    </a:cubicBezTo>
                    <a:cubicBezTo>
                      <a:pt x="2241728" y="785358"/>
                      <a:pt x="2258873" y="735828"/>
                      <a:pt x="2308403" y="731066"/>
                    </a:cubicBezTo>
                    <a:cubicBezTo>
                      <a:pt x="2322691" y="729161"/>
                      <a:pt x="2323643" y="718683"/>
                      <a:pt x="2321738" y="708206"/>
                    </a:cubicBezTo>
                    <a:cubicBezTo>
                      <a:pt x="2319833" y="698681"/>
                      <a:pt x="2314118" y="689156"/>
                      <a:pt x="2311261" y="679631"/>
                    </a:cubicBezTo>
                    <a:cubicBezTo>
                      <a:pt x="2307451" y="666296"/>
                      <a:pt x="2305546" y="652008"/>
                      <a:pt x="2320786" y="643436"/>
                    </a:cubicBezTo>
                    <a:cubicBezTo>
                      <a:pt x="2326501" y="640578"/>
                      <a:pt x="2334121" y="632958"/>
                      <a:pt x="2338883" y="638673"/>
                    </a:cubicBezTo>
                    <a:cubicBezTo>
                      <a:pt x="2346503" y="649151"/>
                      <a:pt x="2353171" y="662486"/>
                      <a:pt x="2343646" y="675821"/>
                    </a:cubicBezTo>
                    <a:cubicBezTo>
                      <a:pt x="2337931" y="685346"/>
                      <a:pt x="2342693" y="692966"/>
                      <a:pt x="2348408" y="699633"/>
                    </a:cubicBezTo>
                    <a:cubicBezTo>
                      <a:pt x="2356028" y="708206"/>
                      <a:pt x="2364601" y="711063"/>
                      <a:pt x="2376031" y="706301"/>
                    </a:cubicBezTo>
                    <a:cubicBezTo>
                      <a:pt x="2378888" y="705348"/>
                      <a:pt x="2381746" y="704396"/>
                      <a:pt x="2385556" y="704396"/>
                    </a:cubicBezTo>
                    <a:cubicBezTo>
                      <a:pt x="2409368" y="712968"/>
                      <a:pt x="2432228" y="712016"/>
                      <a:pt x="2454136" y="698681"/>
                    </a:cubicBezTo>
                    <a:cubicBezTo>
                      <a:pt x="2460803" y="694871"/>
                      <a:pt x="2469376" y="692966"/>
                      <a:pt x="2476996" y="692013"/>
                    </a:cubicBezTo>
                    <a:cubicBezTo>
                      <a:pt x="2517001" y="689156"/>
                      <a:pt x="2517001" y="689156"/>
                      <a:pt x="2517953" y="648198"/>
                    </a:cubicBezTo>
                    <a:cubicBezTo>
                      <a:pt x="2525573" y="626291"/>
                      <a:pt x="2540813" y="618671"/>
                      <a:pt x="2563673" y="626291"/>
                    </a:cubicBezTo>
                    <a:cubicBezTo>
                      <a:pt x="2558911" y="610098"/>
                      <a:pt x="2545576" y="599621"/>
                      <a:pt x="2554148" y="585333"/>
                    </a:cubicBezTo>
                    <a:lnTo>
                      <a:pt x="2572928" y="573708"/>
                    </a:lnTo>
                    <a:lnTo>
                      <a:pt x="2586098" y="571735"/>
                    </a:lnTo>
                    <a:lnTo>
                      <a:pt x="2586726" y="571671"/>
                    </a:lnTo>
                    <a:cubicBezTo>
                      <a:pt x="2599630" y="572653"/>
                      <a:pt x="2613203" y="578189"/>
                      <a:pt x="2624633" y="568188"/>
                    </a:cubicBezTo>
                    <a:cubicBezTo>
                      <a:pt x="2626538" y="566283"/>
                      <a:pt x="2628443" y="565331"/>
                      <a:pt x="2630348" y="563426"/>
                    </a:cubicBezTo>
                    <a:cubicBezTo>
                      <a:pt x="2634158" y="561521"/>
                      <a:pt x="2634158" y="568188"/>
                      <a:pt x="2633206" y="563426"/>
                    </a:cubicBezTo>
                    <a:cubicBezTo>
                      <a:pt x="2632253" y="557711"/>
                      <a:pt x="2629396" y="564378"/>
                      <a:pt x="2626538" y="563426"/>
                    </a:cubicBezTo>
                    <a:cubicBezTo>
                      <a:pt x="2615584" y="567236"/>
                      <a:pt x="2604392" y="569141"/>
                      <a:pt x="2593082" y="570689"/>
                    </a:cubicBezTo>
                    <a:lnTo>
                      <a:pt x="2586098" y="571735"/>
                    </a:lnTo>
                    <a:lnTo>
                      <a:pt x="2574151" y="572951"/>
                    </a:lnTo>
                    <a:lnTo>
                      <a:pt x="2572928" y="573708"/>
                    </a:lnTo>
                    <a:lnTo>
                      <a:pt x="2558911" y="575808"/>
                    </a:lnTo>
                    <a:cubicBezTo>
                      <a:pt x="2533193" y="580571"/>
                      <a:pt x="2516048" y="563426"/>
                      <a:pt x="2506523" y="541518"/>
                    </a:cubicBezTo>
                    <a:cubicBezTo>
                      <a:pt x="2496998" y="519611"/>
                      <a:pt x="2487473" y="498656"/>
                      <a:pt x="2512238" y="480558"/>
                    </a:cubicBezTo>
                    <a:cubicBezTo>
                      <a:pt x="2520811" y="474843"/>
                      <a:pt x="2527478" y="467223"/>
                      <a:pt x="2533193" y="458651"/>
                    </a:cubicBezTo>
                    <a:cubicBezTo>
                      <a:pt x="2537003" y="452936"/>
                      <a:pt x="2541766" y="446268"/>
                      <a:pt x="2534146" y="440553"/>
                    </a:cubicBezTo>
                    <a:cubicBezTo>
                      <a:pt x="2526526" y="434838"/>
                      <a:pt x="2515096" y="437696"/>
                      <a:pt x="2513191" y="445316"/>
                    </a:cubicBezTo>
                    <a:cubicBezTo>
                      <a:pt x="2506523" y="474843"/>
                      <a:pt x="2482711" y="489131"/>
                      <a:pt x="2464613" y="509133"/>
                    </a:cubicBezTo>
                    <a:cubicBezTo>
                      <a:pt x="2452231" y="523421"/>
                      <a:pt x="2455088" y="538661"/>
                      <a:pt x="2467471" y="551996"/>
                    </a:cubicBezTo>
                    <a:cubicBezTo>
                      <a:pt x="2481758" y="567236"/>
                      <a:pt x="2481758" y="582476"/>
                      <a:pt x="2468423" y="597716"/>
                    </a:cubicBezTo>
                    <a:cubicBezTo>
                      <a:pt x="2457946" y="610098"/>
                      <a:pt x="2455088" y="623433"/>
                      <a:pt x="2453183" y="638673"/>
                    </a:cubicBezTo>
                    <a:cubicBezTo>
                      <a:pt x="2451278" y="657723"/>
                      <a:pt x="2442706" y="671058"/>
                      <a:pt x="2423656" y="676773"/>
                    </a:cubicBezTo>
                    <a:cubicBezTo>
                      <a:pt x="2413178" y="682488"/>
                      <a:pt x="2402701" y="690108"/>
                      <a:pt x="2389366" y="683441"/>
                    </a:cubicBezTo>
                    <a:cubicBezTo>
                      <a:pt x="2381746" y="676773"/>
                      <a:pt x="2376983" y="670106"/>
                      <a:pt x="2383651" y="659628"/>
                    </a:cubicBezTo>
                    <a:cubicBezTo>
                      <a:pt x="2377936" y="649151"/>
                      <a:pt x="2372221" y="638673"/>
                      <a:pt x="2367458" y="627243"/>
                    </a:cubicBezTo>
                    <a:cubicBezTo>
                      <a:pt x="2348408" y="585333"/>
                      <a:pt x="2348408" y="584381"/>
                      <a:pt x="2308403" y="612003"/>
                    </a:cubicBezTo>
                    <a:cubicBezTo>
                      <a:pt x="2273161" y="616766"/>
                      <a:pt x="2265541" y="608193"/>
                      <a:pt x="2270303" y="571046"/>
                    </a:cubicBezTo>
                    <a:cubicBezTo>
                      <a:pt x="2271256" y="560568"/>
                      <a:pt x="2287448" y="545328"/>
                      <a:pt x="2260778" y="543423"/>
                    </a:cubicBezTo>
                    <a:cubicBezTo>
                      <a:pt x="2255063" y="542471"/>
                      <a:pt x="2255063" y="530088"/>
                      <a:pt x="2259826" y="522468"/>
                    </a:cubicBezTo>
                    <a:cubicBezTo>
                      <a:pt x="2313166" y="486273"/>
                      <a:pt x="2361743" y="445316"/>
                      <a:pt x="2390318" y="385308"/>
                    </a:cubicBezTo>
                    <a:cubicBezTo>
                      <a:pt x="2396986" y="372926"/>
                      <a:pt x="2403653" y="362448"/>
                      <a:pt x="2416988" y="357686"/>
                    </a:cubicBezTo>
                    <a:cubicBezTo>
                      <a:pt x="2416988" y="355781"/>
                      <a:pt x="2416988" y="353876"/>
                      <a:pt x="2417941" y="351971"/>
                    </a:cubicBezTo>
                    <a:cubicBezTo>
                      <a:pt x="2419846" y="352923"/>
                      <a:pt x="2423656" y="354828"/>
                      <a:pt x="2424608" y="353876"/>
                    </a:cubicBezTo>
                    <a:cubicBezTo>
                      <a:pt x="2434371" y="344351"/>
                      <a:pt x="2443539" y="338934"/>
                      <a:pt x="2452245" y="336582"/>
                    </a:cubicBezTo>
                    <a:cubicBezTo>
                      <a:pt x="2458775" y="334818"/>
                      <a:pt x="2465045" y="334779"/>
                      <a:pt x="2471113" y="336025"/>
                    </a:cubicBezTo>
                    <a:close/>
                    <a:moveTo>
                      <a:pt x="761544" y="194808"/>
                    </a:moveTo>
                    <a:cubicBezTo>
                      <a:pt x="773926" y="196713"/>
                      <a:pt x="774879" y="206238"/>
                      <a:pt x="773926" y="216716"/>
                    </a:cubicBezTo>
                    <a:cubicBezTo>
                      <a:pt x="755829" y="237671"/>
                      <a:pt x="760591" y="257673"/>
                      <a:pt x="773926" y="278628"/>
                    </a:cubicBezTo>
                    <a:cubicBezTo>
                      <a:pt x="748209" y="302441"/>
                      <a:pt x="720586" y="315776"/>
                      <a:pt x="687249" y="293868"/>
                    </a:cubicBezTo>
                    <a:cubicBezTo>
                      <a:pt x="682486" y="291011"/>
                      <a:pt x="675819" y="292916"/>
                      <a:pt x="671056" y="292916"/>
                    </a:cubicBezTo>
                    <a:cubicBezTo>
                      <a:pt x="660579" y="294821"/>
                      <a:pt x="650101" y="296726"/>
                      <a:pt x="640576" y="298631"/>
                    </a:cubicBezTo>
                    <a:cubicBezTo>
                      <a:pt x="627241" y="300536"/>
                      <a:pt x="613906" y="302441"/>
                      <a:pt x="603429" y="291011"/>
                    </a:cubicBezTo>
                    <a:cubicBezTo>
                      <a:pt x="636766" y="258626"/>
                      <a:pt x="678676" y="239576"/>
                      <a:pt x="715824" y="211953"/>
                    </a:cubicBezTo>
                    <a:cubicBezTo>
                      <a:pt x="719634" y="209096"/>
                      <a:pt x="724396" y="211953"/>
                      <a:pt x="727254" y="215763"/>
                    </a:cubicBezTo>
                    <a:cubicBezTo>
                      <a:pt x="746304" y="220526"/>
                      <a:pt x="741541" y="187188"/>
                      <a:pt x="761544" y="194808"/>
                    </a:cubicBezTo>
                    <a:close/>
                    <a:moveTo>
                      <a:pt x="873343" y="184331"/>
                    </a:moveTo>
                    <a:cubicBezTo>
                      <a:pt x="879653" y="185283"/>
                      <a:pt x="886320" y="188617"/>
                      <a:pt x="891083" y="191951"/>
                    </a:cubicBezTo>
                    <a:cubicBezTo>
                      <a:pt x="904418" y="200523"/>
                      <a:pt x="892988" y="209096"/>
                      <a:pt x="888226" y="217668"/>
                    </a:cubicBezTo>
                    <a:lnTo>
                      <a:pt x="879241" y="234820"/>
                    </a:lnTo>
                    <a:lnTo>
                      <a:pt x="895370" y="235036"/>
                    </a:lnTo>
                    <a:cubicBezTo>
                      <a:pt x="907514" y="238206"/>
                      <a:pt x="906800" y="249815"/>
                      <a:pt x="899656" y="266246"/>
                    </a:cubicBezTo>
                    <a:cubicBezTo>
                      <a:pt x="894893" y="277676"/>
                      <a:pt x="884416" y="289106"/>
                      <a:pt x="892988" y="303393"/>
                    </a:cubicBezTo>
                    <a:cubicBezTo>
                      <a:pt x="897751" y="310061"/>
                      <a:pt x="901561" y="309108"/>
                      <a:pt x="905371" y="303393"/>
                    </a:cubicBezTo>
                    <a:cubicBezTo>
                      <a:pt x="923468" y="307203"/>
                      <a:pt x="923468" y="307203"/>
                      <a:pt x="915848" y="337683"/>
                    </a:cubicBezTo>
                    <a:cubicBezTo>
                      <a:pt x="926326" y="330063"/>
                      <a:pt x="936803" y="329111"/>
                      <a:pt x="946328" y="324348"/>
                    </a:cubicBezTo>
                    <a:lnTo>
                      <a:pt x="973409" y="303804"/>
                    </a:lnTo>
                    <a:lnTo>
                      <a:pt x="975260" y="292796"/>
                    </a:lnTo>
                    <a:cubicBezTo>
                      <a:pt x="974903" y="288629"/>
                      <a:pt x="972522" y="284819"/>
                      <a:pt x="965378" y="281485"/>
                    </a:cubicBezTo>
                    <a:cubicBezTo>
                      <a:pt x="944423" y="270055"/>
                      <a:pt x="942518" y="249100"/>
                      <a:pt x="962521" y="233860"/>
                    </a:cubicBezTo>
                    <a:cubicBezTo>
                      <a:pt x="977761" y="221478"/>
                      <a:pt x="993953" y="208143"/>
                      <a:pt x="1013956" y="203380"/>
                    </a:cubicBezTo>
                    <a:cubicBezTo>
                      <a:pt x="1018718" y="201475"/>
                      <a:pt x="1023481" y="200046"/>
                      <a:pt x="1028243" y="200165"/>
                    </a:cubicBezTo>
                    <a:cubicBezTo>
                      <a:pt x="1033006" y="200284"/>
                      <a:pt x="1037768" y="201951"/>
                      <a:pt x="1042531" y="206238"/>
                    </a:cubicBezTo>
                    <a:cubicBezTo>
                      <a:pt x="1037768" y="220525"/>
                      <a:pt x="1018718" y="221478"/>
                      <a:pt x="1016813" y="234813"/>
                    </a:cubicBezTo>
                    <a:cubicBezTo>
                      <a:pt x="1029196" y="212905"/>
                      <a:pt x="1052056" y="208143"/>
                      <a:pt x="1075868" y="204333"/>
                    </a:cubicBezTo>
                    <a:cubicBezTo>
                      <a:pt x="1082536" y="204333"/>
                      <a:pt x="1089203" y="204333"/>
                      <a:pt x="1095871" y="204333"/>
                    </a:cubicBezTo>
                    <a:cubicBezTo>
                      <a:pt x="1106348" y="211953"/>
                      <a:pt x="1099681" y="223383"/>
                      <a:pt x="1099681" y="232908"/>
                    </a:cubicBezTo>
                    <a:cubicBezTo>
                      <a:pt x="1112063" y="235765"/>
                      <a:pt x="1123493" y="229098"/>
                      <a:pt x="1133971" y="231003"/>
                    </a:cubicBezTo>
                    <a:cubicBezTo>
                      <a:pt x="1140638" y="231003"/>
                      <a:pt x="1146353" y="233860"/>
                      <a:pt x="1151116" y="238623"/>
                    </a:cubicBezTo>
                    <a:cubicBezTo>
                      <a:pt x="1162546" y="262435"/>
                      <a:pt x="1192073" y="265293"/>
                      <a:pt x="1205408" y="287200"/>
                    </a:cubicBezTo>
                    <a:cubicBezTo>
                      <a:pt x="1219696" y="305298"/>
                      <a:pt x="1210171" y="320538"/>
                      <a:pt x="1198741" y="334825"/>
                    </a:cubicBezTo>
                    <a:cubicBezTo>
                      <a:pt x="1205408" y="359590"/>
                      <a:pt x="1234936" y="358638"/>
                      <a:pt x="1248271" y="377688"/>
                    </a:cubicBezTo>
                    <a:cubicBezTo>
                      <a:pt x="1257796" y="391023"/>
                      <a:pt x="1257796" y="393880"/>
                      <a:pt x="1246366" y="402453"/>
                    </a:cubicBezTo>
                    <a:cubicBezTo>
                      <a:pt x="1226363" y="415788"/>
                      <a:pt x="1207313" y="445315"/>
                      <a:pt x="1187311" y="402453"/>
                    </a:cubicBezTo>
                    <a:cubicBezTo>
                      <a:pt x="1184453" y="396738"/>
                      <a:pt x="1176833" y="390070"/>
                      <a:pt x="1171118" y="396738"/>
                    </a:cubicBezTo>
                    <a:cubicBezTo>
                      <a:pt x="1161593" y="407215"/>
                      <a:pt x="1163498" y="418645"/>
                      <a:pt x="1171118" y="431028"/>
                    </a:cubicBezTo>
                    <a:cubicBezTo>
                      <a:pt x="1186358" y="457698"/>
                      <a:pt x="1180643" y="471033"/>
                      <a:pt x="1151116" y="479605"/>
                    </a:cubicBezTo>
                    <a:cubicBezTo>
                      <a:pt x="1147306" y="475795"/>
                      <a:pt x="1141591" y="474843"/>
                      <a:pt x="1136828" y="476748"/>
                    </a:cubicBezTo>
                    <a:cubicBezTo>
                      <a:pt x="1132066" y="478653"/>
                      <a:pt x="1134923" y="483415"/>
                      <a:pt x="1136828" y="487225"/>
                    </a:cubicBezTo>
                    <a:cubicBezTo>
                      <a:pt x="1135876" y="500560"/>
                      <a:pt x="1128256" y="503418"/>
                      <a:pt x="1118731" y="497703"/>
                    </a:cubicBezTo>
                    <a:cubicBezTo>
                      <a:pt x="1098728" y="487225"/>
                      <a:pt x="1074916" y="482463"/>
                      <a:pt x="1066343" y="455793"/>
                    </a:cubicBezTo>
                    <a:cubicBezTo>
                      <a:pt x="1058723" y="432933"/>
                      <a:pt x="1039673" y="427218"/>
                      <a:pt x="1016813" y="433885"/>
                    </a:cubicBezTo>
                    <a:cubicBezTo>
                      <a:pt x="1008241" y="436743"/>
                      <a:pt x="999668" y="438648"/>
                      <a:pt x="996811" y="428170"/>
                    </a:cubicBezTo>
                    <a:cubicBezTo>
                      <a:pt x="993001" y="415788"/>
                      <a:pt x="1007288" y="411025"/>
                      <a:pt x="1013003" y="411978"/>
                    </a:cubicBezTo>
                    <a:cubicBezTo>
                      <a:pt x="1055866" y="420550"/>
                      <a:pt x="1078726" y="386260"/>
                      <a:pt x="1109206" y="369115"/>
                    </a:cubicBezTo>
                    <a:cubicBezTo>
                      <a:pt x="1117778" y="343398"/>
                      <a:pt x="1089203" y="330063"/>
                      <a:pt x="1089203" y="307203"/>
                    </a:cubicBezTo>
                    <a:cubicBezTo>
                      <a:pt x="1085393" y="301488"/>
                      <a:pt x="1081583" y="296725"/>
                      <a:pt x="1077773" y="291010"/>
                    </a:cubicBezTo>
                    <a:cubicBezTo>
                      <a:pt x="1057771" y="307203"/>
                      <a:pt x="1036816" y="290058"/>
                      <a:pt x="1016813" y="292915"/>
                    </a:cubicBezTo>
                    <a:cubicBezTo>
                      <a:pt x="1012050" y="293391"/>
                      <a:pt x="1008717" y="294106"/>
                      <a:pt x="1007169" y="296011"/>
                    </a:cubicBezTo>
                    <a:lnTo>
                      <a:pt x="1007866" y="302667"/>
                    </a:lnTo>
                    <a:lnTo>
                      <a:pt x="1009193" y="303393"/>
                    </a:lnTo>
                    <a:cubicBezTo>
                      <a:pt x="1013003" y="324348"/>
                      <a:pt x="986333" y="363401"/>
                      <a:pt x="962521" y="370068"/>
                    </a:cubicBezTo>
                    <a:cubicBezTo>
                      <a:pt x="943471" y="375783"/>
                      <a:pt x="924421" y="377688"/>
                      <a:pt x="905371" y="371973"/>
                    </a:cubicBezTo>
                    <a:cubicBezTo>
                      <a:pt x="896798" y="389118"/>
                      <a:pt x="879653" y="396738"/>
                      <a:pt x="868223" y="410073"/>
                    </a:cubicBezTo>
                    <a:cubicBezTo>
                      <a:pt x="859651" y="419598"/>
                      <a:pt x="849173" y="424361"/>
                      <a:pt x="836791" y="426266"/>
                    </a:cubicBezTo>
                    <a:cubicBezTo>
                      <a:pt x="830123" y="425313"/>
                      <a:pt x="820598" y="421503"/>
                      <a:pt x="816788" y="424361"/>
                    </a:cubicBezTo>
                    <a:cubicBezTo>
                      <a:pt x="772973" y="455793"/>
                      <a:pt x="714871" y="464366"/>
                      <a:pt x="677723" y="507228"/>
                    </a:cubicBezTo>
                    <a:cubicBezTo>
                      <a:pt x="667246" y="519611"/>
                      <a:pt x="646291" y="531993"/>
                      <a:pt x="668198" y="553901"/>
                    </a:cubicBezTo>
                    <a:cubicBezTo>
                      <a:pt x="672961" y="558663"/>
                      <a:pt x="665341" y="574856"/>
                      <a:pt x="662483" y="586286"/>
                    </a:cubicBezTo>
                    <a:cubicBezTo>
                      <a:pt x="685343" y="585333"/>
                      <a:pt x="702488" y="596763"/>
                      <a:pt x="716776" y="612956"/>
                    </a:cubicBezTo>
                    <a:cubicBezTo>
                      <a:pt x="731063" y="630101"/>
                      <a:pt x="747256" y="644388"/>
                      <a:pt x="771068" y="645341"/>
                    </a:cubicBezTo>
                    <a:cubicBezTo>
                      <a:pt x="789166" y="646293"/>
                      <a:pt x="788213" y="653913"/>
                      <a:pt x="782498" y="667248"/>
                    </a:cubicBezTo>
                    <a:cubicBezTo>
                      <a:pt x="774878" y="685346"/>
                      <a:pt x="766306" y="702491"/>
                      <a:pt x="772973" y="726303"/>
                    </a:cubicBezTo>
                    <a:cubicBezTo>
                      <a:pt x="779641" y="752973"/>
                      <a:pt x="789166" y="747258"/>
                      <a:pt x="805358" y="736781"/>
                    </a:cubicBezTo>
                    <a:cubicBezTo>
                      <a:pt x="823456" y="725351"/>
                      <a:pt x="826313" y="706301"/>
                      <a:pt x="828218" y="689156"/>
                    </a:cubicBezTo>
                    <a:cubicBezTo>
                      <a:pt x="831076" y="669153"/>
                      <a:pt x="841553" y="660581"/>
                      <a:pt x="858698" y="652961"/>
                    </a:cubicBezTo>
                    <a:cubicBezTo>
                      <a:pt x="901561" y="638673"/>
                      <a:pt x="911086" y="619623"/>
                      <a:pt x="901561" y="573903"/>
                    </a:cubicBezTo>
                    <a:cubicBezTo>
                      <a:pt x="900608" y="569141"/>
                      <a:pt x="899656" y="563426"/>
                      <a:pt x="904418" y="561521"/>
                    </a:cubicBezTo>
                    <a:cubicBezTo>
                      <a:pt x="937756" y="550091"/>
                      <a:pt x="937756" y="514848"/>
                      <a:pt x="953948" y="491988"/>
                    </a:cubicBezTo>
                    <a:cubicBezTo>
                      <a:pt x="957758" y="486273"/>
                      <a:pt x="961568" y="480558"/>
                      <a:pt x="968236" y="478653"/>
                    </a:cubicBezTo>
                    <a:cubicBezTo>
                      <a:pt x="991096" y="471986"/>
                      <a:pt x="1037768" y="491036"/>
                      <a:pt x="1049198" y="512943"/>
                    </a:cubicBezTo>
                    <a:cubicBezTo>
                      <a:pt x="1061581" y="517706"/>
                      <a:pt x="1074916" y="522468"/>
                      <a:pt x="1063486" y="539613"/>
                    </a:cubicBezTo>
                    <a:cubicBezTo>
                      <a:pt x="1048246" y="555806"/>
                      <a:pt x="1052056" y="572951"/>
                      <a:pt x="1067296" y="583428"/>
                    </a:cubicBezTo>
                    <a:cubicBezTo>
                      <a:pt x="1084441" y="593906"/>
                      <a:pt x="1099681" y="578666"/>
                      <a:pt x="1112063" y="568188"/>
                    </a:cubicBezTo>
                    <a:cubicBezTo>
                      <a:pt x="1139686" y="545328"/>
                      <a:pt x="1138733" y="544376"/>
                      <a:pt x="1146353" y="580571"/>
                    </a:cubicBezTo>
                    <a:cubicBezTo>
                      <a:pt x="1149211" y="592953"/>
                      <a:pt x="1154926" y="606288"/>
                      <a:pt x="1151116" y="616766"/>
                    </a:cubicBezTo>
                    <a:cubicBezTo>
                      <a:pt x="1138733" y="656771"/>
                      <a:pt x="1163498" y="672011"/>
                      <a:pt x="1193026" y="684393"/>
                    </a:cubicBezTo>
                    <a:cubicBezTo>
                      <a:pt x="1193026" y="693918"/>
                      <a:pt x="1188501" y="696537"/>
                      <a:pt x="1182905" y="697847"/>
                    </a:cubicBezTo>
                    <a:lnTo>
                      <a:pt x="1179024" y="699159"/>
                    </a:lnTo>
                    <a:lnTo>
                      <a:pt x="1177845" y="699023"/>
                    </a:lnTo>
                    <a:cubicBezTo>
                      <a:pt x="1174214" y="699455"/>
                      <a:pt x="1170404" y="700824"/>
                      <a:pt x="1166356" y="703443"/>
                    </a:cubicBezTo>
                    <a:lnTo>
                      <a:pt x="1179024" y="699159"/>
                    </a:lnTo>
                    <a:lnTo>
                      <a:pt x="1188263" y="700229"/>
                    </a:lnTo>
                    <a:cubicBezTo>
                      <a:pt x="1194931" y="702491"/>
                      <a:pt x="1201122" y="707253"/>
                      <a:pt x="1207313" y="712016"/>
                    </a:cubicBezTo>
                    <a:cubicBezTo>
                      <a:pt x="1210647" y="727732"/>
                      <a:pt x="1209694" y="741781"/>
                      <a:pt x="1205051" y="754402"/>
                    </a:cubicBezTo>
                    <a:lnTo>
                      <a:pt x="1180854" y="787924"/>
                    </a:lnTo>
                    <a:lnTo>
                      <a:pt x="1187073" y="807504"/>
                    </a:lnTo>
                    <a:cubicBezTo>
                      <a:pt x="1190883" y="812504"/>
                      <a:pt x="1196836" y="815362"/>
                      <a:pt x="1206361" y="814886"/>
                    </a:cubicBezTo>
                    <a:cubicBezTo>
                      <a:pt x="1214934" y="814886"/>
                      <a:pt x="1223506" y="816791"/>
                      <a:pt x="1213981" y="828221"/>
                    </a:cubicBezTo>
                    <a:cubicBezTo>
                      <a:pt x="1208266" y="850128"/>
                      <a:pt x="1205409" y="874893"/>
                      <a:pt x="1172071" y="862511"/>
                    </a:cubicBezTo>
                    <a:cubicBezTo>
                      <a:pt x="1153021" y="859653"/>
                      <a:pt x="1123494" y="872036"/>
                      <a:pt x="1115874" y="854891"/>
                    </a:cubicBezTo>
                    <a:cubicBezTo>
                      <a:pt x="1109206" y="839651"/>
                      <a:pt x="1133971" y="821553"/>
                      <a:pt x="1148259" y="807266"/>
                    </a:cubicBezTo>
                    <a:cubicBezTo>
                      <a:pt x="1157784" y="799646"/>
                      <a:pt x="1159689" y="785358"/>
                      <a:pt x="1173024" y="780596"/>
                    </a:cubicBezTo>
                    <a:lnTo>
                      <a:pt x="1173125" y="780684"/>
                    </a:lnTo>
                    <a:lnTo>
                      <a:pt x="1174333" y="770475"/>
                    </a:lnTo>
                    <a:cubicBezTo>
                      <a:pt x="1173023" y="767975"/>
                      <a:pt x="1169689" y="766784"/>
                      <a:pt x="1163498" y="767261"/>
                    </a:cubicBezTo>
                    <a:cubicBezTo>
                      <a:pt x="1147306" y="769166"/>
                      <a:pt x="1137781" y="780596"/>
                      <a:pt x="1124446" y="787263"/>
                    </a:cubicBezTo>
                    <a:cubicBezTo>
                      <a:pt x="1097776" y="793931"/>
                      <a:pt x="1070153" y="791073"/>
                      <a:pt x="1043483" y="789168"/>
                    </a:cubicBezTo>
                    <a:cubicBezTo>
                      <a:pt x="1026338" y="788216"/>
                      <a:pt x="1010146" y="786311"/>
                      <a:pt x="993953" y="794883"/>
                    </a:cubicBezTo>
                    <a:cubicBezTo>
                      <a:pt x="987286" y="810123"/>
                      <a:pt x="971093" y="808218"/>
                      <a:pt x="959663" y="814886"/>
                    </a:cubicBezTo>
                    <a:cubicBezTo>
                      <a:pt x="951091" y="825363"/>
                      <a:pt x="939661" y="831078"/>
                      <a:pt x="929183" y="839651"/>
                    </a:cubicBezTo>
                    <a:lnTo>
                      <a:pt x="925100" y="843462"/>
                    </a:lnTo>
                    <a:lnTo>
                      <a:pt x="915848" y="851081"/>
                    </a:lnTo>
                    <a:cubicBezTo>
                      <a:pt x="915848" y="851081"/>
                      <a:pt x="912991" y="851081"/>
                      <a:pt x="912991" y="851081"/>
                    </a:cubicBezTo>
                    <a:cubicBezTo>
                      <a:pt x="912991" y="851081"/>
                      <a:pt x="914896" y="852986"/>
                      <a:pt x="914896" y="852986"/>
                    </a:cubicBezTo>
                    <a:lnTo>
                      <a:pt x="925100" y="843462"/>
                    </a:lnTo>
                    <a:lnTo>
                      <a:pt x="932041" y="837746"/>
                    </a:lnTo>
                    <a:cubicBezTo>
                      <a:pt x="942518" y="824411"/>
                      <a:pt x="959663" y="826316"/>
                      <a:pt x="972998" y="820601"/>
                    </a:cubicBezTo>
                    <a:cubicBezTo>
                      <a:pt x="979666" y="818696"/>
                      <a:pt x="986333" y="814886"/>
                      <a:pt x="992048" y="814886"/>
                    </a:cubicBezTo>
                    <a:cubicBezTo>
                      <a:pt x="1003478" y="813933"/>
                      <a:pt x="1017766" y="809171"/>
                      <a:pt x="1023481" y="819648"/>
                    </a:cubicBezTo>
                    <a:cubicBezTo>
                      <a:pt x="1032053" y="834888"/>
                      <a:pt x="1013003" y="835841"/>
                      <a:pt x="1005383" y="842508"/>
                    </a:cubicBezTo>
                    <a:cubicBezTo>
                      <a:pt x="1003478" y="844413"/>
                      <a:pt x="1005383" y="851081"/>
                      <a:pt x="1006336" y="854891"/>
                    </a:cubicBezTo>
                    <a:cubicBezTo>
                      <a:pt x="997763" y="866321"/>
                      <a:pt x="1011098" y="877751"/>
                      <a:pt x="1005383" y="889181"/>
                    </a:cubicBezTo>
                    <a:cubicBezTo>
                      <a:pt x="1001573" y="899658"/>
                      <a:pt x="992048" y="903468"/>
                      <a:pt x="984428" y="910136"/>
                    </a:cubicBezTo>
                    <a:cubicBezTo>
                      <a:pt x="974903" y="918708"/>
                      <a:pt x="961568" y="909183"/>
                      <a:pt x="952043" y="916803"/>
                    </a:cubicBezTo>
                    <a:cubicBezTo>
                      <a:pt x="937756" y="931091"/>
                      <a:pt x="916801" y="932043"/>
                      <a:pt x="899656" y="938711"/>
                    </a:cubicBezTo>
                    <a:cubicBezTo>
                      <a:pt x="876796" y="947283"/>
                      <a:pt x="858698" y="959666"/>
                      <a:pt x="855841" y="985383"/>
                    </a:cubicBezTo>
                    <a:cubicBezTo>
                      <a:pt x="853936" y="1001576"/>
                      <a:pt x="839648" y="1003481"/>
                      <a:pt x="831076" y="1003481"/>
                    </a:cubicBezTo>
                    <a:cubicBezTo>
                      <a:pt x="779641" y="1006338"/>
                      <a:pt x="763448" y="1048248"/>
                      <a:pt x="738683" y="1081586"/>
                    </a:cubicBezTo>
                    <a:cubicBezTo>
                      <a:pt x="708203" y="1076823"/>
                      <a:pt x="712013" y="1097778"/>
                      <a:pt x="711061" y="1115876"/>
                    </a:cubicBezTo>
                    <a:cubicBezTo>
                      <a:pt x="707251" y="1144451"/>
                      <a:pt x="692011" y="1163501"/>
                      <a:pt x="666293" y="1175883"/>
                    </a:cubicBezTo>
                    <a:cubicBezTo>
                      <a:pt x="636766" y="1191123"/>
                      <a:pt x="610096" y="1209221"/>
                      <a:pt x="585331" y="1230176"/>
                    </a:cubicBezTo>
                    <a:cubicBezTo>
                      <a:pt x="565328" y="1247320"/>
                      <a:pt x="557708" y="1270181"/>
                      <a:pt x="559613" y="1297803"/>
                    </a:cubicBezTo>
                    <a:cubicBezTo>
                      <a:pt x="561518" y="1327331"/>
                      <a:pt x="564376" y="1356858"/>
                      <a:pt x="557708" y="1386386"/>
                    </a:cubicBezTo>
                    <a:cubicBezTo>
                      <a:pt x="555803" y="1394958"/>
                      <a:pt x="551993" y="1406388"/>
                      <a:pt x="542468" y="1407341"/>
                    </a:cubicBezTo>
                    <a:cubicBezTo>
                      <a:pt x="530086" y="1409246"/>
                      <a:pt x="531038" y="1394958"/>
                      <a:pt x="528181" y="1387338"/>
                    </a:cubicBezTo>
                    <a:cubicBezTo>
                      <a:pt x="522466" y="1365431"/>
                      <a:pt x="516751" y="1344476"/>
                      <a:pt x="519608" y="1320663"/>
                    </a:cubicBezTo>
                    <a:cubicBezTo>
                      <a:pt x="521513" y="1300661"/>
                      <a:pt x="522466" y="1280658"/>
                      <a:pt x="488176" y="1283516"/>
                    </a:cubicBezTo>
                    <a:cubicBezTo>
                      <a:pt x="470078" y="1285421"/>
                      <a:pt x="452933" y="1262561"/>
                      <a:pt x="429121" y="1267323"/>
                    </a:cubicBezTo>
                    <a:cubicBezTo>
                      <a:pt x="422453" y="1268276"/>
                      <a:pt x="411023" y="1265418"/>
                      <a:pt x="409118" y="1268276"/>
                    </a:cubicBezTo>
                    <a:cubicBezTo>
                      <a:pt x="391973" y="1307328"/>
                      <a:pt x="364351" y="1288278"/>
                      <a:pt x="336728" y="1284468"/>
                    </a:cubicBezTo>
                    <a:cubicBezTo>
                      <a:pt x="279578" y="1275896"/>
                      <a:pt x="228143" y="1315901"/>
                      <a:pt x="215761" y="1373051"/>
                    </a:cubicBezTo>
                    <a:cubicBezTo>
                      <a:pt x="210998" y="1396863"/>
                      <a:pt x="193853" y="1415913"/>
                      <a:pt x="189091" y="1441631"/>
                    </a:cubicBezTo>
                    <a:cubicBezTo>
                      <a:pt x="182423" y="1476873"/>
                      <a:pt x="183376" y="1511163"/>
                      <a:pt x="196711" y="1544501"/>
                    </a:cubicBezTo>
                    <a:cubicBezTo>
                      <a:pt x="204331" y="1564503"/>
                      <a:pt x="219571" y="1574028"/>
                      <a:pt x="244336" y="1573076"/>
                    </a:cubicBezTo>
                    <a:cubicBezTo>
                      <a:pt x="284341" y="1571171"/>
                      <a:pt x="310058" y="1555931"/>
                      <a:pt x="320536" y="1514973"/>
                    </a:cubicBezTo>
                    <a:cubicBezTo>
                      <a:pt x="324346" y="1500686"/>
                      <a:pt x="374828" y="1487351"/>
                      <a:pt x="387211" y="1494971"/>
                    </a:cubicBezTo>
                    <a:cubicBezTo>
                      <a:pt x="396736" y="1500686"/>
                      <a:pt x="392926" y="1507353"/>
                      <a:pt x="389116" y="1515926"/>
                    </a:cubicBezTo>
                    <a:cubicBezTo>
                      <a:pt x="372923" y="1552121"/>
                      <a:pt x="358636" y="1589268"/>
                      <a:pt x="340538" y="1624511"/>
                    </a:cubicBezTo>
                    <a:cubicBezTo>
                      <a:pt x="329108" y="1646418"/>
                      <a:pt x="340538" y="1644513"/>
                      <a:pt x="354826" y="1644513"/>
                    </a:cubicBezTo>
                    <a:cubicBezTo>
                      <a:pt x="372923" y="1644513"/>
                      <a:pt x="391973" y="1642608"/>
                      <a:pt x="410071" y="1645466"/>
                    </a:cubicBezTo>
                    <a:cubicBezTo>
                      <a:pt x="432931" y="1649276"/>
                      <a:pt x="449123" y="1658801"/>
                      <a:pt x="439598" y="1687376"/>
                    </a:cubicBezTo>
                    <a:cubicBezTo>
                      <a:pt x="433883" y="1705473"/>
                      <a:pt x="432931" y="1725476"/>
                      <a:pt x="426263" y="1743573"/>
                    </a:cubicBezTo>
                    <a:cubicBezTo>
                      <a:pt x="414833" y="1774053"/>
                      <a:pt x="432931" y="1793103"/>
                      <a:pt x="450076" y="1813106"/>
                    </a:cubicBezTo>
                    <a:cubicBezTo>
                      <a:pt x="466268" y="1832156"/>
                      <a:pt x="483413" y="1819773"/>
                      <a:pt x="499606" y="1812153"/>
                    </a:cubicBezTo>
                    <a:cubicBezTo>
                      <a:pt x="512941" y="1806438"/>
                      <a:pt x="528181" y="1806438"/>
                      <a:pt x="536753" y="1818821"/>
                    </a:cubicBezTo>
                    <a:cubicBezTo>
                      <a:pt x="554851" y="1843586"/>
                      <a:pt x="571996" y="1829298"/>
                      <a:pt x="577711" y="1813106"/>
                    </a:cubicBezTo>
                    <a:cubicBezTo>
                      <a:pt x="591998" y="1771196"/>
                      <a:pt x="630098" y="1768338"/>
                      <a:pt x="661531" y="1754051"/>
                    </a:cubicBezTo>
                    <a:cubicBezTo>
                      <a:pt x="671056" y="1754051"/>
                      <a:pt x="673913" y="1755956"/>
                      <a:pt x="672008" y="1763576"/>
                    </a:cubicBezTo>
                    <a:cubicBezTo>
                      <a:pt x="676771" y="1783578"/>
                      <a:pt x="689153" y="1777863"/>
                      <a:pt x="695821" y="1768338"/>
                    </a:cubicBezTo>
                    <a:cubicBezTo>
                      <a:pt x="713918" y="1745478"/>
                      <a:pt x="729158" y="1761671"/>
                      <a:pt x="741541" y="1772148"/>
                    </a:cubicBezTo>
                    <a:cubicBezTo>
                      <a:pt x="769163" y="1795008"/>
                      <a:pt x="799643" y="1798818"/>
                      <a:pt x="832028" y="1788341"/>
                    </a:cubicBezTo>
                    <a:cubicBezTo>
                      <a:pt x="845363" y="1783578"/>
                      <a:pt x="854888" y="1779768"/>
                      <a:pt x="865366" y="1796913"/>
                    </a:cubicBezTo>
                    <a:cubicBezTo>
                      <a:pt x="875843" y="1814058"/>
                      <a:pt x="896798" y="1823583"/>
                      <a:pt x="910133" y="1838823"/>
                    </a:cubicBezTo>
                    <a:cubicBezTo>
                      <a:pt x="947281" y="1881686"/>
                      <a:pt x="990143" y="1906451"/>
                      <a:pt x="1047293" y="1918833"/>
                    </a:cubicBezTo>
                    <a:cubicBezTo>
                      <a:pt x="1093966" y="1928358"/>
                      <a:pt x="1124446" y="1995986"/>
                      <a:pt x="1116826" y="2036943"/>
                    </a:cubicBezTo>
                    <a:cubicBezTo>
                      <a:pt x="1113968" y="2044563"/>
                      <a:pt x="1111111" y="2051231"/>
                      <a:pt x="1106348" y="2056946"/>
                    </a:cubicBezTo>
                    <a:cubicBezTo>
                      <a:pt x="1092061" y="2071233"/>
                      <a:pt x="1112063" y="2086473"/>
                      <a:pt x="1104443" y="2099808"/>
                    </a:cubicBezTo>
                    <a:cubicBezTo>
                      <a:pt x="1110158" y="2107428"/>
                      <a:pt x="1117778" y="2102666"/>
                      <a:pt x="1124446" y="2102666"/>
                    </a:cubicBezTo>
                    <a:cubicBezTo>
                      <a:pt x="1147306" y="2095046"/>
                      <a:pt x="1161593" y="2062661"/>
                      <a:pt x="1193026" y="2077901"/>
                    </a:cubicBezTo>
                    <a:cubicBezTo>
                      <a:pt x="1225411" y="2087426"/>
                      <a:pt x="1244461" y="2125526"/>
                      <a:pt x="1280656" y="2123621"/>
                    </a:cubicBezTo>
                    <a:cubicBezTo>
                      <a:pt x="1325423" y="2121716"/>
                      <a:pt x="1360666" y="2136956"/>
                      <a:pt x="1387336" y="2172198"/>
                    </a:cubicBezTo>
                    <a:cubicBezTo>
                      <a:pt x="1398766" y="2187438"/>
                      <a:pt x="1427341" y="2172198"/>
                      <a:pt x="1434008" y="2199821"/>
                    </a:cubicBezTo>
                    <a:cubicBezTo>
                      <a:pt x="1440676" y="2228396"/>
                      <a:pt x="1444486" y="2256018"/>
                      <a:pt x="1430198" y="2282688"/>
                    </a:cubicBezTo>
                    <a:cubicBezTo>
                      <a:pt x="1413053" y="2315073"/>
                      <a:pt x="1388288" y="2341743"/>
                      <a:pt x="1370191" y="2373176"/>
                    </a:cubicBezTo>
                    <a:cubicBezTo>
                      <a:pt x="1359713" y="2391273"/>
                      <a:pt x="1356856" y="2406513"/>
                      <a:pt x="1358761" y="2423658"/>
                    </a:cubicBezTo>
                    <a:cubicBezTo>
                      <a:pt x="1366381" y="2486523"/>
                      <a:pt x="1352093" y="2544626"/>
                      <a:pt x="1327328" y="2600823"/>
                    </a:cubicBezTo>
                    <a:cubicBezTo>
                      <a:pt x="1321613" y="2612253"/>
                      <a:pt x="1313041" y="2629398"/>
                      <a:pt x="1293991" y="2626541"/>
                    </a:cubicBezTo>
                    <a:cubicBezTo>
                      <a:pt x="1261606" y="2622731"/>
                      <a:pt x="1241603" y="2647496"/>
                      <a:pt x="1218743" y="2661783"/>
                    </a:cubicBezTo>
                    <a:cubicBezTo>
                      <a:pt x="1203503" y="2671308"/>
                      <a:pt x="1187311" y="2690358"/>
                      <a:pt x="1193026" y="2710361"/>
                    </a:cubicBezTo>
                    <a:cubicBezTo>
                      <a:pt x="1205408" y="2757033"/>
                      <a:pt x="1178738" y="2793228"/>
                      <a:pt x="1164451" y="2832281"/>
                    </a:cubicBezTo>
                    <a:cubicBezTo>
                      <a:pt x="1154926" y="2859903"/>
                      <a:pt x="1136828" y="2884668"/>
                      <a:pt x="1122541" y="2910386"/>
                    </a:cubicBezTo>
                    <a:cubicBezTo>
                      <a:pt x="1116826" y="2920863"/>
                      <a:pt x="1109206" y="2929436"/>
                      <a:pt x="1095871" y="2929436"/>
                    </a:cubicBezTo>
                    <a:cubicBezTo>
                      <a:pt x="1085393" y="2920863"/>
                      <a:pt x="1072058" y="2930388"/>
                      <a:pt x="1061581" y="2922768"/>
                    </a:cubicBezTo>
                    <a:cubicBezTo>
                      <a:pt x="1053961" y="2919911"/>
                      <a:pt x="1044436" y="2911338"/>
                      <a:pt x="1047293" y="2929436"/>
                    </a:cubicBezTo>
                    <a:cubicBezTo>
                      <a:pt x="1052056" y="2938961"/>
                      <a:pt x="1062533" y="2944676"/>
                      <a:pt x="1061581" y="2956106"/>
                    </a:cubicBezTo>
                    <a:cubicBezTo>
                      <a:pt x="1055866" y="2964678"/>
                      <a:pt x="1048246" y="2962773"/>
                      <a:pt x="1040626" y="2959916"/>
                    </a:cubicBezTo>
                    <a:cubicBezTo>
                      <a:pt x="952043" y="2929436"/>
                      <a:pt x="865366" y="2895146"/>
                      <a:pt x="783451" y="2850378"/>
                    </a:cubicBezTo>
                    <a:cubicBezTo>
                      <a:pt x="762496" y="2838948"/>
                      <a:pt x="762496" y="2820851"/>
                      <a:pt x="752971" y="2805611"/>
                    </a:cubicBezTo>
                    <a:cubicBezTo>
                      <a:pt x="730111" y="2799896"/>
                      <a:pt x="738683" y="2779893"/>
                      <a:pt x="737731" y="2765606"/>
                    </a:cubicBezTo>
                    <a:cubicBezTo>
                      <a:pt x="736778" y="2697978"/>
                      <a:pt x="732968" y="2631303"/>
                      <a:pt x="721538" y="2564628"/>
                    </a:cubicBezTo>
                    <a:cubicBezTo>
                      <a:pt x="715823" y="2532243"/>
                      <a:pt x="700583" y="2503668"/>
                      <a:pt x="670103" y="2492238"/>
                    </a:cubicBezTo>
                    <a:cubicBezTo>
                      <a:pt x="596761" y="2464616"/>
                      <a:pt x="568186" y="2400798"/>
                      <a:pt x="539611" y="2337933"/>
                    </a:cubicBezTo>
                    <a:cubicBezTo>
                      <a:pt x="520561" y="2296976"/>
                      <a:pt x="502463" y="2256971"/>
                      <a:pt x="473888" y="2221728"/>
                    </a:cubicBezTo>
                    <a:cubicBezTo>
                      <a:pt x="456743" y="2200773"/>
                      <a:pt x="450076" y="2174103"/>
                      <a:pt x="468173" y="2148386"/>
                    </a:cubicBezTo>
                    <a:cubicBezTo>
                      <a:pt x="473888" y="2140766"/>
                      <a:pt x="477698" y="2133146"/>
                      <a:pt x="471983" y="2122668"/>
                    </a:cubicBezTo>
                    <a:cubicBezTo>
                      <a:pt x="452933" y="2083616"/>
                      <a:pt x="471983" y="2052183"/>
                      <a:pt x="493891" y="2021703"/>
                    </a:cubicBezTo>
                    <a:cubicBezTo>
                      <a:pt x="518656" y="1987413"/>
                      <a:pt x="546278" y="1955028"/>
                      <a:pt x="538658" y="1907403"/>
                    </a:cubicBezTo>
                    <a:cubicBezTo>
                      <a:pt x="535801" y="1889306"/>
                      <a:pt x="531991" y="1871208"/>
                      <a:pt x="524371" y="1854063"/>
                    </a:cubicBezTo>
                    <a:cubicBezTo>
                      <a:pt x="517703" y="1837871"/>
                      <a:pt x="507226" y="1834061"/>
                      <a:pt x="499606" y="1853111"/>
                    </a:cubicBezTo>
                    <a:cubicBezTo>
                      <a:pt x="489128" y="1876923"/>
                      <a:pt x="475793" y="1875018"/>
                      <a:pt x="459601" y="1860731"/>
                    </a:cubicBezTo>
                    <a:cubicBezTo>
                      <a:pt x="443408" y="1847396"/>
                      <a:pt x="425311" y="1838823"/>
                      <a:pt x="408166" y="1827393"/>
                    </a:cubicBezTo>
                    <a:cubicBezTo>
                      <a:pt x="375781" y="1806438"/>
                      <a:pt x="371971" y="1771196"/>
                      <a:pt x="354826" y="1742621"/>
                    </a:cubicBezTo>
                    <a:cubicBezTo>
                      <a:pt x="346253" y="1729286"/>
                      <a:pt x="337681" y="1720713"/>
                      <a:pt x="322441" y="1715951"/>
                    </a:cubicBezTo>
                    <a:cubicBezTo>
                      <a:pt x="289103" y="1705473"/>
                      <a:pt x="255766" y="1691186"/>
                      <a:pt x="234811" y="1658801"/>
                    </a:cubicBezTo>
                    <a:cubicBezTo>
                      <a:pt x="228143" y="1649276"/>
                      <a:pt x="218618" y="1639751"/>
                      <a:pt x="206236" y="1644513"/>
                    </a:cubicBezTo>
                    <a:cubicBezTo>
                      <a:pt x="170993" y="1656896"/>
                      <a:pt x="143371" y="1639751"/>
                      <a:pt x="116701" y="1622606"/>
                    </a:cubicBezTo>
                    <a:cubicBezTo>
                      <a:pt x="85268" y="1603556"/>
                      <a:pt x="54788" y="1583553"/>
                      <a:pt x="28118" y="1557836"/>
                    </a:cubicBezTo>
                    <a:cubicBezTo>
                      <a:pt x="11926" y="1541643"/>
                      <a:pt x="1448" y="1523546"/>
                      <a:pt x="12878" y="1499733"/>
                    </a:cubicBezTo>
                    <a:cubicBezTo>
                      <a:pt x="20498" y="1482588"/>
                      <a:pt x="16688" y="1463538"/>
                      <a:pt x="10021" y="1446393"/>
                    </a:cubicBezTo>
                    <a:cubicBezTo>
                      <a:pt x="6211" y="1434963"/>
                      <a:pt x="-1409" y="1423533"/>
                      <a:pt x="5258" y="1410198"/>
                    </a:cubicBezTo>
                    <a:cubicBezTo>
                      <a:pt x="-12839" y="1304471"/>
                      <a:pt x="19546" y="1205411"/>
                      <a:pt x="45263" y="1105398"/>
                    </a:cubicBezTo>
                    <a:cubicBezTo>
                      <a:pt x="94793" y="912993"/>
                      <a:pt x="185281" y="739638"/>
                      <a:pt x="304343" y="581523"/>
                    </a:cubicBezTo>
                    <a:cubicBezTo>
                      <a:pt x="374828" y="487226"/>
                      <a:pt x="458648" y="405311"/>
                      <a:pt x="548183" y="329111"/>
                    </a:cubicBezTo>
                    <a:cubicBezTo>
                      <a:pt x="568186" y="311966"/>
                      <a:pt x="591046" y="303393"/>
                      <a:pt x="617716" y="317681"/>
                    </a:cubicBezTo>
                    <a:cubicBezTo>
                      <a:pt x="628193" y="324348"/>
                      <a:pt x="628193" y="314823"/>
                      <a:pt x="631051" y="309108"/>
                    </a:cubicBezTo>
                    <a:cubicBezTo>
                      <a:pt x="652006" y="308156"/>
                      <a:pt x="669151" y="289106"/>
                      <a:pt x="692011" y="299583"/>
                    </a:cubicBezTo>
                    <a:cubicBezTo>
                      <a:pt x="712013" y="311966"/>
                      <a:pt x="732968" y="317681"/>
                      <a:pt x="756781" y="316728"/>
                    </a:cubicBezTo>
                    <a:cubicBezTo>
                      <a:pt x="764401" y="317681"/>
                      <a:pt x="772973" y="320538"/>
                      <a:pt x="780593" y="315776"/>
                    </a:cubicBezTo>
                    <a:cubicBezTo>
                      <a:pt x="786308" y="312918"/>
                      <a:pt x="792023" y="311966"/>
                      <a:pt x="797738" y="314823"/>
                    </a:cubicBezTo>
                    <a:cubicBezTo>
                      <a:pt x="808216" y="327206"/>
                      <a:pt x="819646" y="321491"/>
                      <a:pt x="831076" y="316728"/>
                    </a:cubicBezTo>
                    <a:cubicBezTo>
                      <a:pt x="837743" y="304346"/>
                      <a:pt x="858698" y="297678"/>
                      <a:pt x="841553" y="277676"/>
                    </a:cubicBezTo>
                    <a:cubicBezTo>
                      <a:pt x="834886" y="270056"/>
                      <a:pt x="846316" y="263388"/>
                      <a:pt x="852031" y="259578"/>
                    </a:cubicBezTo>
                    <a:cubicBezTo>
                      <a:pt x="857269" y="255768"/>
                      <a:pt x="862508" y="252434"/>
                      <a:pt x="867152" y="248624"/>
                    </a:cubicBezTo>
                    <a:lnTo>
                      <a:pt x="876026" y="238011"/>
                    </a:lnTo>
                    <a:lnTo>
                      <a:pt x="858921" y="241392"/>
                    </a:lnTo>
                    <a:cubicBezTo>
                      <a:pt x="840303" y="244874"/>
                      <a:pt x="823694" y="244338"/>
                      <a:pt x="821551" y="210048"/>
                    </a:cubicBezTo>
                    <a:cubicBezTo>
                      <a:pt x="833933" y="208143"/>
                      <a:pt x="848221" y="208143"/>
                      <a:pt x="857746" y="190998"/>
                    </a:cubicBezTo>
                    <a:cubicBezTo>
                      <a:pt x="861079" y="184807"/>
                      <a:pt x="867032" y="183378"/>
                      <a:pt x="873343" y="184331"/>
                    </a:cubicBezTo>
                    <a:close/>
                    <a:moveTo>
                      <a:pt x="798215" y="181949"/>
                    </a:moveTo>
                    <a:cubicBezTo>
                      <a:pt x="801310" y="182187"/>
                      <a:pt x="803930" y="183378"/>
                      <a:pt x="805359" y="187188"/>
                    </a:cubicBezTo>
                    <a:cubicBezTo>
                      <a:pt x="808216" y="194808"/>
                      <a:pt x="800596" y="194808"/>
                      <a:pt x="795834" y="196713"/>
                    </a:cubicBezTo>
                    <a:cubicBezTo>
                      <a:pt x="790119" y="193856"/>
                      <a:pt x="788214" y="189093"/>
                      <a:pt x="788214" y="182426"/>
                    </a:cubicBezTo>
                    <a:cubicBezTo>
                      <a:pt x="791547" y="182426"/>
                      <a:pt x="795119" y="181711"/>
                      <a:pt x="798215" y="181949"/>
                    </a:cubicBezTo>
                    <a:close/>
                    <a:moveTo>
                      <a:pt x="938708" y="121466"/>
                    </a:moveTo>
                    <a:cubicBezTo>
                      <a:pt x="943471" y="128133"/>
                      <a:pt x="953948" y="130038"/>
                      <a:pt x="952043" y="141468"/>
                    </a:cubicBezTo>
                    <a:lnTo>
                      <a:pt x="951037" y="142501"/>
                    </a:lnTo>
                    <a:lnTo>
                      <a:pt x="953949" y="140516"/>
                    </a:lnTo>
                    <a:cubicBezTo>
                      <a:pt x="952996" y="143373"/>
                      <a:pt x="952996" y="146231"/>
                      <a:pt x="952996" y="148136"/>
                    </a:cubicBezTo>
                    <a:cubicBezTo>
                      <a:pt x="952996" y="154803"/>
                      <a:pt x="952996" y="161471"/>
                      <a:pt x="952996" y="169091"/>
                    </a:cubicBezTo>
                    <a:cubicBezTo>
                      <a:pt x="949662" y="166709"/>
                      <a:pt x="947281" y="162899"/>
                      <a:pt x="944424" y="159804"/>
                    </a:cubicBezTo>
                    <a:lnTo>
                      <a:pt x="933131" y="154863"/>
                    </a:lnTo>
                    <a:lnTo>
                      <a:pt x="931088" y="155756"/>
                    </a:lnTo>
                    <a:cubicBezTo>
                      <a:pt x="931088" y="155756"/>
                      <a:pt x="930136" y="155756"/>
                      <a:pt x="930136" y="155756"/>
                    </a:cubicBezTo>
                    <a:cubicBezTo>
                      <a:pt x="925373" y="152898"/>
                      <a:pt x="906323" y="162423"/>
                      <a:pt x="918706" y="144326"/>
                    </a:cubicBezTo>
                    <a:cubicBezTo>
                      <a:pt x="923468" y="137658"/>
                      <a:pt x="931088" y="131943"/>
                      <a:pt x="931088" y="122418"/>
                    </a:cubicBezTo>
                    <a:cubicBezTo>
                      <a:pt x="934898" y="118608"/>
                      <a:pt x="936803" y="118608"/>
                      <a:pt x="938708" y="121466"/>
                    </a:cubicBezTo>
                    <a:close/>
                    <a:moveTo>
                      <a:pt x="925373" y="107178"/>
                    </a:moveTo>
                    <a:cubicBezTo>
                      <a:pt x="930136" y="111940"/>
                      <a:pt x="934898" y="116703"/>
                      <a:pt x="938708" y="121465"/>
                    </a:cubicBezTo>
                    <a:lnTo>
                      <a:pt x="935851" y="121465"/>
                    </a:lnTo>
                    <a:cubicBezTo>
                      <a:pt x="935851" y="121465"/>
                      <a:pt x="932993" y="121465"/>
                      <a:pt x="932993" y="121465"/>
                    </a:cubicBezTo>
                    <a:cubicBezTo>
                      <a:pt x="923468" y="125275"/>
                      <a:pt x="912991" y="131943"/>
                      <a:pt x="901561" y="123370"/>
                    </a:cubicBezTo>
                    <a:cubicBezTo>
                      <a:pt x="904418" y="109083"/>
                      <a:pt x="915848" y="109083"/>
                      <a:pt x="925373" y="107178"/>
                    </a:cubicBezTo>
                    <a:close/>
                    <a:moveTo>
                      <a:pt x="1021576" y="71936"/>
                    </a:moveTo>
                    <a:cubicBezTo>
                      <a:pt x="1037768" y="75746"/>
                      <a:pt x="1038721" y="87176"/>
                      <a:pt x="1031101" y="97653"/>
                    </a:cubicBezTo>
                    <a:cubicBezTo>
                      <a:pt x="1019671" y="115751"/>
                      <a:pt x="1011098" y="95748"/>
                      <a:pt x="1000621" y="92891"/>
                    </a:cubicBezTo>
                    <a:cubicBezTo>
                      <a:pt x="1002526" y="88128"/>
                      <a:pt x="1005383" y="83366"/>
                      <a:pt x="1007288" y="79556"/>
                    </a:cubicBezTo>
                    <a:cubicBezTo>
                      <a:pt x="1012051" y="76698"/>
                      <a:pt x="1016813" y="74793"/>
                      <a:pt x="1021576" y="71936"/>
                    </a:cubicBezTo>
                    <a:close/>
                    <a:moveTo>
                      <a:pt x="1113849" y="40265"/>
                    </a:moveTo>
                    <a:cubicBezTo>
                      <a:pt x="1128732" y="39074"/>
                      <a:pt x="1143972" y="42885"/>
                      <a:pt x="1159689" y="51933"/>
                    </a:cubicBezTo>
                    <a:cubicBezTo>
                      <a:pt x="1175881" y="68126"/>
                      <a:pt x="1166356" y="76698"/>
                      <a:pt x="1151116" y="84318"/>
                    </a:cubicBezTo>
                    <a:cubicBezTo>
                      <a:pt x="1137781" y="90986"/>
                      <a:pt x="1123494" y="86223"/>
                      <a:pt x="1111111" y="92891"/>
                    </a:cubicBezTo>
                    <a:cubicBezTo>
                      <a:pt x="1083489" y="98606"/>
                      <a:pt x="1067296" y="90033"/>
                      <a:pt x="1070153" y="58601"/>
                    </a:cubicBezTo>
                    <a:cubicBezTo>
                      <a:pt x="1084441" y="47647"/>
                      <a:pt x="1098967" y="41456"/>
                      <a:pt x="1113849" y="40265"/>
                    </a:cubicBezTo>
                    <a:close/>
                    <a:moveTo>
                      <a:pt x="1400760" y="96"/>
                    </a:moveTo>
                    <a:cubicBezTo>
                      <a:pt x="1426031" y="498"/>
                      <a:pt x="1451392" y="2164"/>
                      <a:pt x="1476871" y="5260"/>
                    </a:cubicBezTo>
                    <a:cubicBezTo>
                      <a:pt x="1521639" y="13833"/>
                      <a:pt x="1566406" y="14785"/>
                      <a:pt x="1611174" y="9070"/>
                    </a:cubicBezTo>
                    <a:cubicBezTo>
                      <a:pt x="1614984" y="7165"/>
                      <a:pt x="1619746" y="9070"/>
                      <a:pt x="1619746" y="17643"/>
                    </a:cubicBezTo>
                    <a:cubicBezTo>
                      <a:pt x="1631176" y="13833"/>
                      <a:pt x="1639748" y="20500"/>
                      <a:pt x="1646416" y="28120"/>
                    </a:cubicBezTo>
                    <a:cubicBezTo>
                      <a:pt x="1652131" y="36693"/>
                      <a:pt x="1659751" y="35740"/>
                      <a:pt x="1667371" y="31930"/>
                    </a:cubicBezTo>
                    <a:cubicBezTo>
                      <a:pt x="1693088" y="18119"/>
                      <a:pt x="1717377" y="11690"/>
                      <a:pt x="1742261" y="11690"/>
                    </a:cubicBezTo>
                    <a:cubicBezTo>
                      <a:pt x="1767145" y="11690"/>
                      <a:pt x="1792624" y="18119"/>
                      <a:pt x="1820723" y="30025"/>
                    </a:cubicBezTo>
                    <a:cubicBezTo>
                      <a:pt x="1845488" y="40503"/>
                      <a:pt x="1874063" y="40503"/>
                      <a:pt x="1901686" y="45265"/>
                    </a:cubicBezTo>
                    <a:cubicBezTo>
                      <a:pt x="1905496" y="54790"/>
                      <a:pt x="1888351" y="56695"/>
                      <a:pt x="1894066" y="69078"/>
                    </a:cubicBezTo>
                    <a:cubicBezTo>
                      <a:pt x="1913116" y="57648"/>
                      <a:pt x="1934071" y="52885"/>
                      <a:pt x="1955978" y="55743"/>
                    </a:cubicBezTo>
                    <a:cubicBezTo>
                      <a:pt x="1961693" y="62410"/>
                      <a:pt x="1959788" y="69078"/>
                      <a:pt x="1954073" y="71935"/>
                    </a:cubicBezTo>
                    <a:cubicBezTo>
                      <a:pt x="1939786" y="78603"/>
                      <a:pt x="1939786" y="91938"/>
                      <a:pt x="1935976" y="103368"/>
                    </a:cubicBezTo>
                    <a:cubicBezTo>
                      <a:pt x="1904543" y="124323"/>
                      <a:pt x="1914068" y="142420"/>
                      <a:pt x="1949311" y="161470"/>
                    </a:cubicBezTo>
                    <a:cubicBezTo>
                      <a:pt x="1923593" y="162423"/>
                      <a:pt x="1905496" y="153850"/>
                      <a:pt x="1894066" y="171948"/>
                    </a:cubicBezTo>
                    <a:cubicBezTo>
                      <a:pt x="1899781" y="177663"/>
                      <a:pt x="1909306" y="175758"/>
                      <a:pt x="1913116" y="183378"/>
                    </a:cubicBezTo>
                    <a:cubicBezTo>
                      <a:pt x="1917878" y="187188"/>
                      <a:pt x="1922641" y="195760"/>
                      <a:pt x="1907401" y="196713"/>
                    </a:cubicBezTo>
                    <a:cubicBezTo>
                      <a:pt x="1907401" y="221478"/>
                      <a:pt x="1903591" y="242433"/>
                      <a:pt x="1873111" y="245290"/>
                    </a:cubicBezTo>
                    <a:cubicBezTo>
                      <a:pt x="1842631" y="244338"/>
                      <a:pt x="1879778" y="263388"/>
                      <a:pt x="1866443" y="267198"/>
                    </a:cubicBezTo>
                    <a:cubicBezTo>
                      <a:pt x="1860728" y="271008"/>
                      <a:pt x="1855013" y="271960"/>
                      <a:pt x="1851203" y="270055"/>
                    </a:cubicBezTo>
                    <a:cubicBezTo>
                      <a:pt x="1860728" y="280533"/>
                      <a:pt x="1876921" y="291963"/>
                      <a:pt x="1866443" y="313870"/>
                    </a:cubicBezTo>
                    <a:cubicBezTo>
                      <a:pt x="1859776" y="319585"/>
                      <a:pt x="1852156" y="321490"/>
                      <a:pt x="1843583" y="319585"/>
                    </a:cubicBezTo>
                    <a:cubicBezTo>
                      <a:pt x="1833106" y="315775"/>
                      <a:pt x="1827391" y="307203"/>
                      <a:pt x="1819771" y="300535"/>
                    </a:cubicBezTo>
                    <a:cubicBezTo>
                      <a:pt x="1811198" y="310060"/>
                      <a:pt x="1800721" y="314823"/>
                      <a:pt x="1788338" y="313870"/>
                    </a:cubicBezTo>
                    <a:cubicBezTo>
                      <a:pt x="1791196" y="322443"/>
                      <a:pt x="1796911" y="313870"/>
                      <a:pt x="1800721" y="315775"/>
                    </a:cubicBezTo>
                    <a:cubicBezTo>
                      <a:pt x="1808341" y="314823"/>
                      <a:pt x="1815961" y="312918"/>
                      <a:pt x="1823581" y="314823"/>
                    </a:cubicBezTo>
                    <a:cubicBezTo>
                      <a:pt x="1826438" y="315775"/>
                      <a:pt x="1830248" y="316728"/>
                      <a:pt x="1833106" y="317680"/>
                    </a:cubicBezTo>
                    <a:cubicBezTo>
                      <a:pt x="1838821" y="322443"/>
                      <a:pt x="1842631" y="327205"/>
                      <a:pt x="1838821" y="334825"/>
                    </a:cubicBezTo>
                    <a:cubicBezTo>
                      <a:pt x="1800721" y="354828"/>
                      <a:pt x="1760716" y="371020"/>
                      <a:pt x="1715948" y="370068"/>
                    </a:cubicBezTo>
                    <a:cubicBezTo>
                      <a:pt x="1707376" y="370068"/>
                      <a:pt x="1695946" y="372925"/>
                      <a:pt x="1691183" y="379593"/>
                    </a:cubicBezTo>
                    <a:cubicBezTo>
                      <a:pt x="1662608" y="411025"/>
                      <a:pt x="1627366" y="425313"/>
                      <a:pt x="1586408" y="430075"/>
                    </a:cubicBezTo>
                    <a:cubicBezTo>
                      <a:pt x="1564501" y="432933"/>
                      <a:pt x="1554976" y="450078"/>
                      <a:pt x="1542593" y="468175"/>
                    </a:cubicBezTo>
                    <a:cubicBezTo>
                      <a:pt x="1522591" y="497703"/>
                      <a:pt x="1501636" y="527230"/>
                      <a:pt x="1480681" y="555805"/>
                    </a:cubicBezTo>
                    <a:cubicBezTo>
                      <a:pt x="1475918" y="562473"/>
                      <a:pt x="1469251" y="562473"/>
                      <a:pt x="1462583" y="562473"/>
                    </a:cubicBezTo>
                    <a:cubicBezTo>
                      <a:pt x="1419721" y="558663"/>
                      <a:pt x="1380668" y="507228"/>
                      <a:pt x="1385431" y="462460"/>
                    </a:cubicBezTo>
                    <a:cubicBezTo>
                      <a:pt x="1388288" y="441505"/>
                      <a:pt x="1374001" y="421503"/>
                      <a:pt x="1379716" y="398643"/>
                    </a:cubicBezTo>
                    <a:cubicBezTo>
                      <a:pt x="1387336" y="363400"/>
                      <a:pt x="1418768" y="354828"/>
                      <a:pt x="1441628" y="335778"/>
                    </a:cubicBezTo>
                    <a:cubicBezTo>
                      <a:pt x="1443533" y="331015"/>
                      <a:pt x="1445438" y="325300"/>
                      <a:pt x="1449248" y="321490"/>
                    </a:cubicBezTo>
                    <a:cubicBezTo>
                      <a:pt x="1454011" y="314823"/>
                      <a:pt x="1454963" y="306250"/>
                      <a:pt x="1461631" y="300535"/>
                    </a:cubicBezTo>
                    <a:cubicBezTo>
                      <a:pt x="1451153" y="280533"/>
                      <a:pt x="1439723" y="265293"/>
                      <a:pt x="1412101" y="280533"/>
                    </a:cubicBezTo>
                    <a:cubicBezTo>
                      <a:pt x="1425436" y="259578"/>
                      <a:pt x="1438771" y="241480"/>
                      <a:pt x="1434961" y="215763"/>
                    </a:cubicBezTo>
                    <a:cubicBezTo>
                      <a:pt x="1430198" y="178615"/>
                      <a:pt x="1409243" y="158613"/>
                      <a:pt x="1371143" y="160518"/>
                    </a:cubicBezTo>
                    <a:cubicBezTo>
                      <a:pt x="1357808" y="161470"/>
                      <a:pt x="1343521" y="159565"/>
                      <a:pt x="1331138" y="162423"/>
                    </a:cubicBezTo>
                    <a:cubicBezTo>
                      <a:pt x="1317803" y="165280"/>
                      <a:pt x="1310183" y="161470"/>
                      <a:pt x="1303516" y="150040"/>
                    </a:cubicBezTo>
                    <a:cubicBezTo>
                      <a:pt x="1296848" y="136705"/>
                      <a:pt x="1300658" y="131943"/>
                      <a:pt x="1313993" y="130038"/>
                    </a:cubicBezTo>
                    <a:cubicBezTo>
                      <a:pt x="1321613" y="129085"/>
                      <a:pt x="1316851" y="124323"/>
                      <a:pt x="1313041" y="121465"/>
                    </a:cubicBezTo>
                    <a:cubicBezTo>
                      <a:pt x="1283513" y="99558"/>
                      <a:pt x="1311136" y="99558"/>
                      <a:pt x="1323518" y="96700"/>
                    </a:cubicBezTo>
                    <a:cubicBezTo>
                      <a:pt x="1344473" y="92890"/>
                      <a:pt x="1365428" y="88128"/>
                      <a:pt x="1387336" y="88128"/>
                    </a:cubicBezTo>
                    <a:cubicBezTo>
                      <a:pt x="1399718" y="88128"/>
                      <a:pt x="1414006" y="81460"/>
                      <a:pt x="1394003" y="68125"/>
                    </a:cubicBezTo>
                    <a:cubicBezTo>
                      <a:pt x="1402576" y="42408"/>
                      <a:pt x="1427341" y="49075"/>
                      <a:pt x="1445438" y="41455"/>
                    </a:cubicBezTo>
                    <a:lnTo>
                      <a:pt x="1471104" y="35589"/>
                    </a:lnTo>
                    <a:lnTo>
                      <a:pt x="1469608" y="35026"/>
                    </a:lnTo>
                    <a:cubicBezTo>
                      <a:pt x="1465441" y="34550"/>
                      <a:pt x="1461155" y="34788"/>
                      <a:pt x="1456869" y="34788"/>
                    </a:cubicBezTo>
                    <a:cubicBezTo>
                      <a:pt x="1424484" y="38598"/>
                      <a:pt x="1396861" y="56695"/>
                      <a:pt x="1365429" y="60505"/>
                    </a:cubicBezTo>
                    <a:cubicBezTo>
                      <a:pt x="1307326" y="66220"/>
                      <a:pt x="1264464" y="112893"/>
                      <a:pt x="1208266" y="122418"/>
                    </a:cubicBezTo>
                    <a:cubicBezTo>
                      <a:pt x="1196836" y="130038"/>
                      <a:pt x="1186359" y="129085"/>
                      <a:pt x="1175881" y="122418"/>
                    </a:cubicBezTo>
                    <a:cubicBezTo>
                      <a:pt x="1178739" y="129085"/>
                      <a:pt x="1197789" y="127180"/>
                      <a:pt x="1187311" y="142420"/>
                    </a:cubicBezTo>
                    <a:cubicBezTo>
                      <a:pt x="1185406" y="144325"/>
                      <a:pt x="1182549" y="146230"/>
                      <a:pt x="1180644" y="149088"/>
                    </a:cubicBezTo>
                    <a:cubicBezTo>
                      <a:pt x="1173262" y="152183"/>
                      <a:pt x="1165939" y="153434"/>
                      <a:pt x="1158647" y="153642"/>
                    </a:cubicBezTo>
                    <a:lnTo>
                      <a:pt x="1143520" y="152466"/>
                    </a:lnTo>
                    <a:lnTo>
                      <a:pt x="1148259" y="153731"/>
                    </a:lnTo>
                    <a:cubicBezTo>
                      <a:pt x="1153498" y="157422"/>
                      <a:pt x="1155879" y="163851"/>
                      <a:pt x="1152069" y="175758"/>
                    </a:cubicBezTo>
                    <a:cubicBezTo>
                      <a:pt x="1112064" y="198618"/>
                      <a:pt x="1069201" y="175758"/>
                      <a:pt x="1029196" y="182425"/>
                    </a:cubicBezTo>
                    <a:cubicBezTo>
                      <a:pt x="1020624" y="171948"/>
                      <a:pt x="980619" y="182425"/>
                      <a:pt x="1006336" y="148135"/>
                    </a:cubicBezTo>
                    <a:cubicBezTo>
                      <a:pt x="1011099" y="141468"/>
                      <a:pt x="1003479" y="136705"/>
                      <a:pt x="995859" y="134800"/>
                    </a:cubicBezTo>
                    <a:cubicBezTo>
                      <a:pt x="984429" y="131943"/>
                      <a:pt x="981571" y="125275"/>
                      <a:pt x="987286" y="114798"/>
                    </a:cubicBezTo>
                    <a:cubicBezTo>
                      <a:pt x="1010146" y="115750"/>
                      <a:pt x="1027291" y="130990"/>
                      <a:pt x="1049199" y="134800"/>
                    </a:cubicBezTo>
                    <a:cubicBezTo>
                      <a:pt x="1053009" y="140515"/>
                      <a:pt x="1055866" y="147183"/>
                      <a:pt x="1064439" y="149088"/>
                    </a:cubicBezTo>
                    <a:cubicBezTo>
                      <a:pt x="1074916" y="150993"/>
                      <a:pt x="1085394" y="150278"/>
                      <a:pt x="1095871" y="149326"/>
                    </a:cubicBezTo>
                    <a:lnTo>
                      <a:pt x="1106484" y="148924"/>
                    </a:lnTo>
                    <a:lnTo>
                      <a:pt x="1093014" y="149088"/>
                    </a:lnTo>
                    <a:cubicBezTo>
                      <a:pt x="1081584" y="144325"/>
                      <a:pt x="1067296" y="146230"/>
                      <a:pt x="1062534" y="131943"/>
                    </a:cubicBezTo>
                    <a:cubicBezTo>
                      <a:pt x="1083489" y="115750"/>
                      <a:pt x="1102539" y="93843"/>
                      <a:pt x="1133971" y="110988"/>
                    </a:cubicBezTo>
                    <a:cubicBezTo>
                      <a:pt x="1150164" y="112893"/>
                      <a:pt x="1147306" y="91938"/>
                      <a:pt x="1158736" y="88128"/>
                    </a:cubicBezTo>
                    <a:cubicBezTo>
                      <a:pt x="1164451" y="84318"/>
                      <a:pt x="1172071" y="81460"/>
                      <a:pt x="1173024" y="73840"/>
                    </a:cubicBezTo>
                    <a:cubicBezTo>
                      <a:pt x="1176834" y="44313"/>
                      <a:pt x="1193979" y="46218"/>
                      <a:pt x="1214934" y="54790"/>
                    </a:cubicBezTo>
                    <a:cubicBezTo>
                      <a:pt x="1234936" y="51933"/>
                      <a:pt x="1254939" y="44313"/>
                      <a:pt x="1275894" y="44313"/>
                    </a:cubicBezTo>
                    <a:cubicBezTo>
                      <a:pt x="1253986" y="44313"/>
                      <a:pt x="1233031" y="51933"/>
                      <a:pt x="1211124" y="51933"/>
                    </a:cubicBezTo>
                    <a:cubicBezTo>
                      <a:pt x="1199694" y="46218"/>
                      <a:pt x="1184454" y="50028"/>
                      <a:pt x="1174929" y="39550"/>
                    </a:cubicBezTo>
                    <a:cubicBezTo>
                      <a:pt x="1174929" y="34788"/>
                      <a:pt x="1174929" y="30978"/>
                      <a:pt x="1174929" y="26215"/>
                    </a:cubicBezTo>
                    <a:cubicBezTo>
                      <a:pt x="1249938" y="9070"/>
                      <a:pt x="1324947" y="-1110"/>
                      <a:pt x="1400760" y="96"/>
                    </a:cubicBezTo>
                    <a:close/>
                  </a:path>
                </a:pathLst>
              </a:custGeom>
              <a:solidFill>
                <a:schemeClr val="accent4">
                  <a:lumMod val="40000"/>
                  <a:lumOff val="60000"/>
                </a:schemeClr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  <p:grpSp>
          <p:nvGrpSpPr>
            <p:cNvPr id="22" name="그룹 21">
              <a:extLst>
                <a:ext uri="{FF2B5EF4-FFF2-40B4-BE49-F238E27FC236}">
                  <a16:creationId xmlns:a16="http://schemas.microsoft.com/office/drawing/2014/main" id="{B1830DF5-8308-492A-91F6-7B4F9174CFD3}"/>
                </a:ext>
              </a:extLst>
            </p:cNvPr>
            <p:cNvGrpSpPr/>
            <p:nvPr/>
          </p:nvGrpSpPr>
          <p:grpSpPr>
            <a:xfrm>
              <a:off x="7504991" y="1553562"/>
              <a:ext cx="2943855" cy="1040245"/>
              <a:chOff x="7389382" y="1763600"/>
              <a:chExt cx="2943855" cy="1040245"/>
            </a:xfrm>
          </p:grpSpPr>
          <p:sp>
            <p:nvSpPr>
              <p:cNvPr id="9" name="자유형: 도형 8">
                <a:extLst>
                  <a:ext uri="{FF2B5EF4-FFF2-40B4-BE49-F238E27FC236}">
                    <a16:creationId xmlns:a16="http://schemas.microsoft.com/office/drawing/2014/main" id="{C62A16A2-A4A0-44E8-8BEC-D27AA6E652EB}"/>
                  </a:ext>
                </a:extLst>
              </p:cNvPr>
              <p:cNvSpPr/>
              <p:nvPr/>
            </p:nvSpPr>
            <p:spPr>
              <a:xfrm>
                <a:off x="7389382" y="1763600"/>
                <a:ext cx="2943855" cy="478089"/>
              </a:xfrm>
              <a:custGeom>
                <a:avLst/>
                <a:gdLst>
                  <a:gd name="connsiteX0" fmla="*/ 40989 w 4186687"/>
                  <a:gd name="connsiteY0" fmla="*/ 590150 h 679928"/>
                  <a:gd name="connsiteX1" fmla="*/ 89 w 4186687"/>
                  <a:gd name="connsiteY1" fmla="*/ 548754 h 679928"/>
                  <a:gd name="connsiteX2" fmla="*/ 12235 w 4186687"/>
                  <a:gd name="connsiteY2" fmla="*/ 41840 h 679928"/>
                  <a:gd name="connsiteX3" fmla="*/ 60984 w 4186687"/>
                  <a:gd name="connsiteY3" fmla="*/ 114 h 679928"/>
                  <a:gd name="connsiteX4" fmla="*/ 4125713 w 4186687"/>
                  <a:gd name="connsiteY4" fmla="*/ 87285 h 679928"/>
                  <a:gd name="connsiteX5" fmla="*/ 4186195 w 4186687"/>
                  <a:gd name="connsiteY5" fmla="*/ 151155 h 679928"/>
                  <a:gd name="connsiteX6" fmla="*/ 4174214 w 4186687"/>
                  <a:gd name="connsiteY6" fmla="*/ 641544 h 679928"/>
                  <a:gd name="connsiteX7" fmla="*/ 4134554 w 4186687"/>
                  <a:gd name="connsiteY7" fmla="*/ 679882 h 679928"/>
                  <a:gd name="connsiteX8" fmla="*/ 40989 w 4186687"/>
                  <a:gd name="connsiteY8" fmla="*/ 590150 h 6799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4186687" h="679928">
                    <a:moveTo>
                      <a:pt x="40989" y="590150"/>
                    </a:moveTo>
                    <a:cubicBezTo>
                      <a:pt x="8930" y="589654"/>
                      <a:pt x="-1068" y="581805"/>
                      <a:pt x="89" y="548754"/>
                    </a:cubicBezTo>
                    <a:cubicBezTo>
                      <a:pt x="5872" y="379865"/>
                      <a:pt x="10830" y="210812"/>
                      <a:pt x="12235" y="41840"/>
                    </a:cubicBezTo>
                    <a:cubicBezTo>
                      <a:pt x="12565" y="1105"/>
                      <a:pt x="29338" y="-630"/>
                      <a:pt x="60984" y="114"/>
                    </a:cubicBezTo>
                    <a:cubicBezTo>
                      <a:pt x="458500" y="9451"/>
                      <a:pt x="3875354" y="81666"/>
                      <a:pt x="4125713" y="87285"/>
                    </a:cubicBezTo>
                    <a:cubicBezTo>
                      <a:pt x="4188509" y="88690"/>
                      <a:pt x="4187930" y="88937"/>
                      <a:pt x="4186195" y="151155"/>
                    </a:cubicBezTo>
                    <a:cubicBezTo>
                      <a:pt x="4181651" y="314590"/>
                      <a:pt x="4176776" y="478108"/>
                      <a:pt x="4174214" y="641544"/>
                    </a:cubicBezTo>
                    <a:cubicBezTo>
                      <a:pt x="4173719" y="672528"/>
                      <a:pt x="4165291" y="680626"/>
                      <a:pt x="4134554" y="679882"/>
                    </a:cubicBezTo>
                    <a:cubicBezTo>
                      <a:pt x="3877255" y="673190"/>
                      <a:pt x="301014" y="594364"/>
                      <a:pt x="40989" y="590150"/>
                    </a:cubicBezTo>
                    <a:close/>
                  </a:path>
                </a:pathLst>
              </a:custGeom>
              <a:solidFill>
                <a:srgbClr val="474343"/>
              </a:solidFill>
              <a:ln w="826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0" name="자유형: 도형 9">
                <a:extLst>
                  <a:ext uri="{FF2B5EF4-FFF2-40B4-BE49-F238E27FC236}">
                    <a16:creationId xmlns:a16="http://schemas.microsoft.com/office/drawing/2014/main" id="{FC26EA02-CC61-405A-986B-B17E3C06B5FB}"/>
                  </a:ext>
                </a:extLst>
              </p:cNvPr>
              <p:cNvSpPr/>
              <p:nvPr/>
            </p:nvSpPr>
            <p:spPr>
              <a:xfrm>
                <a:off x="7951352" y="2175695"/>
                <a:ext cx="1832403" cy="628150"/>
              </a:xfrm>
              <a:custGeom>
                <a:avLst/>
                <a:gdLst>
                  <a:gd name="connsiteX0" fmla="*/ 61173 w 2606003"/>
                  <a:gd name="connsiteY0" fmla="*/ 2337 h 893342"/>
                  <a:gd name="connsiteX1" fmla="*/ 2563599 w 2606003"/>
                  <a:gd name="connsiteY1" fmla="*/ 51912 h 893342"/>
                  <a:gd name="connsiteX2" fmla="*/ 2548975 w 2606003"/>
                  <a:gd name="connsiteY2" fmla="*/ 676238 h 893342"/>
                  <a:gd name="connsiteX3" fmla="*/ 2564343 w 2606003"/>
                  <a:gd name="connsiteY3" fmla="*/ 722261 h 893342"/>
                  <a:gd name="connsiteX4" fmla="*/ 2581199 w 2606003"/>
                  <a:gd name="connsiteY4" fmla="*/ 833890 h 893342"/>
                  <a:gd name="connsiteX5" fmla="*/ 2351910 w 2606003"/>
                  <a:gd name="connsiteY5" fmla="*/ 876360 h 893342"/>
                  <a:gd name="connsiteX6" fmla="*/ 1700566 w 2606003"/>
                  <a:gd name="connsiteY6" fmla="*/ 893050 h 893342"/>
                  <a:gd name="connsiteX7" fmla="*/ 1264050 w 2606003"/>
                  <a:gd name="connsiteY7" fmla="*/ 885118 h 893342"/>
                  <a:gd name="connsiteX8" fmla="*/ 355571 w 2606003"/>
                  <a:gd name="connsiteY8" fmla="*/ 834633 h 893342"/>
                  <a:gd name="connsiteX9" fmla="*/ 70840 w 2606003"/>
                  <a:gd name="connsiteY9" fmla="*/ 799765 h 893342"/>
                  <a:gd name="connsiteX10" fmla="*/ 17050 w 2606003"/>
                  <a:gd name="connsiteY10" fmla="*/ 761261 h 893342"/>
                  <a:gd name="connsiteX11" fmla="*/ 33245 w 2606003"/>
                  <a:gd name="connsiteY11" fmla="*/ 662275 h 893342"/>
                  <a:gd name="connsiteX12" fmla="*/ 47374 w 2606003"/>
                  <a:gd name="connsiteY12" fmla="*/ 618152 h 893342"/>
                  <a:gd name="connsiteX13" fmla="*/ 61173 w 2606003"/>
                  <a:gd name="connsiteY13" fmla="*/ 2337 h 8933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606003" h="893342">
                    <a:moveTo>
                      <a:pt x="61173" y="2337"/>
                    </a:moveTo>
                    <a:cubicBezTo>
                      <a:pt x="83647" y="-12701"/>
                      <a:pt x="2486757" y="49682"/>
                      <a:pt x="2563599" y="51912"/>
                    </a:cubicBezTo>
                    <a:cubicBezTo>
                      <a:pt x="2558642" y="260049"/>
                      <a:pt x="2553602" y="468102"/>
                      <a:pt x="2548975" y="676238"/>
                    </a:cubicBezTo>
                    <a:cubicBezTo>
                      <a:pt x="2548644" y="692599"/>
                      <a:pt x="2543191" y="708711"/>
                      <a:pt x="2564343" y="722261"/>
                    </a:cubicBezTo>
                    <a:cubicBezTo>
                      <a:pt x="2615076" y="754734"/>
                      <a:pt x="2617968" y="784810"/>
                      <a:pt x="2581199" y="833890"/>
                    </a:cubicBezTo>
                    <a:cubicBezTo>
                      <a:pt x="2508735" y="869419"/>
                      <a:pt x="2429497" y="870493"/>
                      <a:pt x="2351910" y="876360"/>
                    </a:cubicBezTo>
                    <a:cubicBezTo>
                      <a:pt x="2135098" y="892555"/>
                      <a:pt x="1917873" y="894207"/>
                      <a:pt x="1700566" y="893050"/>
                    </a:cubicBezTo>
                    <a:cubicBezTo>
                      <a:pt x="1690981" y="892968"/>
                      <a:pt x="1399970" y="888671"/>
                      <a:pt x="1264050" y="885118"/>
                    </a:cubicBezTo>
                    <a:cubicBezTo>
                      <a:pt x="960728" y="877269"/>
                      <a:pt x="657819" y="862065"/>
                      <a:pt x="355571" y="834633"/>
                    </a:cubicBezTo>
                    <a:cubicBezTo>
                      <a:pt x="331031" y="832403"/>
                      <a:pt x="129505" y="817612"/>
                      <a:pt x="70840" y="799765"/>
                    </a:cubicBezTo>
                    <a:cubicBezTo>
                      <a:pt x="49027" y="793155"/>
                      <a:pt x="25644" y="787123"/>
                      <a:pt x="17050" y="761261"/>
                    </a:cubicBezTo>
                    <a:cubicBezTo>
                      <a:pt x="-8564" y="714742"/>
                      <a:pt x="-6994" y="696234"/>
                      <a:pt x="33245" y="662275"/>
                    </a:cubicBezTo>
                    <a:cubicBezTo>
                      <a:pt x="49357" y="648724"/>
                      <a:pt x="46961" y="633603"/>
                      <a:pt x="47374" y="618152"/>
                    </a:cubicBezTo>
                    <a:cubicBezTo>
                      <a:pt x="52332" y="412825"/>
                      <a:pt x="56629" y="207581"/>
                      <a:pt x="61173" y="2337"/>
                    </a:cubicBezTo>
                    <a:close/>
                  </a:path>
                </a:pathLst>
              </a:custGeom>
              <a:solidFill>
                <a:srgbClr val="000000"/>
              </a:solidFill>
              <a:ln w="826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</p:grpSp>
        <p:grpSp>
          <p:nvGrpSpPr>
            <p:cNvPr id="20" name="그룹 19">
              <a:extLst>
                <a:ext uri="{FF2B5EF4-FFF2-40B4-BE49-F238E27FC236}">
                  <a16:creationId xmlns:a16="http://schemas.microsoft.com/office/drawing/2014/main" id="{D48887BF-57C8-40DA-852B-38B03BFF1F63}"/>
                </a:ext>
              </a:extLst>
            </p:cNvPr>
            <p:cNvGrpSpPr/>
            <p:nvPr/>
          </p:nvGrpSpPr>
          <p:grpSpPr>
            <a:xfrm flipH="1">
              <a:off x="6110127" y="3895561"/>
              <a:ext cx="4542854" cy="2622930"/>
              <a:chOff x="7422723" y="4330492"/>
              <a:chExt cx="3910228" cy="2257668"/>
            </a:xfrm>
          </p:grpSpPr>
          <p:sp>
            <p:nvSpPr>
              <p:cNvPr id="7" name="자유형: 도형 6">
                <a:extLst>
                  <a:ext uri="{FF2B5EF4-FFF2-40B4-BE49-F238E27FC236}">
                    <a16:creationId xmlns:a16="http://schemas.microsoft.com/office/drawing/2014/main" id="{A2736757-018B-4BAE-8AD3-45161ABC5CCA}"/>
                  </a:ext>
                </a:extLst>
              </p:cNvPr>
              <p:cNvSpPr/>
              <p:nvPr/>
            </p:nvSpPr>
            <p:spPr>
              <a:xfrm>
                <a:off x="10676438" y="4771152"/>
                <a:ext cx="656513" cy="947007"/>
              </a:xfrm>
              <a:custGeom>
                <a:avLst/>
                <a:gdLst>
                  <a:gd name="connsiteX0" fmla="*/ 933680 w 933679"/>
                  <a:gd name="connsiteY0" fmla="*/ 673406 h 1346812"/>
                  <a:gd name="connsiteX1" fmla="*/ 466840 w 933679"/>
                  <a:gd name="connsiteY1" fmla="*/ 1346812 h 1346812"/>
                  <a:gd name="connsiteX2" fmla="*/ 0 w 933679"/>
                  <a:gd name="connsiteY2" fmla="*/ 673406 h 1346812"/>
                  <a:gd name="connsiteX3" fmla="*/ 466840 w 933679"/>
                  <a:gd name="connsiteY3" fmla="*/ 0 h 1346812"/>
                  <a:gd name="connsiteX4" fmla="*/ 933680 w 933679"/>
                  <a:gd name="connsiteY4" fmla="*/ 673406 h 13468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33679" h="1346812">
                    <a:moveTo>
                      <a:pt x="933680" y="673406"/>
                    </a:moveTo>
                    <a:cubicBezTo>
                      <a:pt x="933680" y="1045318"/>
                      <a:pt x="724669" y="1346812"/>
                      <a:pt x="466840" y="1346812"/>
                    </a:cubicBezTo>
                    <a:cubicBezTo>
                      <a:pt x="209011" y="1346812"/>
                      <a:pt x="0" y="1045318"/>
                      <a:pt x="0" y="673406"/>
                    </a:cubicBezTo>
                    <a:cubicBezTo>
                      <a:pt x="0" y="301494"/>
                      <a:pt x="209011" y="0"/>
                      <a:pt x="466840" y="0"/>
                    </a:cubicBezTo>
                    <a:cubicBezTo>
                      <a:pt x="724669" y="0"/>
                      <a:pt x="933680" y="301494"/>
                      <a:pt x="933680" y="673406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826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8" name="자유형: 도형 7">
                <a:extLst>
                  <a:ext uri="{FF2B5EF4-FFF2-40B4-BE49-F238E27FC236}">
                    <a16:creationId xmlns:a16="http://schemas.microsoft.com/office/drawing/2014/main" id="{95EF7A2C-A606-436C-A5EB-1D863830CF4C}"/>
                  </a:ext>
                </a:extLst>
              </p:cNvPr>
              <p:cNvSpPr/>
              <p:nvPr/>
            </p:nvSpPr>
            <p:spPr>
              <a:xfrm>
                <a:off x="10972683" y="5049965"/>
                <a:ext cx="63966" cy="255691"/>
              </a:xfrm>
              <a:custGeom>
                <a:avLst/>
                <a:gdLst>
                  <a:gd name="connsiteX0" fmla="*/ 67175 w 90971"/>
                  <a:gd name="connsiteY0" fmla="*/ 363639 h 363639"/>
                  <a:gd name="connsiteX1" fmla="*/ 23796 w 90971"/>
                  <a:gd name="connsiteY1" fmla="*/ 363639 h 363639"/>
                  <a:gd name="connsiteX2" fmla="*/ 0 w 90971"/>
                  <a:gd name="connsiteY2" fmla="*/ 339843 h 363639"/>
                  <a:gd name="connsiteX3" fmla="*/ 0 w 90971"/>
                  <a:gd name="connsiteY3" fmla="*/ 23796 h 363639"/>
                  <a:gd name="connsiteX4" fmla="*/ 23796 w 90971"/>
                  <a:gd name="connsiteY4" fmla="*/ 0 h 363639"/>
                  <a:gd name="connsiteX5" fmla="*/ 67175 w 90971"/>
                  <a:gd name="connsiteY5" fmla="*/ 0 h 363639"/>
                  <a:gd name="connsiteX6" fmla="*/ 90972 w 90971"/>
                  <a:gd name="connsiteY6" fmla="*/ 23796 h 363639"/>
                  <a:gd name="connsiteX7" fmla="*/ 90972 w 90971"/>
                  <a:gd name="connsiteY7" fmla="*/ 339843 h 363639"/>
                  <a:gd name="connsiteX8" fmla="*/ 67175 w 90971"/>
                  <a:gd name="connsiteY8" fmla="*/ 363639 h 3636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90971" h="363639">
                    <a:moveTo>
                      <a:pt x="67175" y="363639"/>
                    </a:moveTo>
                    <a:lnTo>
                      <a:pt x="23796" y="363639"/>
                    </a:lnTo>
                    <a:cubicBezTo>
                      <a:pt x="10659" y="363639"/>
                      <a:pt x="0" y="352981"/>
                      <a:pt x="0" y="339843"/>
                    </a:cubicBezTo>
                    <a:lnTo>
                      <a:pt x="0" y="23796"/>
                    </a:lnTo>
                    <a:cubicBezTo>
                      <a:pt x="0" y="10659"/>
                      <a:pt x="10659" y="0"/>
                      <a:pt x="23796" y="0"/>
                    </a:cubicBezTo>
                    <a:lnTo>
                      <a:pt x="67175" y="0"/>
                    </a:lnTo>
                    <a:cubicBezTo>
                      <a:pt x="80313" y="0"/>
                      <a:pt x="90972" y="10659"/>
                      <a:pt x="90972" y="23796"/>
                    </a:cubicBezTo>
                    <a:lnTo>
                      <a:pt x="90972" y="339843"/>
                    </a:lnTo>
                    <a:cubicBezTo>
                      <a:pt x="90972" y="353063"/>
                      <a:pt x="80313" y="363639"/>
                      <a:pt x="67175" y="363639"/>
                    </a:cubicBezTo>
                    <a:close/>
                  </a:path>
                </a:pathLst>
              </a:custGeom>
              <a:solidFill>
                <a:srgbClr val="010101"/>
              </a:solidFill>
              <a:ln w="826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1" name="자유형: 도형 10">
                <a:extLst>
                  <a:ext uri="{FF2B5EF4-FFF2-40B4-BE49-F238E27FC236}">
                    <a16:creationId xmlns:a16="http://schemas.microsoft.com/office/drawing/2014/main" id="{5E4F7E5B-1864-401C-8139-9DD6DC72821D}"/>
                  </a:ext>
                </a:extLst>
              </p:cNvPr>
              <p:cNvSpPr/>
              <p:nvPr/>
            </p:nvSpPr>
            <p:spPr>
              <a:xfrm>
                <a:off x="10672712" y="5025797"/>
                <a:ext cx="200041" cy="546765"/>
              </a:xfrm>
              <a:custGeom>
                <a:avLst/>
                <a:gdLst>
                  <a:gd name="connsiteX0" fmla="*/ 55287 w 284493"/>
                  <a:gd name="connsiteY0" fmla="*/ 0 h 777597"/>
                  <a:gd name="connsiteX1" fmla="*/ 284493 w 284493"/>
                  <a:gd name="connsiteY1" fmla="*/ 0 h 777597"/>
                  <a:gd name="connsiteX2" fmla="*/ 142458 w 284493"/>
                  <a:gd name="connsiteY2" fmla="*/ 160956 h 777597"/>
                  <a:gd name="connsiteX3" fmla="*/ 68177 w 284493"/>
                  <a:gd name="connsiteY3" fmla="*/ 516581 h 777597"/>
                  <a:gd name="connsiteX4" fmla="*/ 137005 w 284493"/>
                  <a:gd name="connsiteY4" fmla="*/ 777598 h 777597"/>
                  <a:gd name="connsiteX5" fmla="*/ 31573 w 284493"/>
                  <a:gd name="connsiteY5" fmla="*/ 552358 h 777597"/>
                  <a:gd name="connsiteX6" fmla="*/ 176 w 284493"/>
                  <a:gd name="connsiteY6" fmla="*/ 317451 h 777597"/>
                  <a:gd name="connsiteX7" fmla="*/ 55287 w 284493"/>
                  <a:gd name="connsiteY7" fmla="*/ 0 h 7775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84493" h="777597">
                    <a:moveTo>
                      <a:pt x="55287" y="0"/>
                    </a:moveTo>
                    <a:cubicBezTo>
                      <a:pt x="130064" y="0"/>
                      <a:pt x="204841" y="0"/>
                      <a:pt x="284493" y="0"/>
                    </a:cubicBezTo>
                    <a:cubicBezTo>
                      <a:pt x="241610" y="63705"/>
                      <a:pt x="186911" y="107827"/>
                      <a:pt x="142458" y="160956"/>
                    </a:cubicBezTo>
                    <a:cubicBezTo>
                      <a:pt x="53965" y="266884"/>
                      <a:pt x="43719" y="386857"/>
                      <a:pt x="68177" y="516581"/>
                    </a:cubicBezTo>
                    <a:cubicBezTo>
                      <a:pt x="84950" y="605405"/>
                      <a:pt x="116679" y="689931"/>
                      <a:pt x="137005" y="777598"/>
                    </a:cubicBezTo>
                    <a:cubicBezTo>
                      <a:pt x="79744" y="712902"/>
                      <a:pt x="56774" y="631845"/>
                      <a:pt x="31573" y="552358"/>
                    </a:cubicBezTo>
                    <a:cubicBezTo>
                      <a:pt x="7446" y="476177"/>
                      <a:pt x="-1394" y="395863"/>
                      <a:pt x="176" y="317451"/>
                    </a:cubicBezTo>
                    <a:cubicBezTo>
                      <a:pt x="2158" y="209872"/>
                      <a:pt x="11247" y="101300"/>
                      <a:pt x="55287" y="0"/>
                    </a:cubicBezTo>
                    <a:close/>
                  </a:path>
                </a:pathLst>
              </a:custGeom>
              <a:solidFill>
                <a:schemeClr val="bg1">
                  <a:lumMod val="50000"/>
                  <a:alpha val="40000"/>
                </a:schemeClr>
              </a:solidFill>
              <a:ln w="826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2" name="자유형: 도형 11">
                <a:extLst>
                  <a:ext uri="{FF2B5EF4-FFF2-40B4-BE49-F238E27FC236}">
                    <a16:creationId xmlns:a16="http://schemas.microsoft.com/office/drawing/2014/main" id="{FC5E3A68-AEF2-4886-899E-5072462E81ED}"/>
                  </a:ext>
                </a:extLst>
              </p:cNvPr>
              <p:cNvSpPr/>
              <p:nvPr/>
            </p:nvSpPr>
            <p:spPr>
              <a:xfrm>
                <a:off x="10721697" y="4782015"/>
                <a:ext cx="221537" cy="221614"/>
              </a:xfrm>
              <a:custGeom>
                <a:avLst/>
                <a:gdLst>
                  <a:gd name="connsiteX0" fmla="*/ 314642 w 315065"/>
                  <a:gd name="connsiteY0" fmla="*/ 0 h 315176"/>
                  <a:gd name="connsiteX1" fmla="*/ 272750 w 315065"/>
                  <a:gd name="connsiteY1" fmla="*/ 264405 h 315176"/>
                  <a:gd name="connsiteX2" fmla="*/ 200865 w 315065"/>
                  <a:gd name="connsiteY2" fmla="*/ 314890 h 315176"/>
                  <a:gd name="connsiteX3" fmla="*/ 0 w 315065"/>
                  <a:gd name="connsiteY3" fmla="*/ 312080 h 315176"/>
                  <a:gd name="connsiteX4" fmla="*/ 314642 w 315065"/>
                  <a:gd name="connsiteY4" fmla="*/ 0 h 3151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15065" h="315176">
                    <a:moveTo>
                      <a:pt x="314642" y="0"/>
                    </a:moveTo>
                    <a:cubicBezTo>
                      <a:pt x="317616" y="90807"/>
                      <a:pt x="305057" y="179134"/>
                      <a:pt x="272750" y="264405"/>
                    </a:cubicBezTo>
                    <a:cubicBezTo>
                      <a:pt x="260191" y="297455"/>
                      <a:pt x="242757" y="317864"/>
                      <a:pt x="200865" y="314890"/>
                    </a:cubicBezTo>
                    <a:cubicBezTo>
                      <a:pt x="134185" y="310180"/>
                      <a:pt x="67010" y="312659"/>
                      <a:pt x="0" y="312080"/>
                    </a:cubicBezTo>
                    <a:cubicBezTo>
                      <a:pt x="61887" y="164757"/>
                      <a:pt x="149058" y="42883"/>
                      <a:pt x="314642" y="0"/>
                    </a:cubicBezTo>
                    <a:close/>
                  </a:path>
                </a:pathLst>
              </a:custGeom>
              <a:solidFill>
                <a:schemeClr val="bg1">
                  <a:lumMod val="50000"/>
                  <a:alpha val="40000"/>
                </a:schemeClr>
              </a:solidFill>
              <a:ln w="826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3" name="자유형: 도형 12">
                <a:extLst>
                  <a:ext uri="{FF2B5EF4-FFF2-40B4-BE49-F238E27FC236}">
                    <a16:creationId xmlns:a16="http://schemas.microsoft.com/office/drawing/2014/main" id="{82F29F07-96AE-4BDB-9807-CAD0EDDC0106}"/>
                  </a:ext>
                </a:extLst>
              </p:cNvPr>
              <p:cNvSpPr/>
              <p:nvPr/>
            </p:nvSpPr>
            <p:spPr>
              <a:xfrm>
                <a:off x="10969839" y="4723395"/>
                <a:ext cx="62439" cy="264407"/>
              </a:xfrm>
              <a:custGeom>
                <a:avLst/>
                <a:gdLst>
                  <a:gd name="connsiteX0" fmla="*/ 82951 w 88800"/>
                  <a:gd name="connsiteY0" fmla="*/ 67340 h 376033"/>
                  <a:gd name="connsiteX1" fmla="*/ 57750 w 88800"/>
                  <a:gd name="connsiteY1" fmla="*/ 97086 h 376033"/>
                  <a:gd name="connsiteX2" fmla="*/ 57667 w 88800"/>
                  <a:gd name="connsiteY2" fmla="*/ 347857 h 376033"/>
                  <a:gd name="connsiteX3" fmla="*/ 46017 w 88800"/>
                  <a:gd name="connsiteY3" fmla="*/ 376033 h 376033"/>
                  <a:gd name="connsiteX4" fmla="*/ 37589 w 88800"/>
                  <a:gd name="connsiteY4" fmla="*/ 348766 h 376033"/>
                  <a:gd name="connsiteX5" fmla="*/ 36763 w 88800"/>
                  <a:gd name="connsiteY5" fmla="*/ 97995 h 376033"/>
                  <a:gd name="connsiteX6" fmla="*/ 18090 w 88800"/>
                  <a:gd name="connsiteY6" fmla="*/ 69737 h 376033"/>
                  <a:gd name="connsiteX7" fmla="*/ 20568 w 88800"/>
                  <a:gd name="connsiteY7" fmla="*/ 1570 h 376033"/>
                  <a:gd name="connsiteX8" fmla="*/ 63286 w 88800"/>
                  <a:gd name="connsiteY8" fmla="*/ 0 h 376033"/>
                  <a:gd name="connsiteX9" fmla="*/ 82951 w 88800"/>
                  <a:gd name="connsiteY9" fmla="*/ 67340 h 3760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88800" h="376033">
                    <a:moveTo>
                      <a:pt x="82951" y="67340"/>
                    </a:moveTo>
                    <a:cubicBezTo>
                      <a:pt x="61964" y="76181"/>
                      <a:pt x="57667" y="78743"/>
                      <a:pt x="57750" y="97086"/>
                    </a:cubicBezTo>
                    <a:cubicBezTo>
                      <a:pt x="58329" y="180704"/>
                      <a:pt x="58246" y="264322"/>
                      <a:pt x="57667" y="347857"/>
                    </a:cubicBezTo>
                    <a:cubicBezTo>
                      <a:pt x="57585" y="358268"/>
                      <a:pt x="61964" y="373637"/>
                      <a:pt x="46017" y="376033"/>
                    </a:cubicBezTo>
                    <a:cubicBezTo>
                      <a:pt x="28914" y="373637"/>
                      <a:pt x="37672" y="358351"/>
                      <a:pt x="37589" y="348766"/>
                    </a:cubicBezTo>
                    <a:cubicBezTo>
                      <a:pt x="37011" y="265148"/>
                      <a:pt x="37589" y="181530"/>
                      <a:pt x="36763" y="97995"/>
                    </a:cubicBezTo>
                    <a:cubicBezTo>
                      <a:pt x="36681" y="86510"/>
                      <a:pt x="37094" y="76181"/>
                      <a:pt x="18090" y="69737"/>
                    </a:cubicBezTo>
                    <a:cubicBezTo>
                      <a:pt x="-7029" y="50319"/>
                      <a:pt x="-5790" y="16360"/>
                      <a:pt x="20568" y="1570"/>
                    </a:cubicBezTo>
                    <a:cubicBezTo>
                      <a:pt x="34780" y="1074"/>
                      <a:pt x="49075" y="578"/>
                      <a:pt x="63286" y="0"/>
                    </a:cubicBezTo>
                    <a:cubicBezTo>
                      <a:pt x="101129" y="13385"/>
                      <a:pt x="86752" y="59656"/>
                      <a:pt x="82951" y="67340"/>
                    </a:cubicBezTo>
                    <a:close/>
                  </a:path>
                </a:pathLst>
              </a:custGeom>
              <a:solidFill>
                <a:srgbClr val="151616"/>
              </a:solidFill>
              <a:ln w="826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4" name="자유형: 도형 13">
                <a:extLst>
                  <a:ext uri="{FF2B5EF4-FFF2-40B4-BE49-F238E27FC236}">
                    <a16:creationId xmlns:a16="http://schemas.microsoft.com/office/drawing/2014/main" id="{E4BC1F87-1C60-45C9-A538-330870AB105C}"/>
                  </a:ext>
                </a:extLst>
              </p:cNvPr>
              <p:cNvSpPr/>
              <p:nvPr/>
            </p:nvSpPr>
            <p:spPr>
              <a:xfrm>
                <a:off x="10715945" y="5014421"/>
                <a:ext cx="576164" cy="5334"/>
              </a:xfrm>
              <a:custGeom>
                <a:avLst/>
                <a:gdLst>
                  <a:gd name="connsiteX0" fmla="*/ 819242 w 819408"/>
                  <a:gd name="connsiteY0" fmla="*/ 7586 h 7585"/>
                  <a:gd name="connsiteX1" fmla="*/ 0 w 819408"/>
                  <a:gd name="connsiteY1" fmla="*/ 7503 h 7585"/>
                  <a:gd name="connsiteX2" fmla="*/ 1653 w 819408"/>
                  <a:gd name="connsiteY2" fmla="*/ 1058 h 7585"/>
                  <a:gd name="connsiteX3" fmla="*/ 814945 w 819408"/>
                  <a:gd name="connsiteY3" fmla="*/ 66 h 7585"/>
                  <a:gd name="connsiteX4" fmla="*/ 819242 w 819408"/>
                  <a:gd name="connsiteY4" fmla="*/ 7586 h 75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19408" h="7585">
                    <a:moveTo>
                      <a:pt x="819242" y="7586"/>
                    </a:moveTo>
                    <a:cubicBezTo>
                      <a:pt x="546161" y="7586"/>
                      <a:pt x="273081" y="7503"/>
                      <a:pt x="0" y="7503"/>
                    </a:cubicBezTo>
                    <a:cubicBezTo>
                      <a:pt x="1653" y="1058"/>
                      <a:pt x="-1570" y="10312"/>
                      <a:pt x="1653" y="1058"/>
                    </a:cubicBezTo>
                    <a:cubicBezTo>
                      <a:pt x="255151" y="728"/>
                      <a:pt x="561447" y="-264"/>
                      <a:pt x="814945" y="66"/>
                    </a:cubicBezTo>
                    <a:cubicBezTo>
                      <a:pt x="819655" y="9321"/>
                      <a:pt x="819655" y="1058"/>
                      <a:pt x="819242" y="7586"/>
                    </a:cubicBezTo>
                    <a:close/>
                  </a:path>
                </a:pathLst>
              </a:custGeom>
              <a:solidFill>
                <a:srgbClr val="151515"/>
              </a:solidFill>
              <a:ln w="826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5" name="자유형: 도형 14">
                <a:extLst>
                  <a:ext uri="{FF2B5EF4-FFF2-40B4-BE49-F238E27FC236}">
                    <a16:creationId xmlns:a16="http://schemas.microsoft.com/office/drawing/2014/main" id="{AFA5E6D1-8FA0-453D-B8BD-ED6B39F523A7}"/>
                  </a:ext>
                </a:extLst>
              </p:cNvPr>
              <p:cNvSpPr/>
              <p:nvPr/>
            </p:nvSpPr>
            <p:spPr>
              <a:xfrm>
                <a:off x="7422723" y="4330492"/>
                <a:ext cx="3591631" cy="2257668"/>
              </a:xfrm>
              <a:custGeom>
                <a:avLst/>
                <a:gdLst>
                  <a:gd name="connsiteX0" fmla="*/ 5089246 w 5107940"/>
                  <a:gd name="connsiteY0" fmla="*/ 329157 h 3210806"/>
                  <a:gd name="connsiteX1" fmla="*/ 4955722 w 5107940"/>
                  <a:gd name="connsiteY1" fmla="*/ 71693 h 3210806"/>
                  <a:gd name="connsiteX2" fmla="*/ 4446578 w 5107940"/>
                  <a:gd name="connsiteY2" fmla="*/ 110362 h 3210806"/>
                  <a:gd name="connsiteX3" fmla="*/ 4309087 w 5107940"/>
                  <a:gd name="connsiteY3" fmla="*/ 567700 h 3210806"/>
                  <a:gd name="connsiteX4" fmla="*/ 4400720 w 5107940"/>
                  <a:gd name="connsiteY4" fmla="*/ 998019 h 3210806"/>
                  <a:gd name="connsiteX5" fmla="*/ 4581093 w 5107940"/>
                  <a:gd name="connsiteY5" fmla="*/ 1900135 h 3210806"/>
                  <a:gd name="connsiteX6" fmla="*/ 4490617 w 5107940"/>
                  <a:gd name="connsiteY6" fmla="*/ 2381187 h 3210806"/>
                  <a:gd name="connsiteX7" fmla="*/ 4044930 w 5107940"/>
                  <a:gd name="connsiteY7" fmla="*/ 2811919 h 3210806"/>
                  <a:gd name="connsiteX8" fmla="*/ 3219656 w 5107940"/>
                  <a:gd name="connsiteY8" fmla="*/ 3076736 h 3210806"/>
                  <a:gd name="connsiteX9" fmla="*/ 2458170 w 5107940"/>
                  <a:gd name="connsiteY9" fmla="*/ 3162916 h 3210806"/>
                  <a:gd name="connsiteX10" fmla="*/ 1493093 w 5107940"/>
                  <a:gd name="connsiteY10" fmla="*/ 3100698 h 3210806"/>
                  <a:gd name="connsiteX11" fmla="*/ 1110450 w 5107940"/>
                  <a:gd name="connsiteY11" fmla="*/ 2954862 h 3210806"/>
                  <a:gd name="connsiteX12" fmla="*/ 997912 w 5107940"/>
                  <a:gd name="connsiteY12" fmla="*/ 2663687 h 3210806"/>
                  <a:gd name="connsiteX13" fmla="*/ 1098303 w 5107940"/>
                  <a:gd name="connsiteY13" fmla="*/ 2443818 h 3210806"/>
                  <a:gd name="connsiteX14" fmla="*/ 1584230 w 5107940"/>
                  <a:gd name="connsiteY14" fmla="*/ 1906414 h 3210806"/>
                  <a:gd name="connsiteX15" fmla="*/ 1697676 w 5107940"/>
                  <a:gd name="connsiteY15" fmla="*/ 1865018 h 3210806"/>
                  <a:gd name="connsiteX16" fmla="*/ 1821368 w 5107940"/>
                  <a:gd name="connsiteY16" fmla="*/ 1869894 h 3210806"/>
                  <a:gd name="connsiteX17" fmla="*/ 3578916 w 5107940"/>
                  <a:gd name="connsiteY17" fmla="*/ 1821227 h 3210806"/>
                  <a:gd name="connsiteX18" fmla="*/ 4089879 w 5107940"/>
                  <a:gd name="connsiteY18" fmla="*/ 1755704 h 3210806"/>
                  <a:gd name="connsiteX19" fmla="*/ 4255462 w 5107940"/>
                  <a:gd name="connsiteY19" fmla="*/ 1706541 h 3210806"/>
                  <a:gd name="connsiteX20" fmla="*/ 4305286 w 5107940"/>
                  <a:gd name="connsiteY20" fmla="*/ 1652751 h 3210806"/>
                  <a:gd name="connsiteX21" fmla="*/ 4254058 w 5107940"/>
                  <a:gd name="connsiteY21" fmla="*/ 1599953 h 3210806"/>
                  <a:gd name="connsiteX22" fmla="*/ 4184403 w 5107940"/>
                  <a:gd name="connsiteY22" fmla="*/ 1574752 h 3210806"/>
                  <a:gd name="connsiteX23" fmla="*/ 3745739 w 5107940"/>
                  <a:gd name="connsiteY23" fmla="*/ 1501627 h 3210806"/>
                  <a:gd name="connsiteX24" fmla="*/ 3124388 w 5107940"/>
                  <a:gd name="connsiteY24" fmla="*/ 1456844 h 3210806"/>
                  <a:gd name="connsiteX25" fmla="*/ 3073738 w 5107940"/>
                  <a:gd name="connsiteY25" fmla="*/ 1483449 h 3210806"/>
                  <a:gd name="connsiteX26" fmla="*/ 3081422 w 5107940"/>
                  <a:gd name="connsiteY26" fmla="*/ 1498074 h 3210806"/>
                  <a:gd name="connsiteX27" fmla="*/ 3649479 w 5107940"/>
                  <a:gd name="connsiteY27" fmla="*/ 1534512 h 3210806"/>
                  <a:gd name="connsiteX28" fmla="*/ 4171266 w 5107940"/>
                  <a:gd name="connsiteY28" fmla="*/ 1608629 h 3210806"/>
                  <a:gd name="connsiteX29" fmla="*/ 4218281 w 5107940"/>
                  <a:gd name="connsiteY29" fmla="*/ 1623584 h 3210806"/>
                  <a:gd name="connsiteX30" fmla="*/ 4259759 w 5107940"/>
                  <a:gd name="connsiteY30" fmla="*/ 1652586 h 3210806"/>
                  <a:gd name="connsiteX31" fmla="*/ 4216215 w 5107940"/>
                  <a:gd name="connsiteY31" fmla="*/ 1683984 h 3210806"/>
                  <a:gd name="connsiteX32" fmla="*/ 4048152 w 5107940"/>
                  <a:gd name="connsiteY32" fmla="*/ 1723893 h 3210806"/>
                  <a:gd name="connsiteX33" fmla="*/ 3256425 w 5107940"/>
                  <a:gd name="connsiteY33" fmla="*/ 1799496 h 3210806"/>
                  <a:gd name="connsiteX34" fmla="*/ 1965221 w 5107940"/>
                  <a:gd name="connsiteY34" fmla="*/ 1829242 h 3210806"/>
                  <a:gd name="connsiteX35" fmla="*/ 1684043 w 5107940"/>
                  <a:gd name="connsiteY35" fmla="*/ 1829159 h 3210806"/>
                  <a:gd name="connsiteX36" fmla="*/ 1749979 w 5107940"/>
                  <a:gd name="connsiteY36" fmla="*/ 1789002 h 3210806"/>
                  <a:gd name="connsiteX37" fmla="*/ 2270030 w 5107940"/>
                  <a:gd name="connsiteY37" fmla="*/ 1794869 h 3210806"/>
                  <a:gd name="connsiteX38" fmla="*/ 3122818 w 5107940"/>
                  <a:gd name="connsiteY38" fmla="*/ 1755456 h 3210806"/>
                  <a:gd name="connsiteX39" fmla="*/ 3406557 w 5107940"/>
                  <a:gd name="connsiteY39" fmla="*/ 1706128 h 3210806"/>
                  <a:gd name="connsiteX40" fmla="*/ 3471667 w 5107940"/>
                  <a:gd name="connsiteY40" fmla="*/ 1653578 h 3210806"/>
                  <a:gd name="connsiteX41" fmla="*/ 3406971 w 5107940"/>
                  <a:gd name="connsiteY41" fmla="*/ 1600696 h 3210806"/>
                  <a:gd name="connsiteX42" fmla="*/ 2975165 w 5107940"/>
                  <a:gd name="connsiteY42" fmla="*/ 1539553 h 3210806"/>
                  <a:gd name="connsiteX43" fmla="*/ 2975165 w 5107940"/>
                  <a:gd name="connsiteY43" fmla="*/ 1539553 h 3210806"/>
                  <a:gd name="connsiteX44" fmla="*/ 2975165 w 5107940"/>
                  <a:gd name="connsiteY44" fmla="*/ 1539553 h 3210806"/>
                  <a:gd name="connsiteX45" fmla="*/ 2891299 w 5107940"/>
                  <a:gd name="connsiteY45" fmla="*/ 1575495 h 3210806"/>
                  <a:gd name="connsiteX46" fmla="*/ 3165371 w 5107940"/>
                  <a:gd name="connsiteY46" fmla="*/ 1600366 h 3210806"/>
                  <a:gd name="connsiteX47" fmla="*/ 3425396 w 5107940"/>
                  <a:gd name="connsiteY47" fmla="*/ 1650933 h 3210806"/>
                  <a:gd name="connsiteX48" fmla="*/ 3289310 w 5107940"/>
                  <a:gd name="connsiteY48" fmla="*/ 1690016 h 3210806"/>
                  <a:gd name="connsiteX49" fmla="*/ 2896091 w 5107940"/>
                  <a:gd name="connsiteY49" fmla="*/ 1729842 h 3210806"/>
                  <a:gd name="connsiteX50" fmla="*/ 2187321 w 5107940"/>
                  <a:gd name="connsiteY50" fmla="*/ 1749011 h 3210806"/>
                  <a:gd name="connsiteX51" fmla="*/ 2187321 w 5107940"/>
                  <a:gd name="connsiteY51" fmla="*/ 1749011 h 3210806"/>
                  <a:gd name="connsiteX52" fmla="*/ 2187238 w 5107940"/>
                  <a:gd name="connsiteY52" fmla="*/ 1749011 h 3210806"/>
                  <a:gd name="connsiteX53" fmla="*/ 1680572 w 5107940"/>
                  <a:gd name="connsiteY53" fmla="*/ 1741905 h 3210806"/>
                  <a:gd name="connsiteX54" fmla="*/ 976347 w 5107940"/>
                  <a:gd name="connsiteY54" fmla="*/ 1682084 h 3210806"/>
                  <a:gd name="connsiteX55" fmla="*/ 882566 w 5107940"/>
                  <a:gd name="connsiteY55" fmla="*/ 1651595 h 3210806"/>
                  <a:gd name="connsiteX56" fmla="*/ 1191093 w 5107940"/>
                  <a:gd name="connsiteY56" fmla="*/ 1592434 h 3210806"/>
                  <a:gd name="connsiteX57" fmla="*/ 1191093 w 5107940"/>
                  <a:gd name="connsiteY57" fmla="*/ 1592434 h 3210806"/>
                  <a:gd name="connsiteX58" fmla="*/ 1110202 w 5107940"/>
                  <a:gd name="connsiteY58" fmla="*/ 1559053 h 3210806"/>
                  <a:gd name="connsiteX59" fmla="*/ 916029 w 5107940"/>
                  <a:gd name="connsiteY59" fmla="*/ 1596069 h 3210806"/>
                  <a:gd name="connsiteX60" fmla="*/ 865792 w 5107940"/>
                  <a:gd name="connsiteY60" fmla="*/ 1614330 h 3210806"/>
                  <a:gd name="connsiteX61" fmla="*/ 834642 w 5107940"/>
                  <a:gd name="connsiteY61" fmla="*/ 1653578 h 3210806"/>
                  <a:gd name="connsiteX62" fmla="*/ 866371 w 5107940"/>
                  <a:gd name="connsiteY62" fmla="*/ 1692577 h 3210806"/>
                  <a:gd name="connsiteX63" fmla="*/ 1066162 w 5107940"/>
                  <a:gd name="connsiteY63" fmla="*/ 1739922 h 3210806"/>
                  <a:gd name="connsiteX64" fmla="*/ 1650496 w 5107940"/>
                  <a:gd name="connsiteY64" fmla="*/ 1784706 h 3210806"/>
                  <a:gd name="connsiteX65" fmla="*/ 1586874 w 5107940"/>
                  <a:gd name="connsiteY65" fmla="*/ 1822466 h 3210806"/>
                  <a:gd name="connsiteX66" fmla="*/ 705332 w 5107940"/>
                  <a:gd name="connsiteY66" fmla="*/ 1775534 h 3210806"/>
                  <a:gd name="connsiteX67" fmla="*/ 174209 w 5107940"/>
                  <a:gd name="connsiteY67" fmla="*/ 1707037 h 3210806"/>
                  <a:gd name="connsiteX68" fmla="*/ 94970 w 5107940"/>
                  <a:gd name="connsiteY68" fmla="*/ 1684645 h 3210806"/>
                  <a:gd name="connsiteX69" fmla="*/ 47790 w 5107940"/>
                  <a:gd name="connsiteY69" fmla="*/ 1652338 h 3210806"/>
                  <a:gd name="connsiteX70" fmla="*/ 93235 w 5107940"/>
                  <a:gd name="connsiteY70" fmla="*/ 1622427 h 3210806"/>
                  <a:gd name="connsiteX71" fmla="*/ 310212 w 5107940"/>
                  <a:gd name="connsiteY71" fmla="*/ 1574752 h 3210806"/>
                  <a:gd name="connsiteX72" fmla="*/ 1007745 w 5107940"/>
                  <a:gd name="connsiteY72" fmla="*/ 1507824 h 3210806"/>
                  <a:gd name="connsiteX73" fmla="*/ 1007745 w 5107940"/>
                  <a:gd name="connsiteY73" fmla="*/ 1507824 h 3210806"/>
                  <a:gd name="connsiteX74" fmla="*/ 935281 w 5107940"/>
                  <a:gd name="connsiteY74" fmla="*/ 1468411 h 3210806"/>
                  <a:gd name="connsiteX75" fmla="*/ 912146 w 5107940"/>
                  <a:gd name="connsiteY75" fmla="*/ 1475600 h 3210806"/>
                  <a:gd name="connsiteX76" fmla="*/ 260553 w 5107940"/>
                  <a:gd name="connsiteY76" fmla="*/ 1543436 h 3210806"/>
                  <a:gd name="connsiteX77" fmla="*/ 32587 w 5107940"/>
                  <a:gd name="connsiteY77" fmla="*/ 1611273 h 3210806"/>
                  <a:gd name="connsiteX78" fmla="*/ 33165 w 5107940"/>
                  <a:gd name="connsiteY78" fmla="*/ 1695634 h 3210806"/>
                  <a:gd name="connsiteX79" fmla="*/ 112652 w 5107940"/>
                  <a:gd name="connsiteY79" fmla="*/ 1729098 h 3210806"/>
                  <a:gd name="connsiteX80" fmla="*/ 485380 w 5107940"/>
                  <a:gd name="connsiteY80" fmla="*/ 1796687 h 3210806"/>
                  <a:gd name="connsiteX81" fmla="*/ 1395098 w 5107940"/>
                  <a:gd name="connsiteY81" fmla="*/ 1857747 h 3210806"/>
                  <a:gd name="connsiteX82" fmla="*/ 1557789 w 5107940"/>
                  <a:gd name="connsiteY82" fmla="*/ 1865432 h 3210806"/>
                  <a:gd name="connsiteX83" fmla="*/ 1528292 w 5107940"/>
                  <a:gd name="connsiteY83" fmla="*/ 1901457 h 3210806"/>
                  <a:gd name="connsiteX84" fmla="*/ 1199769 w 5107940"/>
                  <a:gd name="connsiteY84" fmla="*/ 2237829 h 3210806"/>
                  <a:gd name="connsiteX85" fmla="*/ 964531 w 5107940"/>
                  <a:gd name="connsiteY85" fmla="*/ 2621960 h 3210806"/>
                  <a:gd name="connsiteX86" fmla="*/ 1104005 w 5107940"/>
                  <a:gd name="connsiteY86" fmla="*/ 3002786 h 3210806"/>
                  <a:gd name="connsiteX87" fmla="*/ 1232406 w 5107940"/>
                  <a:gd name="connsiteY87" fmla="*/ 3068143 h 3210806"/>
                  <a:gd name="connsiteX88" fmla="*/ 1802860 w 5107940"/>
                  <a:gd name="connsiteY88" fmla="*/ 3191092 h 3210806"/>
                  <a:gd name="connsiteX89" fmla="*/ 2524520 w 5107940"/>
                  <a:gd name="connsiteY89" fmla="*/ 3202494 h 3210806"/>
                  <a:gd name="connsiteX90" fmla="*/ 3389536 w 5107940"/>
                  <a:gd name="connsiteY90" fmla="*/ 3084834 h 3210806"/>
                  <a:gd name="connsiteX91" fmla="*/ 4158211 w 5107940"/>
                  <a:gd name="connsiteY91" fmla="*/ 2796302 h 3210806"/>
                  <a:gd name="connsiteX92" fmla="*/ 4605385 w 5107940"/>
                  <a:gd name="connsiteY92" fmla="*/ 2159086 h 3210806"/>
                  <a:gd name="connsiteX93" fmla="*/ 4580515 w 5107940"/>
                  <a:gd name="connsiteY93" fmla="*/ 1533025 h 3210806"/>
                  <a:gd name="connsiteX94" fmla="*/ 4415262 w 5107940"/>
                  <a:gd name="connsiteY94" fmla="*/ 887051 h 3210806"/>
                  <a:gd name="connsiteX95" fmla="*/ 4353457 w 5107940"/>
                  <a:gd name="connsiteY95" fmla="*/ 399803 h 3210806"/>
                  <a:gd name="connsiteX96" fmla="*/ 4642816 w 5107940"/>
                  <a:gd name="connsiteY96" fmla="*/ 54424 h 3210806"/>
                  <a:gd name="connsiteX97" fmla="*/ 5034630 w 5107940"/>
                  <a:gd name="connsiteY97" fmla="*/ 282804 h 3210806"/>
                  <a:gd name="connsiteX98" fmla="*/ 5065119 w 5107940"/>
                  <a:gd name="connsiteY98" fmla="*/ 560346 h 3210806"/>
                  <a:gd name="connsiteX99" fmla="*/ 5107837 w 5107940"/>
                  <a:gd name="connsiteY99" fmla="*/ 558776 h 3210806"/>
                  <a:gd name="connsiteX100" fmla="*/ 5089246 w 5107940"/>
                  <a:gd name="connsiteY100" fmla="*/ 329157 h 32108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</a:cxnLst>
                <a:rect l="l" t="t" r="r" b="b"/>
                <a:pathLst>
                  <a:path w="5107940" h="3210806">
                    <a:moveTo>
                      <a:pt x="5089246" y="329157"/>
                    </a:moveTo>
                    <a:cubicBezTo>
                      <a:pt x="5070242" y="230253"/>
                      <a:pt x="5039010" y="137051"/>
                      <a:pt x="4955722" y="71693"/>
                    </a:cubicBezTo>
                    <a:cubicBezTo>
                      <a:pt x="4816496" y="-37457"/>
                      <a:pt x="4580185" y="-19940"/>
                      <a:pt x="4446578" y="110362"/>
                    </a:cubicBezTo>
                    <a:cubicBezTo>
                      <a:pt x="4316771" y="237029"/>
                      <a:pt x="4295619" y="397985"/>
                      <a:pt x="4309087" y="567700"/>
                    </a:cubicBezTo>
                    <a:cubicBezTo>
                      <a:pt x="4320820" y="714858"/>
                      <a:pt x="4362216" y="856232"/>
                      <a:pt x="4400720" y="998019"/>
                    </a:cubicBezTo>
                    <a:cubicBezTo>
                      <a:pt x="4481281" y="1294648"/>
                      <a:pt x="4572831" y="1589046"/>
                      <a:pt x="4581093" y="1900135"/>
                    </a:cubicBezTo>
                    <a:cubicBezTo>
                      <a:pt x="4585473" y="2067123"/>
                      <a:pt x="4563163" y="2228989"/>
                      <a:pt x="4490617" y="2381187"/>
                    </a:cubicBezTo>
                    <a:cubicBezTo>
                      <a:pt x="4395845" y="2580069"/>
                      <a:pt x="4236128" y="2712519"/>
                      <a:pt x="4044930" y="2811919"/>
                    </a:cubicBezTo>
                    <a:cubicBezTo>
                      <a:pt x="3784987" y="2947013"/>
                      <a:pt x="3505461" y="3022203"/>
                      <a:pt x="3219656" y="3076736"/>
                    </a:cubicBezTo>
                    <a:cubicBezTo>
                      <a:pt x="2968141" y="3124825"/>
                      <a:pt x="2714230" y="3152257"/>
                      <a:pt x="2458170" y="3162916"/>
                    </a:cubicBezTo>
                    <a:cubicBezTo>
                      <a:pt x="2134109" y="3176384"/>
                      <a:pt x="1811618" y="3166551"/>
                      <a:pt x="1493093" y="3100698"/>
                    </a:cubicBezTo>
                    <a:cubicBezTo>
                      <a:pt x="1358164" y="3072771"/>
                      <a:pt x="1225466" y="3035754"/>
                      <a:pt x="1110450" y="2954862"/>
                    </a:cubicBezTo>
                    <a:cubicBezTo>
                      <a:pt x="1007580" y="2882481"/>
                      <a:pt x="971141" y="2786139"/>
                      <a:pt x="997912" y="2663687"/>
                    </a:cubicBezTo>
                    <a:cubicBezTo>
                      <a:pt x="1015512" y="2583043"/>
                      <a:pt x="1053685" y="2511902"/>
                      <a:pt x="1098303" y="2443818"/>
                    </a:cubicBezTo>
                    <a:cubicBezTo>
                      <a:pt x="1232158" y="2239317"/>
                      <a:pt x="1409144" y="2073816"/>
                      <a:pt x="1584230" y="1906414"/>
                    </a:cubicBezTo>
                    <a:cubicBezTo>
                      <a:pt x="1617776" y="1874355"/>
                      <a:pt x="1651653" y="1859731"/>
                      <a:pt x="1697676" y="1865018"/>
                    </a:cubicBezTo>
                    <a:cubicBezTo>
                      <a:pt x="1738576" y="1869728"/>
                      <a:pt x="1780137" y="1869398"/>
                      <a:pt x="1821368" y="1869894"/>
                    </a:cubicBezTo>
                    <a:cubicBezTo>
                      <a:pt x="2407851" y="1876256"/>
                      <a:pt x="2994003" y="1867415"/>
                      <a:pt x="3578916" y="1821227"/>
                    </a:cubicBezTo>
                    <a:cubicBezTo>
                      <a:pt x="3750201" y="1807676"/>
                      <a:pt x="3921155" y="1789416"/>
                      <a:pt x="4089879" y="1755704"/>
                    </a:cubicBezTo>
                    <a:cubicBezTo>
                      <a:pt x="4146478" y="1744384"/>
                      <a:pt x="4202912" y="1731329"/>
                      <a:pt x="4255462" y="1706541"/>
                    </a:cubicBezTo>
                    <a:cubicBezTo>
                      <a:pt x="4278598" y="1695634"/>
                      <a:pt x="4305947" y="1685389"/>
                      <a:pt x="4305286" y="1652751"/>
                    </a:cubicBezTo>
                    <a:cubicBezTo>
                      <a:pt x="4304625" y="1620527"/>
                      <a:pt x="4277276" y="1610777"/>
                      <a:pt x="4254058" y="1599953"/>
                    </a:cubicBezTo>
                    <a:cubicBezTo>
                      <a:pt x="4231749" y="1589625"/>
                      <a:pt x="4208117" y="1581527"/>
                      <a:pt x="4184403" y="1574752"/>
                    </a:cubicBezTo>
                    <a:cubicBezTo>
                      <a:pt x="4040964" y="1533934"/>
                      <a:pt x="3893310" y="1517409"/>
                      <a:pt x="3745739" y="1501627"/>
                    </a:cubicBezTo>
                    <a:cubicBezTo>
                      <a:pt x="3539173" y="1479566"/>
                      <a:pt x="3331946" y="1466015"/>
                      <a:pt x="3124388" y="1456844"/>
                    </a:cubicBezTo>
                    <a:cubicBezTo>
                      <a:pt x="3107367" y="1465602"/>
                      <a:pt x="3089107" y="1472543"/>
                      <a:pt x="3073738" y="1483449"/>
                    </a:cubicBezTo>
                    <a:cubicBezTo>
                      <a:pt x="3050768" y="1499810"/>
                      <a:pt x="3083240" y="1490721"/>
                      <a:pt x="3081422" y="1498074"/>
                    </a:cubicBezTo>
                    <a:cubicBezTo>
                      <a:pt x="3271050" y="1505759"/>
                      <a:pt x="3460513" y="1516996"/>
                      <a:pt x="3649479" y="1534512"/>
                    </a:cubicBezTo>
                    <a:cubicBezTo>
                      <a:pt x="3824482" y="1550707"/>
                      <a:pt x="3999816" y="1566572"/>
                      <a:pt x="4171266" y="1608629"/>
                    </a:cubicBezTo>
                    <a:cubicBezTo>
                      <a:pt x="4187213" y="1612512"/>
                      <a:pt x="4202994" y="1617717"/>
                      <a:pt x="4218281" y="1623584"/>
                    </a:cubicBezTo>
                    <a:cubicBezTo>
                      <a:pt x="4234723" y="1629864"/>
                      <a:pt x="4259759" y="1634904"/>
                      <a:pt x="4259759" y="1652586"/>
                    </a:cubicBezTo>
                    <a:cubicBezTo>
                      <a:pt x="4259759" y="1673325"/>
                      <a:pt x="4233649" y="1677457"/>
                      <a:pt x="4216215" y="1683984"/>
                    </a:cubicBezTo>
                    <a:cubicBezTo>
                      <a:pt x="4161929" y="1704228"/>
                      <a:pt x="4105082" y="1714721"/>
                      <a:pt x="4048152" y="1723893"/>
                    </a:cubicBezTo>
                    <a:cubicBezTo>
                      <a:pt x="3785896" y="1765867"/>
                      <a:pt x="3521408" y="1784623"/>
                      <a:pt x="3256425" y="1799496"/>
                    </a:cubicBezTo>
                    <a:cubicBezTo>
                      <a:pt x="2826354" y="1823705"/>
                      <a:pt x="2395870" y="1831225"/>
                      <a:pt x="1965221" y="1829242"/>
                    </a:cubicBezTo>
                    <a:cubicBezTo>
                      <a:pt x="1873671" y="1828828"/>
                      <a:pt x="1782120" y="1829159"/>
                      <a:pt x="1684043" y="1829159"/>
                    </a:cubicBezTo>
                    <a:cubicBezTo>
                      <a:pt x="1702386" y="1793960"/>
                      <a:pt x="1723208" y="1788589"/>
                      <a:pt x="1749979" y="1789002"/>
                    </a:cubicBezTo>
                    <a:cubicBezTo>
                      <a:pt x="1923329" y="1791894"/>
                      <a:pt x="2096679" y="1796687"/>
                      <a:pt x="2270030" y="1794869"/>
                    </a:cubicBezTo>
                    <a:cubicBezTo>
                      <a:pt x="2554678" y="1791894"/>
                      <a:pt x="2839409" y="1784458"/>
                      <a:pt x="3122818" y="1755456"/>
                    </a:cubicBezTo>
                    <a:cubicBezTo>
                      <a:pt x="3218417" y="1745706"/>
                      <a:pt x="3314181" y="1734469"/>
                      <a:pt x="3406557" y="1706128"/>
                    </a:cubicBezTo>
                    <a:cubicBezTo>
                      <a:pt x="3434237" y="1697618"/>
                      <a:pt x="3471419" y="1692412"/>
                      <a:pt x="3471667" y="1653578"/>
                    </a:cubicBezTo>
                    <a:cubicBezTo>
                      <a:pt x="3471915" y="1614660"/>
                      <a:pt x="3434733" y="1608298"/>
                      <a:pt x="3406971" y="1600696"/>
                    </a:cubicBezTo>
                    <a:cubicBezTo>
                      <a:pt x="3265845" y="1561614"/>
                      <a:pt x="3120587" y="1549881"/>
                      <a:pt x="2975165" y="1539553"/>
                    </a:cubicBezTo>
                    <a:cubicBezTo>
                      <a:pt x="2975165" y="1539553"/>
                      <a:pt x="2975165" y="1539553"/>
                      <a:pt x="2975165" y="1539553"/>
                    </a:cubicBezTo>
                    <a:cubicBezTo>
                      <a:pt x="2975165" y="1539553"/>
                      <a:pt x="2975165" y="1539553"/>
                      <a:pt x="2975165" y="1539553"/>
                    </a:cubicBezTo>
                    <a:cubicBezTo>
                      <a:pt x="2944675" y="1545667"/>
                      <a:pt x="2917904" y="1560457"/>
                      <a:pt x="2891299" y="1575495"/>
                    </a:cubicBezTo>
                    <a:cubicBezTo>
                      <a:pt x="2982684" y="1583675"/>
                      <a:pt x="3074234" y="1590451"/>
                      <a:pt x="3165371" y="1600366"/>
                    </a:cubicBezTo>
                    <a:cubicBezTo>
                      <a:pt x="3250889" y="1609703"/>
                      <a:pt x="3336986" y="1617800"/>
                      <a:pt x="3425396" y="1650933"/>
                    </a:cubicBezTo>
                    <a:cubicBezTo>
                      <a:pt x="3379704" y="1679440"/>
                      <a:pt x="3333516" y="1682744"/>
                      <a:pt x="3289310" y="1690016"/>
                    </a:cubicBezTo>
                    <a:cubicBezTo>
                      <a:pt x="3159174" y="1711581"/>
                      <a:pt x="3027632" y="1722075"/>
                      <a:pt x="2896091" y="1729842"/>
                    </a:cubicBezTo>
                    <a:cubicBezTo>
                      <a:pt x="2660110" y="1743888"/>
                      <a:pt x="2423880" y="1752894"/>
                      <a:pt x="2187321" y="1749011"/>
                    </a:cubicBezTo>
                    <a:cubicBezTo>
                      <a:pt x="2187321" y="1749011"/>
                      <a:pt x="2187321" y="1749011"/>
                      <a:pt x="2187321" y="1749011"/>
                    </a:cubicBezTo>
                    <a:cubicBezTo>
                      <a:pt x="2187321" y="1749011"/>
                      <a:pt x="2187238" y="1749011"/>
                      <a:pt x="2187238" y="1749011"/>
                    </a:cubicBezTo>
                    <a:cubicBezTo>
                      <a:pt x="2125599" y="1747937"/>
                      <a:pt x="1692553" y="1742318"/>
                      <a:pt x="1680572" y="1741905"/>
                    </a:cubicBezTo>
                    <a:cubicBezTo>
                      <a:pt x="1444839" y="1733643"/>
                      <a:pt x="1209271" y="1722736"/>
                      <a:pt x="976347" y="1682084"/>
                    </a:cubicBezTo>
                    <a:cubicBezTo>
                      <a:pt x="945775" y="1676713"/>
                      <a:pt x="914377" y="1672333"/>
                      <a:pt x="882566" y="1651595"/>
                    </a:cubicBezTo>
                    <a:cubicBezTo>
                      <a:pt x="984361" y="1610199"/>
                      <a:pt x="1089710" y="1611025"/>
                      <a:pt x="1191093" y="1592434"/>
                    </a:cubicBezTo>
                    <a:lnTo>
                      <a:pt x="1191093" y="1592434"/>
                    </a:lnTo>
                    <a:cubicBezTo>
                      <a:pt x="1165231" y="1578553"/>
                      <a:pt x="1139947" y="1563432"/>
                      <a:pt x="1110202" y="1559053"/>
                    </a:cubicBezTo>
                    <a:cubicBezTo>
                      <a:pt x="1045257" y="1570455"/>
                      <a:pt x="979569" y="1577891"/>
                      <a:pt x="916029" y="1596069"/>
                    </a:cubicBezTo>
                    <a:cubicBezTo>
                      <a:pt x="898926" y="1600944"/>
                      <a:pt x="882070" y="1607306"/>
                      <a:pt x="865792" y="1614330"/>
                    </a:cubicBezTo>
                    <a:cubicBezTo>
                      <a:pt x="848854" y="1621684"/>
                      <a:pt x="834477" y="1632177"/>
                      <a:pt x="834642" y="1653578"/>
                    </a:cubicBezTo>
                    <a:cubicBezTo>
                      <a:pt x="834807" y="1674978"/>
                      <a:pt x="849432" y="1685141"/>
                      <a:pt x="866371" y="1692577"/>
                    </a:cubicBezTo>
                    <a:cubicBezTo>
                      <a:pt x="930076" y="1720422"/>
                      <a:pt x="998160" y="1730420"/>
                      <a:pt x="1066162" y="1739922"/>
                    </a:cubicBezTo>
                    <a:cubicBezTo>
                      <a:pt x="1258268" y="1766776"/>
                      <a:pt x="1451614" y="1778096"/>
                      <a:pt x="1650496" y="1784706"/>
                    </a:cubicBezTo>
                    <a:cubicBezTo>
                      <a:pt x="1632980" y="1809659"/>
                      <a:pt x="1616537" y="1823540"/>
                      <a:pt x="1586874" y="1822466"/>
                    </a:cubicBezTo>
                    <a:cubicBezTo>
                      <a:pt x="1292724" y="1811972"/>
                      <a:pt x="998656" y="1801314"/>
                      <a:pt x="705332" y="1775534"/>
                    </a:cubicBezTo>
                    <a:cubicBezTo>
                      <a:pt x="527272" y="1759918"/>
                      <a:pt x="349459" y="1743558"/>
                      <a:pt x="174209" y="1707037"/>
                    </a:cubicBezTo>
                    <a:cubicBezTo>
                      <a:pt x="147355" y="1701418"/>
                      <a:pt x="120997" y="1693321"/>
                      <a:pt x="94970" y="1684645"/>
                    </a:cubicBezTo>
                    <a:cubicBezTo>
                      <a:pt x="76048" y="1678365"/>
                      <a:pt x="47625" y="1674317"/>
                      <a:pt x="47790" y="1652338"/>
                    </a:cubicBezTo>
                    <a:cubicBezTo>
                      <a:pt x="47873" y="1633912"/>
                      <a:pt x="75139" y="1628872"/>
                      <a:pt x="93235" y="1622427"/>
                    </a:cubicBezTo>
                    <a:cubicBezTo>
                      <a:pt x="163550" y="1597392"/>
                      <a:pt x="236839" y="1585989"/>
                      <a:pt x="310212" y="1574752"/>
                    </a:cubicBezTo>
                    <a:cubicBezTo>
                      <a:pt x="541483" y="1539470"/>
                      <a:pt x="774738" y="1525011"/>
                      <a:pt x="1007745" y="1507824"/>
                    </a:cubicBezTo>
                    <a:cubicBezTo>
                      <a:pt x="1007745" y="1507824"/>
                      <a:pt x="1007745" y="1507824"/>
                      <a:pt x="1007745" y="1507824"/>
                    </a:cubicBezTo>
                    <a:cubicBezTo>
                      <a:pt x="986262" y="1489729"/>
                      <a:pt x="959739" y="1480971"/>
                      <a:pt x="935281" y="1468411"/>
                    </a:cubicBezTo>
                    <a:cubicBezTo>
                      <a:pt x="927597" y="1470890"/>
                      <a:pt x="919913" y="1475352"/>
                      <a:pt x="912146" y="1475600"/>
                    </a:cubicBezTo>
                    <a:cubicBezTo>
                      <a:pt x="693268" y="1482292"/>
                      <a:pt x="476208" y="1506915"/>
                      <a:pt x="260553" y="1543436"/>
                    </a:cubicBezTo>
                    <a:cubicBezTo>
                      <a:pt x="182141" y="1556739"/>
                      <a:pt x="102819" y="1570455"/>
                      <a:pt x="32587" y="1611273"/>
                    </a:cubicBezTo>
                    <a:cubicBezTo>
                      <a:pt x="-11123" y="1636639"/>
                      <a:pt x="-10792" y="1670599"/>
                      <a:pt x="33165" y="1695634"/>
                    </a:cubicBezTo>
                    <a:cubicBezTo>
                      <a:pt x="58036" y="1709763"/>
                      <a:pt x="85220" y="1720918"/>
                      <a:pt x="112652" y="1729098"/>
                    </a:cubicBezTo>
                    <a:cubicBezTo>
                      <a:pt x="234278" y="1765288"/>
                      <a:pt x="359788" y="1782475"/>
                      <a:pt x="485380" y="1796687"/>
                    </a:cubicBezTo>
                    <a:cubicBezTo>
                      <a:pt x="787628" y="1830894"/>
                      <a:pt x="1091032" y="1849072"/>
                      <a:pt x="1395098" y="1857747"/>
                    </a:cubicBezTo>
                    <a:cubicBezTo>
                      <a:pt x="1449383" y="1859317"/>
                      <a:pt x="1503586" y="1862788"/>
                      <a:pt x="1557789" y="1865432"/>
                    </a:cubicBezTo>
                    <a:cubicBezTo>
                      <a:pt x="1551179" y="1882949"/>
                      <a:pt x="1539116" y="1891542"/>
                      <a:pt x="1528292" y="1901457"/>
                    </a:cubicBezTo>
                    <a:cubicBezTo>
                      <a:pt x="1412780" y="2007715"/>
                      <a:pt x="1300821" y="2117525"/>
                      <a:pt x="1199769" y="2237829"/>
                    </a:cubicBezTo>
                    <a:cubicBezTo>
                      <a:pt x="1102104" y="2354002"/>
                      <a:pt x="1010058" y="2474224"/>
                      <a:pt x="964531" y="2621960"/>
                    </a:cubicBezTo>
                    <a:cubicBezTo>
                      <a:pt x="914790" y="2783247"/>
                      <a:pt x="962300" y="2910575"/>
                      <a:pt x="1104005" y="3002786"/>
                    </a:cubicBezTo>
                    <a:cubicBezTo>
                      <a:pt x="1144492" y="3029061"/>
                      <a:pt x="1187623" y="3050379"/>
                      <a:pt x="1232406" y="3068143"/>
                    </a:cubicBezTo>
                    <a:cubicBezTo>
                      <a:pt x="1415672" y="3141020"/>
                      <a:pt x="1608274" y="3172005"/>
                      <a:pt x="1802860" y="3191092"/>
                    </a:cubicBezTo>
                    <a:cubicBezTo>
                      <a:pt x="2042972" y="3214640"/>
                      <a:pt x="2283581" y="3215301"/>
                      <a:pt x="2524520" y="3202494"/>
                    </a:cubicBezTo>
                    <a:cubicBezTo>
                      <a:pt x="2816191" y="3186960"/>
                      <a:pt x="3104888" y="3150356"/>
                      <a:pt x="3389536" y="3084834"/>
                    </a:cubicBezTo>
                    <a:cubicBezTo>
                      <a:pt x="3658403" y="3022947"/>
                      <a:pt x="3920494" y="2941477"/>
                      <a:pt x="4158211" y="2796302"/>
                    </a:cubicBezTo>
                    <a:cubicBezTo>
                      <a:pt x="4399646" y="2648814"/>
                      <a:pt x="4554653" y="2440925"/>
                      <a:pt x="4605385" y="2159086"/>
                    </a:cubicBezTo>
                    <a:cubicBezTo>
                      <a:pt x="4643394" y="1948223"/>
                      <a:pt x="4620341" y="1740335"/>
                      <a:pt x="4580515" y="1533025"/>
                    </a:cubicBezTo>
                    <a:cubicBezTo>
                      <a:pt x="4538458" y="1314396"/>
                      <a:pt x="4470787" y="1102211"/>
                      <a:pt x="4415262" y="887051"/>
                    </a:cubicBezTo>
                    <a:cubicBezTo>
                      <a:pt x="4374114" y="727417"/>
                      <a:pt x="4334288" y="567948"/>
                      <a:pt x="4353457" y="399803"/>
                    </a:cubicBezTo>
                    <a:cubicBezTo>
                      <a:pt x="4373453" y="224883"/>
                      <a:pt x="4478223" y="93258"/>
                      <a:pt x="4642816" y="54424"/>
                    </a:cubicBezTo>
                    <a:cubicBezTo>
                      <a:pt x="4803689" y="16416"/>
                      <a:pt x="4982410" y="66983"/>
                      <a:pt x="5034630" y="282804"/>
                    </a:cubicBezTo>
                    <a:cubicBezTo>
                      <a:pt x="5056774" y="374271"/>
                      <a:pt x="5066607" y="466565"/>
                      <a:pt x="5065119" y="560346"/>
                    </a:cubicBezTo>
                    <a:cubicBezTo>
                      <a:pt x="5079827" y="572079"/>
                      <a:pt x="5094039" y="572740"/>
                      <a:pt x="5107837" y="558776"/>
                    </a:cubicBezTo>
                    <a:cubicBezTo>
                      <a:pt x="5108746" y="481686"/>
                      <a:pt x="5103789" y="405008"/>
                      <a:pt x="5089246" y="329157"/>
                    </a:cubicBezTo>
                    <a:close/>
                  </a:path>
                </a:pathLst>
              </a:custGeom>
              <a:solidFill>
                <a:srgbClr val="3B434C"/>
              </a:solidFill>
              <a:ln w="826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6" name="자유형: 도형 15">
                <a:extLst>
                  <a:ext uri="{FF2B5EF4-FFF2-40B4-BE49-F238E27FC236}">
                    <a16:creationId xmlns:a16="http://schemas.microsoft.com/office/drawing/2014/main" id="{138FFCFD-FB5D-490C-A165-09AD6BDBBF9E}"/>
                  </a:ext>
                </a:extLst>
              </p:cNvPr>
              <p:cNvSpPr/>
              <p:nvPr/>
            </p:nvSpPr>
            <p:spPr>
              <a:xfrm>
                <a:off x="10989705" y="5072377"/>
                <a:ext cx="27890" cy="192464"/>
              </a:xfrm>
              <a:custGeom>
                <a:avLst/>
                <a:gdLst>
                  <a:gd name="connsiteX0" fmla="*/ 39661 w 39664"/>
                  <a:gd name="connsiteY0" fmla="*/ 248726 h 273718"/>
                  <a:gd name="connsiteX1" fmla="*/ 20987 w 39664"/>
                  <a:gd name="connsiteY1" fmla="*/ 273679 h 273718"/>
                  <a:gd name="connsiteX2" fmla="*/ 0 w 39664"/>
                  <a:gd name="connsiteY2" fmla="*/ 247404 h 273718"/>
                  <a:gd name="connsiteX3" fmla="*/ 83 w 39664"/>
                  <a:gd name="connsiteY3" fmla="*/ 24973 h 273718"/>
                  <a:gd name="connsiteX4" fmla="*/ 18178 w 39664"/>
                  <a:gd name="connsiteY4" fmla="*/ 21 h 273718"/>
                  <a:gd name="connsiteX5" fmla="*/ 39661 w 39664"/>
                  <a:gd name="connsiteY5" fmla="*/ 26296 h 273718"/>
                  <a:gd name="connsiteX6" fmla="*/ 39661 w 39664"/>
                  <a:gd name="connsiteY6" fmla="*/ 248726 h 2737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9664" h="273718">
                    <a:moveTo>
                      <a:pt x="39661" y="248726"/>
                    </a:moveTo>
                    <a:cubicBezTo>
                      <a:pt x="39661" y="261781"/>
                      <a:pt x="39413" y="272853"/>
                      <a:pt x="20987" y="273679"/>
                    </a:cubicBezTo>
                    <a:cubicBezTo>
                      <a:pt x="83" y="274506"/>
                      <a:pt x="0" y="262277"/>
                      <a:pt x="0" y="247404"/>
                    </a:cubicBezTo>
                    <a:cubicBezTo>
                      <a:pt x="248" y="173288"/>
                      <a:pt x="165" y="99090"/>
                      <a:pt x="83" y="24973"/>
                    </a:cubicBezTo>
                    <a:cubicBezTo>
                      <a:pt x="83" y="12249"/>
                      <a:pt x="-826" y="516"/>
                      <a:pt x="18178" y="21"/>
                    </a:cubicBezTo>
                    <a:cubicBezTo>
                      <a:pt x="38752" y="-558"/>
                      <a:pt x="39743" y="11175"/>
                      <a:pt x="39661" y="26296"/>
                    </a:cubicBezTo>
                    <a:cubicBezTo>
                      <a:pt x="39413" y="63312"/>
                      <a:pt x="39578" y="211627"/>
                      <a:pt x="39661" y="248726"/>
                    </a:cubicBezTo>
                    <a:close/>
                  </a:path>
                </a:pathLst>
              </a:custGeom>
              <a:solidFill>
                <a:srgbClr val="7A8892"/>
              </a:solidFill>
              <a:ln w="826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</p:grpSp>
      </p:grpSp>
      <p:sp>
        <p:nvSpPr>
          <p:cNvPr id="40" name="TextBox 39">
            <a:extLst>
              <a:ext uri="{FF2B5EF4-FFF2-40B4-BE49-F238E27FC236}">
                <a16:creationId xmlns:a16="http://schemas.microsoft.com/office/drawing/2014/main" id="{B86A7BAE-90AD-48B1-A357-684FD67B5318}"/>
              </a:ext>
            </a:extLst>
          </p:cNvPr>
          <p:cNvSpPr txBox="1"/>
          <p:nvPr/>
        </p:nvSpPr>
        <p:spPr>
          <a:xfrm>
            <a:off x="420891" y="2468686"/>
            <a:ext cx="548114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altLang="ko-KR" sz="2000" b="1" dirty="0">
                <a:solidFill>
                  <a:srgbClr val="002060"/>
                </a:solidFill>
                <a:cs typeface="Arial" pitchFamily="34" charset="0"/>
              </a:rPr>
              <a:t>The Basic ICT Skills are Computer Literacy, Internet Skills, Typing and Keyboard Skills, Digital Citizenship.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4F94885E-8956-452B-9282-B9B86FA29191}"/>
              </a:ext>
            </a:extLst>
          </p:cNvPr>
          <p:cNvSpPr txBox="1"/>
          <p:nvPr/>
        </p:nvSpPr>
        <p:spPr>
          <a:xfrm>
            <a:off x="401783" y="4348513"/>
            <a:ext cx="552796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altLang="ko-KR" sz="2000" b="1" dirty="0">
                <a:solidFill>
                  <a:srgbClr val="7030A0"/>
                </a:solidFill>
                <a:cs typeface="Arial" pitchFamily="34" charset="0"/>
              </a:rPr>
              <a:t>Applications of ICT are Communications, Productivity tools, Research and Information Retrieval, Creativity and Multimedia, Programming and Coding.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DFA5CE6F-7CD6-43B6-AF9E-D39FEEA889FA}"/>
              </a:ext>
            </a:extLst>
          </p:cNvPr>
          <p:cNvSpPr txBox="1"/>
          <p:nvPr/>
        </p:nvSpPr>
        <p:spPr>
          <a:xfrm>
            <a:off x="468406" y="651184"/>
            <a:ext cx="532279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altLang="ko-KR" sz="2000" b="1" dirty="0">
                <a:solidFill>
                  <a:schemeClr val="accent3"/>
                </a:solidFill>
                <a:cs typeface="Arial" pitchFamily="34" charset="0"/>
              </a:rPr>
              <a:t>The Key components of ICT are Hardware, Software, Networking, Data and People.</a:t>
            </a:r>
          </a:p>
        </p:txBody>
      </p:sp>
    </p:spTree>
    <p:extLst>
      <p:ext uri="{BB962C8B-B14F-4D97-AF65-F5344CB8AC3E}">
        <p14:creationId xmlns:p14="http://schemas.microsoft.com/office/powerpoint/2010/main" val="42012780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735F7F3-C1B5-4B60-A00A-4EB618DDFB5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 smtClean="0"/>
              <a:t>Advantages of learning ICT Skills</a:t>
            </a:r>
            <a:endParaRPr lang="en-US" dirty="0"/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4816FC6A-BFC8-4DF0-BFB7-A60EBD88F8D4}"/>
              </a:ext>
            </a:extLst>
          </p:cNvPr>
          <p:cNvGrpSpPr/>
          <p:nvPr/>
        </p:nvGrpSpPr>
        <p:grpSpPr>
          <a:xfrm>
            <a:off x="6498053" y="1401162"/>
            <a:ext cx="4542854" cy="4964929"/>
            <a:chOff x="6110127" y="1553562"/>
            <a:chExt cx="4542854" cy="4964929"/>
          </a:xfrm>
        </p:grpSpPr>
        <p:grpSp>
          <p:nvGrpSpPr>
            <p:cNvPr id="21" name="그룹 20">
              <a:extLst>
                <a:ext uri="{FF2B5EF4-FFF2-40B4-BE49-F238E27FC236}">
                  <a16:creationId xmlns:a16="http://schemas.microsoft.com/office/drawing/2014/main" id="{49B7200E-54A0-4F41-98D3-F51C8B6F3045}"/>
                </a:ext>
              </a:extLst>
            </p:cNvPr>
            <p:cNvGrpSpPr/>
            <p:nvPr/>
          </p:nvGrpSpPr>
          <p:grpSpPr>
            <a:xfrm>
              <a:off x="7313348" y="1982974"/>
              <a:ext cx="3339633" cy="3337920"/>
              <a:chOff x="7280365" y="2348193"/>
              <a:chExt cx="3168977" cy="3167352"/>
            </a:xfrm>
          </p:grpSpPr>
          <p:sp>
            <p:nvSpPr>
              <p:cNvPr id="4" name="Freeform: Shape 3">
                <a:extLst>
                  <a:ext uri="{FF2B5EF4-FFF2-40B4-BE49-F238E27FC236}">
                    <a16:creationId xmlns:a16="http://schemas.microsoft.com/office/drawing/2014/main" id="{44709A09-2D61-43C1-B6BE-EC4F66399188}"/>
                  </a:ext>
                </a:extLst>
              </p:cNvPr>
              <p:cNvSpPr/>
              <p:nvPr/>
            </p:nvSpPr>
            <p:spPr>
              <a:xfrm>
                <a:off x="7281177" y="2348193"/>
                <a:ext cx="3167351" cy="3167352"/>
              </a:xfrm>
              <a:custGeom>
                <a:avLst/>
                <a:gdLst>
                  <a:gd name="connsiteX0" fmla="*/ 3057049 w 3057525"/>
                  <a:gd name="connsiteY0" fmla="*/ 1532096 h 3057525"/>
                  <a:gd name="connsiteX1" fmla="*/ 1532096 w 3057525"/>
                  <a:gd name="connsiteY1" fmla="*/ 3057049 h 3057525"/>
                  <a:gd name="connsiteX2" fmla="*/ 7144 w 3057525"/>
                  <a:gd name="connsiteY2" fmla="*/ 1532096 h 3057525"/>
                  <a:gd name="connsiteX3" fmla="*/ 1532096 w 3057525"/>
                  <a:gd name="connsiteY3" fmla="*/ 7144 h 3057525"/>
                  <a:gd name="connsiteX4" fmla="*/ 3057049 w 3057525"/>
                  <a:gd name="connsiteY4" fmla="*/ 1532096 h 3057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057525" h="3057525">
                    <a:moveTo>
                      <a:pt x="3057049" y="1532096"/>
                    </a:moveTo>
                    <a:cubicBezTo>
                      <a:pt x="3057049" y="2374304"/>
                      <a:pt x="2374304" y="3057049"/>
                      <a:pt x="1532096" y="3057049"/>
                    </a:cubicBezTo>
                    <a:cubicBezTo>
                      <a:pt x="689888" y="3057049"/>
                      <a:pt x="7144" y="2374304"/>
                      <a:pt x="7144" y="1532096"/>
                    </a:cubicBezTo>
                    <a:cubicBezTo>
                      <a:pt x="7144" y="689888"/>
                      <a:pt x="689888" y="7144"/>
                      <a:pt x="1532096" y="7144"/>
                    </a:cubicBezTo>
                    <a:cubicBezTo>
                      <a:pt x="2374304" y="7144"/>
                      <a:pt x="3057049" y="689888"/>
                      <a:pt x="3057049" y="1532096"/>
                    </a:cubicBezTo>
                    <a:close/>
                  </a:path>
                </a:pathLst>
              </a:custGeom>
              <a:solidFill>
                <a:schemeClr val="accent5">
                  <a:lumMod val="20000"/>
                  <a:lumOff val="80000"/>
                </a:schemeClr>
              </a:solidFill>
              <a:ln w="9525" cap="flat">
                <a:noFill/>
                <a:prstDash val="solid"/>
                <a:miter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" name="Freeform: Shape 4">
                <a:extLst>
                  <a:ext uri="{FF2B5EF4-FFF2-40B4-BE49-F238E27FC236}">
                    <a16:creationId xmlns:a16="http://schemas.microsoft.com/office/drawing/2014/main" id="{F9FF9090-90C9-4039-BE8F-F3216F53DE05}"/>
                  </a:ext>
                </a:extLst>
              </p:cNvPr>
              <p:cNvSpPr/>
              <p:nvPr/>
            </p:nvSpPr>
            <p:spPr>
              <a:xfrm>
                <a:off x="7280365" y="2357762"/>
                <a:ext cx="3168977" cy="3100025"/>
              </a:xfrm>
              <a:custGeom>
                <a:avLst/>
                <a:gdLst>
                  <a:gd name="connsiteX0" fmla="*/ 2863236 w 3028217"/>
                  <a:gd name="connsiteY0" fmla="*/ 2049564 h 2962327"/>
                  <a:gd name="connsiteX1" fmla="*/ 2844662 w 3028217"/>
                  <a:gd name="connsiteY1" fmla="*/ 2065518 h 2962327"/>
                  <a:gd name="connsiteX2" fmla="*/ 2847519 w 3028217"/>
                  <a:gd name="connsiteY2" fmla="*/ 2116953 h 2962327"/>
                  <a:gd name="connsiteX3" fmla="*/ 2887525 w 3028217"/>
                  <a:gd name="connsiteY3" fmla="*/ 2084568 h 2962327"/>
                  <a:gd name="connsiteX4" fmla="*/ 2890382 w 3028217"/>
                  <a:gd name="connsiteY4" fmla="*/ 2078853 h 2962327"/>
                  <a:gd name="connsiteX5" fmla="*/ 2890382 w 3028217"/>
                  <a:gd name="connsiteY5" fmla="*/ 2057898 h 2962327"/>
                  <a:gd name="connsiteX6" fmla="*/ 2863236 w 3028217"/>
                  <a:gd name="connsiteY6" fmla="*/ 2049564 h 2962327"/>
                  <a:gd name="connsiteX7" fmla="*/ 2453184 w 3028217"/>
                  <a:gd name="connsiteY7" fmla="*/ 1703568 h 2962327"/>
                  <a:gd name="connsiteX8" fmla="*/ 2444611 w 3028217"/>
                  <a:gd name="connsiteY8" fmla="*/ 1714046 h 2962327"/>
                  <a:gd name="connsiteX9" fmla="*/ 2467471 w 3028217"/>
                  <a:gd name="connsiteY9" fmla="*/ 1740716 h 2962327"/>
                  <a:gd name="connsiteX10" fmla="*/ 2482711 w 3028217"/>
                  <a:gd name="connsiteY10" fmla="*/ 1728333 h 2962327"/>
                  <a:gd name="connsiteX11" fmla="*/ 2453184 w 3028217"/>
                  <a:gd name="connsiteY11" fmla="*/ 1703568 h 2962327"/>
                  <a:gd name="connsiteX12" fmla="*/ 802501 w 3028217"/>
                  <a:gd name="connsiteY12" fmla="*/ 1583553 h 2962327"/>
                  <a:gd name="connsiteX13" fmla="*/ 812026 w 3028217"/>
                  <a:gd name="connsiteY13" fmla="*/ 1589268 h 2962327"/>
                  <a:gd name="connsiteX14" fmla="*/ 802501 w 3028217"/>
                  <a:gd name="connsiteY14" fmla="*/ 1599745 h 2962327"/>
                  <a:gd name="connsiteX15" fmla="*/ 792024 w 3028217"/>
                  <a:gd name="connsiteY15" fmla="*/ 1594030 h 2962327"/>
                  <a:gd name="connsiteX16" fmla="*/ 802501 w 3028217"/>
                  <a:gd name="connsiteY16" fmla="*/ 1583553 h 2962327"/>
                  <a:gd name="connsiteX17" fmla="*/ 573901 w 3028217"/>
                  <a:gd name="connsiteY17" fmla="*/ 1577838 h 2962327"/>
                  <a:gd name="connsiteX18" fmla="*/ 592951 w 3028217"/>
                  <a:gd name="connsiteY18" fmla="*/ 1589268 h 2962327"/>
                  <a:gd name="connsiteX19" fmla="*/ 584379 w 3028217"/>
                  <a:gd name="connsiteY19" fmla="*/ 1596888 h 2962327"/>
                  <a:gd name="connsiteX20" fmla="*/ 565329 w 3028217"/>
                  <a:gd name="connsiteY20" fmla="*/ 1587363 h 2962327"/>
                  <a:gd name="connsiteX21" fmla="*/ 573901 w 3028217"/>
                  <a:gd name="connsiteY21" fmla="*/ 1577838 h 2962327"/>
                  <a:gd name="connsiteX22" fmla="*/ 698678 w 3028217"/>
                  <a:gd name="connsiteY22" fmla="*/ 1550216 h 2962327"/>
                  <a:gd name="connsiteX23" fmla="*/ 763448 w 3028217"/>
                  <a:gd name="connsiteY23" fmla="*/ 1592126 h 2962327"/>
                  <a:gd name="connsiteX24" fmla="*/ 678676 w 3028217"/>
                  <a:gd name="connsiteY24" fmla="*/ 1592126 h 2962327"/>
                  <a:gd name="connsiteX25" fmla="*/ 698678 w 3028217"/>
                  <a:gd name="connsiteY25" fmla="*/ 1550216 h 2962327"/>
                  <a:gd name="connsiteX26" fmla="*/ 492939 w 3028217"/>
                  <a:gd name="connsiteY26" fmla="*/ 1460681 h 2962327"/>
                  <a:gd name="connsiteX27" fmla="*/ 562471 w 3028217"/>
                  <a:gd name="connsiteY27" fmla="*/ 1479731 h 2962327"/>
                  <a:gd name="connsiteX28" fmla="*/ 646291 w 3028217"/>
                  <a:gd name="connsiteY28" fmla="*/ 1537833 h 2962327"/>
                  <a:gd name="connsiteX29" fmla="*/ 577711 w 3028217"/>
                  <a:gd name="connsiteY29" fmla="*/ 1525451 h 2962327"/>
                  <a:gd name="connsiteX30" fmla="*/ 527229 w 3028217"/>
                  <a:gd name="connsiteY30" fmla="*/ 1487351 h 2962327"/>
                  <a:gd name="connsiteX31" fmla="*/ 525032 w 3028217"/>
                  <a:gd name="connsiteY31" fmla="*/ 1486533 h 2962327"/>
                  <a:gd name="connsiteX32" fmla="*/ 527229 w 3028217"/>
                  <a:gd name="connsiteY32" fmla="*/ 1488303 h 2962327"/>
                  <a:gd name="connsiteX33" fmla="*/ 451029 w 3028217"/>
                  <a:gd name="connsiteY33" fmla="*/ 1494971 h 2962327"/>
                  <a:gd name="connsiteX34" fmla="*/ 492939 w 3028217"/>
                  <a:gd name="connsiteY34" fmla="*/ 1460681 h 2962327"/>
                  <a:gd name="connsiteX35" fmla="*/ 592475 w 3028217"/>
                  <a:gd name="connsiteY35" fmla="*/ 1413889 h 2962327"/>
                  <a:gd name="connsiteX36" fmla="*/ 596761 w 3028217"/>
                  <a:gd name="connsiteY36" fmla="*/ 1414961 h 2962327"/>
                  <a:gd name="connsiteX37" fmla="*/ 595809 w 3028217"/>
                  <a:gd name="connsiteY37" fmla="*/ 1447346 h 2962327"/>
                  <a:gd name="connsiteX38" fmla="*/ 588189 w 3028217"/>
                  <a:gd name="connsiteY38" fmla="*/ 1414961 h 2962327"/>
                  <a:gd name="connsiteX39" fmla="*/ 592475 w 3028217"/>
                  <a:gd name="connsiteY39" fmla="*/ 1413889 h 2962327"/>
                  <a:gd name="connsiteX40" fmla="*/ 2633206 w 3028217"/>
                  <a:gd name="connsiteY40" fmla="*/ 1174931 h 2962327"/>
                  <a:gd name="connsiteX41" fmla="*/ 2673211 w 3028217"/>
                  <a:gd name="connsiteY41" fmla="*/ 1180646 h 2962327"/>
                  <a:gd name="connsiteX42" fmla="*/ 2633206 w 3028217"/>
                  <a:gd name="connsiteY42" fmla="*/ 1174931 h 2962327"/>
                  <a:gd name="connsiteX43" fmla="*/ 2477948 w 3028217"/>
                  <a:gd name="connsiteY43" fmla="*/ 1095873 h 2962327"/>
                  <a:gd name="connsiteX44" fmla="*/ 2484616 w 3028217"/>
                  <a:gd name="connsiteY44" fmla="*/ 1110160 h 2962327"/>
                  <a:gd name="connsiteX45" fmla="*/ 2464613 w 3028217"/>
                  <a:gd name="connsiteY45" fmla="*/ 1135878 h 2962327"/>
                  <a:gd name="connsiteX46" fmla="*/ 2444611 w 3028217"/>
                  <a:gd name="connsiteY46" fmla="*/ 1144450 h 2962327"/>
                  <a:gd name="connsiteX47" fmla="*/ 2415083 w 3028217"/>
                  <a:gd name="connsiteY47" fmla="*/ 1119685 h 2962327"/>
                  <a:gd name="connsiteX48" fmla="*/ 2446516 w 3028217"/>
                  <a:gd name="connsiteY48" fmla="*/ 1114923 h 2962327"/>
                  <a:gd name="connsiteX49" fmla="*/ 2477948 w 3028217"/>
                  <a:gd name="connsiteY49" fmla="*/ 1095873 h 2962327"/>
                  <a:gd name="connsiteX50" fmla="*/ 2344599 w 3028217"/>
                  <a:gd name="connsiteY50" fmla="*/ 1039676 h 2962327"/>
                  <a:gd name="connsiteX51" fmla="*/ 2355076 w 3028217"/>
                  <a:gd name="connsiteY51" fmla="*/ 1066346 h 2962327"/>
                  <a:gd name="connsiteX52" fmla="*/ 2341741 w 3028217"/>
                  <a:gd name="connsiteY52" fmla="*/ 1092063 h 2962327"/>
                  <a:gd name="connsiteX53" fmla="*/ 2328406 w 3028217"/>
                  <a:gd name="connsiteY53" fmla="*/ 1065393 h 2962327"/>
                  <a:gd name="connsiteX54" fmla="*/ 2344599 w 3028217"/>
                  <a:gd name="connsiteY54" fmla="*/ 1039676 h 2962327"/>
                  <a:gd name="connsiteX55" fmla="*/ 699631 w 3028217"/>
                  <a:gd name="connsiteY55" fmla="*/ 966334 h 2962327"/>
                  <a:gd name="connsiteX56" fmla="*/ 616764 w 3028217"/>
                  <a:gd name="connsiteY56" fmla="*/ 992051 h 2962327"/>
                  <a:gd name="connsiteX57" fmla="*/ 699631 w 3028217"/>
                  <a:gd name="connsiteY57" fmla="*/ 966334 h 2962327"/>
                  <a:gd name="connsiteX58" fmla="*/ 2786559 w 3028217"/>
                  <a:gd name="connsiteY58" fmla="*/ 938711 h 2962327"/>
                  <a:gd name="connsiteX59" fmla="*/ 2814181 w 3028217"/>
                  <a:gd name="connsiteY59" fmla="*/ 938711 h 2962327"/>
                  <a:gd name="connsiteX60" fmla="*/ 2814181 w 3028217"/>
                  <a:gd name="connsiteY60" fmla="*/ 945378 h 2962327"/>
                  <a:gd name="connsiteX61" fmla="*/ 2786559 w 3028217"/>
                  <a:gd name="connsiteY61" fmla="*/ 938711 h 2962327"/>
                  <a:gd name="connsiteX62" fmla="*/ 737731 w 3028217"/>
                  <a:gd name="connsiteY62" fmla="*/ 935019 h 2962327"/>
                  <a:gd name="connsiteX63" fmla="*/ 702489 w 3028217"/>
                  <a:gd name="connsiteY63" fmla="*/ 951093 h 2962327"/>
                  <a:gd name="connsiteX64" fmla="*/ 770116 w 3028217"/>
                  <a:gd name="connsiteY64" fmla="*/ 936805 h 2962327"/>
                  <a:gd name="connsiteX65" fmla="*/ 737731 w 3028217"/>
                  <a:gd name="connsiteY65" fmla="*/ 935019 h 2962327"/>
                  <a:gd name="connsiteX66" fmla="*/ 619383 w 3028217"/>
                  <a:gd name="connsiteY66" fmla="*/ 880251 h 2962327"/>
                  <a:gd name="connsiteX67" fmla="*/ 608191 w 3028217"/>
                  <a:gd name="connsiteY67" fmla="*/ 882513 h 2962327"/>
                  <a:gd name="connsiteX68" fmla="*/ 541516 w 3028217"/>
                  <a:gd name="connsiteY68" fmla="*/ 968238 h 2962327"/>
                  <a:gd name="connsiteX69" fmla="*/ 558661 w 3028217"/>
                  <a:gd name="connsiteY69" fmla="*/ 975858 h 2962327"/>
                  <a:gd name="connsiteX70" fmla="*/ 578664 w 3028217"/>
                  <a:gd name="connsiteY70" fmla="*/ 949188 h 2962327"/>
                  <a:gd name="connsiteX71" fmla="*/ 623431 w 3028217"/>
                  <a:gd name="connsiteY71" fmla="*/ 890133 h 2962327"/>
                  <a:gd name="connsiteX72" fmla="*/ 619383 w 3028217"/>
                  <a:gd name="connsiteY72" fmla="*/ 880251 h 2962327"/>
                  <a:gd name="connsiteX73" fmla="*/ 659626 w 3028217"/>
                  <a:gd name="connsiteY73" fmla="*/ 872036 h 2962327"/>
                  <a:gd name="connsiteX74" fmla="*/ 647244 w 3028217"/>
                  <a:gd name="connsiteY74" fmla="*/ 879656 h 2962327"/>
                  <a:gd name="connsiteX75" fmla="*/ 657721 w 3028217"/>
                  <a:gd name="connsiteY75" fmla="*/ 950141 h 2962327"/>
                  <a:gd name="connsiteX76" fmla="*/ 683439 w 3028217"/>
                  <a:gd name="connsiteY76" fmla="*/ 913946 h 2962327"/>
                  <a:gd name="connsiteX77" fmla="*/ 711061 w 3028217"/>
                  <a:gd name="connsiteY77" fmla="*/ 910136 h 2962327"/>
                  <a:gd name="connsiteX78" fmla="*/ 709156 w 3028217"/>
                  <a:gd name="connsiteY78" fmla="*/ 891086 h 2962327"/>
                  <a:gd name="connsiteX79" fmla="*/ 659626 w 3028217"/>
                  <a:gd name="connsiteY79" fmla="*/ 872036 h 2962327"/>
                  <a:gd name="connsiteX80" fmla="*/ 620410 w 3028217"/>
                  <a:gd name="connsiteY80" fmla="*/ 803828 h 2962327"/>
                  <a:gd name="connsiteX81" fmla="*/ 603429 w 3028217"/>
                  <a:gd name="connsiteY81" fmla="*/ 807266 h 2962327"/>
                  <a:gd name="connsiteX82" fmla="*/ 532944 w 3028217"/>
                  <a:gd name="connsiteY82" fmla="*/ 841556 h 2962327"/>
                  <a:gd name="connsiteX83" fmla="*/ 541516 w 3028217"/>
                  <a:gd name="connsiteY83" fmla="*/ 855843 h 2962327"/>
                  <a:gd name="connsiteX84" fmla="*/ 602476 w 3028217"/>
                  <a:gd name="connsiteY84" fmla="*/ 859653 h 2962327"/>
                  <a:gd name="connsiteX85" fmla="*/ 652959 w 3028217"/>
                  <a:gd name="connsiteY85" fmla="*/ 835841 h 2962327"/>
                  <a:gd name="connsiteX86" fmla="*/ 620410 w 3028217"/>
                  <a:gd name="connsiteY86" fmla="*/ 803828 h 2962327"/>
                  <a:gd name="connsiteX87" fmla="*/ 2051228 w 3028217"/>
                  <a:gd name="connsiteY87" fmla="*/ 690108 h 2962327"/>
                  <a:gd name="connsiteX88" fmla="*/ 2074088 w 3028217"/>
                  <a:gd name="connsiteY88" fmla="*/ 722493 h 2962327"/>
                  <a:gd name="connsiteX89" fmla="*/ 2021701 w 3028217"/>
                  <a:gd name="connsiteY89" fmla="*/ 782500 h 2962327"/>
                  <a:gd name="connsiteX90" fmla="*/ 2000746 w 3028217"/>
                  <a:gd name="connsiteY90" fmla="*/ 772023 h 2962327"/>
                  <a:gd name="connsiteX91" fmla="*/ 2036941 w 3028217"/>
                  <a:gd name="connsiteY91" fmla="*/ 698680 h 2962327"/>
                  <a:gd name="connsiteX92" fmla="*/ 2051228 w 3028217"/>
                  <a:gd name="connsiteY92" fmla="*/ 690108 h 2962327"/>
                  <a:gd name="connsiteX93" fmla="*/ 2111236 w 3028217"/>
                  <a:gd name="connsiteY93" fmla="*/ 608669 h 2962327"/>
                  <a:gd name="connsiteX94" fmla="*/ 2113141 w 3028217"/>
                  <a:gd name="connsiteY94" fmla="*/ 623433 h 2962327"/>
                  <a:gd name="connsiteX95" fmla="*/ 2111236 w 3028217"/>
                  <a:gd name="connsiteY95" fmla="*/ 626290 h 2962327"/>
                  <a:gd name="connsiteX96" fmla="*/ 2159814 w 3028217"/>
                  <a:gd name="connsiteY96" fmla="*/ 711063 h 2962327"/>
                  <a:gd name="connsiteX97" fmla="*/ 2199819 w 3028217"/>
                  <a:gd name="connsiteY97" fmla="*/ 758688 h 2962327"/>
                  <a:gd name="connsiteX98" fmla="*/ 2176959 w 3028217"/>
                  <a:gd name="connsiteY98" fmla="*/ 800598 h 2962327"/>
                  <a:gd name="connsiteX99" fmla="*/ 2092186 w 3028217"/>
                  <a:gd name="connsiteY99" fmla="*/ 814885 h 2962327"/>
                  <a:gd name="connsiteX100" fmla="*/ 2092186 w 3028217"/>
                  <a:gd name="connsiteY100" fmla="*/ 777738 h 2962327"/>
                  <a:gd name="connsiteX101" fmla="*/ 2111236 w 3028217"/>
                  <a:gd name="connsiteY101" fmla="*/ 740590 h 2962327"/>
                  <a:gd name="connsiteX102" fmla="*/ 2110284 w 3028217"/>
                  <a:gd name="connsiteY102" fmla="*/ 710110 h 2962327"/>
                  <a:gd name="connsiteX103" fmla="*/ 2076946 w 3028217"/>
                  <a:gd name="connsiteY103" fmla="*/ 669153 h 2962327"/>
                  <a:gd name="connsiteX104" fmla="*/ 2097901 w 3028217"/>
                  <a:gd name="connsiteY104" fmla="*/ 611050 h 2962327"/>
                  <a:gd name="connsiteX105" fmla="*/ 2111236 w 3028217"/>
                  <a:gd name="connsiteY105" fmla="*/ 608669 h 2962327"/>
                  <a:gd name="connsiteX106" fmla="*/ 927279 w 3028217"/>
                  <a:gd name="connsiteY106" fmla="*/ 479605 h 2962327"/>
                  <a:gd name="connsiteX107" fmla="*/ 933946 w 3028217"/>
                  <a:gd name="connsiteY107" fmla="*/ 486273 h 2962327"/>
                  <a:gd name="connsiteX108" fmla="*/ 929184 w 3028217"/>
                  <a:gd name="connsiteY108" fmla="*/ 493893 h 2962327"/>
                  <a:gd name="connsiteX109" fmla="*/ 919659 w 3028217"/>
                  <a:gd name="connsiteY109" fmla="*/ 488178 h 2962327"/>
                  <a:gd name="connsiteX110" fmla="*/ 927279 w 3028217"/>
                  <a:gd name="connsiteY110" fmla="*/ 479605 h 2962327"/>
                  <a:gd name="connsiteX111" fmla="*/ 1938089 w 3028217"/>
                  <a:gd name="connsiteY111" fmla="*/ 417931 h 2962327"/>
                  <a:gd name="connsiteX112" fmla="*/ 1959789 w 3028217"/>
                  <a:gd name="connsiteY112" fmla="*/ 441505 h 2962327"/>
                  <a:gd name="connsiteX113" fmla="*/ 1940739 w 3028217"/>
                  <a:gd name="connsiteY113" fmla="*/ 466270 h 2962327"/>
                  <a:gd name="connsiteX114" fmla="*/ 1842631 w 3028217"/>
                  <a:gd name="connsiteY114" fmla="*/ 480558 h 2962327"/>
                  <a:gd name="connsiteX115" fmla="*/ 1832154 w 3028217"/>
                  <a:gd name="connsiteY115" fmla="*/ 458650 h 2962327"/>
                  <a:gd name="connsiteX116" fmla="*/ 1833106 w 3028217"/>
                  <a:gd name="connsiteY116" fmla="*/ 431980 h 2962327"/>
                  <a:gd name="connsiteX117" fmla="*/ 1845489 w 3028217"/>
                  <a:gd name="connsiteY117" fmla="*/ 423408 h 2962327"/>
                  <a:gd name="connsiteX118" fmla="*/ 1857871 w 3028217"/>
                  <a:gd name="connsiteY118" fmla="*/ 432933 h 2962327"/>
                  <a:gd name="connsiteX119" fmla="*/ 1926451 w 3028217"/>
                  <a:gd name="connsiteY119" fmla="*/ 418645 h 2962327"/>
                  <a:gd name="connsiteX120" fmla="*/ 1938089 w 3028217"/>
                  <a:gd name="connsiteY120" fmla="*/ 417931 h 2962327"/>
                  <a:gd name="connsiteX121" fmla="*/ 904419 w 3028217"/>
                  <a:gd name="connsiteY121" fmla="*/ 389118 h 2962327"/>
                  <a:gd name="connsiteX122" fmla="*/ 938709 w 3028217"/>
                  <a:gd name="connsiteY122" fmla="*/ 433886 h 2962327"/>
                  <a:gd name="connsiteX123" fmla="*/ 942519 w 3028217"/>
                  <a:gd name="connsiteY123" fmla="*/ 446268 h 2962327"/>
                  <a:gd name="connsiteX124" fmla="*/ 931089 w 3028217"/>
                  <a:gd name="connsiteY124" fmla="*/ 449125 h 2962327"/>
                  <a:gd name="connsiteX125" fmla="*/ 878701 w 3028217"/>
                  <a:gd name="connsiteY125" fmla="*/ 449125 h 2962327"/>
                  <a:gd name="connsiteX126" fmla="*/ 856794 w 3028217"/>
                  <a:gd name="connsiteY126" fmla="*/ 443411 h 2962327"/>
                  <a:gd name="connsiteX127" fmla="*/ 867271 w 3028217"/>
                  <a:gd name="connsiteY127" fmla="*/ 412930 h 2962327"/>
                  <a:gd name="connsiteX128" fmla="*/ 904419 w 3028217"/>
                  <a:gd name="connsiteY128" fmla="*/ 389118 h 2962327"/>
                  <a:gd name="connsiteX129" fmla="*/ 1062534 w 3028217"/>
                  <a:gd name="connsiteY129" fmla="*/ 340541 h 2962327"/>
                  <a:gd name="connsiteX130" fmla="*/ 1083489 w 3028217"/>
                  <a:gd name="connsiteY130" fmla="*/ 353876 h 2962327"/>
                  <a:gd name="connsiteX131" fmla="*/ 1053961 w 3028217"/>
                  <a:gd name="connsiteY131" fmla="*/ 360543 h 2962327"/>
                  <a:gd name="connsiteX132" fmla="*/ 1062534 w 3028217"/>
                  <a:gd name="connsiteY132" fmla="*/ 340541 h 2962327"/>
                  <a:gd name="connsiteX133" fmla="*/ 2471113 w 3028217"/>
                  <a:gd name="connsiteY133" fmla="*/ 336025 h 2962327"/>
                  <a:gd name="connsiteX134" fmla="*/ 2521763 w 3028217"/>
                  <a:gd name="connsiteY134" fmla="*/ 370068 h 2962327"/>
                  <a:gd name="connsiteX135" fmla="*/ 2848471 w 3028217"/>
                  <a:gd name="connsiteY135" fmla="*/ 785358 h 2962327"/>
                  <a:gd name="connsiteX136" fmla="*/ 2920861 w 3028217"/>
                  <a:gd name="connsiteY136" fmla="*/ 940616 h 2962327"/>
                  <a:gd name="connsiteX137" fmla="*/ 2926576 w 3028217"/>
                  <a:gd name="connsiteY137" fmla="*/ 977763 h 2962327"/>
                  <a:gd name="connsiteX138" fmla="*/ 2847518 w 3028217"/>
                  <a:gd name="connsiteY138" fmla="*/ 938711 h 2962327"/>
                  <a:gd name="connsiteX139" fmla="*/ 2864663 w 3028217"/>
                  <a:gd name="connsiteY139" fmla="*/ 890133 h 2962327"/>
                  <a:gd name="connsiteX140" fmla="*/ 2810371 w 3028217"/>
                  <a:gd name="connsiteY140" fmla="*/ 908231 h 2962327"/>
                  <a:gd name="connsiteX141" fmla="*/ 2757031 w 3028217"/>
                  <a:gd name="connsiteY141" fmla="*/ 904421 h 2962327"/>
                  <a:gd name="connsiteX142" fmla="*/ 2728456 w 3028217"/>
                  <a:gd name="connsiteY142" fmla="*/ 916803 h 2962327"/>
                  <a:gd name="connsiteX143" fmla="*/ 2707501 w 3028217"/>
                  <a:gd name="connsiteY143" fmla="*/ 971096 h 2962327"/>
                  <a:gd name="connsiteX144" fmla="*/ 2706548 w 3028217"/>
                  <a:gd name="connsiteY144" fmla="*/ 1011101 h 2962327"/>
                  <a:gd name="connsiteX145" fmla="*/ 2712263 w 3028217"/>
                  <a:gd name="connsiteY145" fmla="*/ 1044438 h 2962327"/>
                  <a:gd name="connsiteX146" fmla="*/ 2750438 w 3028217"/>
                  <a:gd name="connsiteY146" fmla="*/ 1026892 h 2962327"/>
                  <a:gd name="connsiteX147" fmla="*/ 2757317 w 3028217"/>
                  <a:gd name="connsiteY147" fmla="*/ 1029909 h 2962327"/>
                  <a:gd name="connsiteX148" fmla="*/ 2760842 w 3028217"/>
                  <a:gd name="connsiteY148" fmla="*/ 1028246 h 2962327"/>
                  <a:gd name="connsiteX149" fmla="*/ 2785607 w 3028217"/>
                  <a:gd name="connsiteY149" fmla="*/ 1010148 h 2962327"/>
                  <a:gd name="connsiteX150" fmla="*/ 2804538 w 3028217"/>
                  <a:gd name="connsiteY150" fmla="*/ 1006457 h 2962327"/>
                  <a:gd name="connsiteX151" fmla="*/ 2822755 w 3028217"/>
                  <a:gd name="connsiteY151" fmla="*/ 1009196 h 2962327"/>
                  <a:gd name="connsiteX152" fmla="*/ 2938959 w 3028217"/>
                  <a:gd name="connsiteY152" fmla="*/ 1031103 h 2962327"/>
                  <a:gd name="connsiteX153" fmla="*/ 2959915 w 3028217"/>
                  <a:gd name="connsiteY153" fmla="*/ 1058726 h 2962327"/>
                  <a:gd name="connsiteX154" fmla="*/ 3021827 w 3028217"/>
                  <a:gd name="connsiteY154" fmla="*/ 1368288 h 2962327"/>
                  <a:gd name="connsiteX155" fmla="*/ 3027542 w 3028217"/>
                  <a:gd name="connsiteY155" fmla="*/ 1562598 h 2962327"/>
                  <a:gd name="connsiteX156" fmla="*/ 3020874 w 3028217"/>
                  <a:gd name="connsiteY156" fmla="*/ 1594983 h 2962327"/>
                  <a:gd name="connsiteX157" fmla="*/ 2958009 w 3028217"/>
                  <a:gd name="connsiteY157" fmla="*/ 1512116 h 2962327"/>
                  <a:gd name="connsiteX158" fmla="*/ 2918005 w 3028217"/>
                  <a:gd name="connsiteY158" fmla="*/ 1446393 h 2962327"/>
                  <a:gd name="connsiteX159" fmla="*/ 2860855 w 3028217"/>
                  <a:gd name="connsiteY159" fmla="*/ 1371146 h 2962327"/>
                  <a:gd name="connsiteX160" fmla="*/ 2831327 w 3028217"/>
                  <a:gd name="connsiteY160" fmla="*/ 1343523 h 2962327"/>
                  <a:gd name="connsiteX161" fmla="*/ 2856092 w 3028217"/>
                  <a:gd name="connsiteY161" fmla="*/ 1380671 h 2962327"/>
                  <a:gd name="connsiteX162" fmla="*/ 2930387 w 3028217"/>
                  <a:gd name="connsiteY162" fmla="*/ 1514021 h 2962327"/>
                  <a:gd name="connsiteX163" fmla="*/ 2939912 w 3028217"/>
                  <a:gd name="connsiteY163" fmla="*/ 1546406 h 2962327"/>
                  <a:gd name="connsiteX164" fmla="*/ 2962772 w 3028217"/>
                  <a:gd name="connsiteY164" fmla="*/ 1597841 h 2962327"/>
                  <a:gd name="connsiteX165" fmla="*/ 2999919 w 3028217"/>
                  <a:gd name="connsiteY165" fmla="*/ 1683566 h 2962327"/>
                  <a:gd name="connsiteX166" fmla="*/ 3012302 w 3028217"/>
                  <a:gd name="connsiteY166" fmla="*/ 1740716 h 2962327"/>
                  <a:gd name="connsiteX167" fmla="*/ 2886572 w 3028217"/>
                  <a:gd name="connsiteY167" fmla="*/ 2158864 h 2962327"/>
                  <a:gd name="connsiteX168" fmla="*/ 2841805 w 3028217"/>
                  <a:gd name="connsiteY168" fmla="*/ 2246493 h 2962327"/>
                  <a:gd name="connsiteX169" fmla="*/ 2821802 w 3028217"/>
                  <a:gd name="connsiteY169" fmla="*/ 2266496 h 2962327"/>
                  <a:gd name="connsiteX170" fmla="*/ 2808467 w 3028217"/>
                  <a:gd name="connsiteY170" fmla="*/ 2240778 h 2962327"/>
                  <a:gd name="connsiteX171" fmla="*/ 2785607 w 3028217"/>
                  <a:gd name="connsiteY171" fmla="*/ 2172198 h 2962327"/>
                  <a:gd name="connsiteX172" fmla="*/ 2805609 w 3028217"/>
                  <a:gd name="connsiteY172" fmla="*/ 2234111 h 2962327"/>
                  <a:gd name="connsiteX173" fmla="*/ 2821802 w 3028217"/>
                  <a:gd name="connsiteY173" fmla="*/ 2273164 h 2962327"/>
                  <a:gd name="connsiteX174" fmla="*/ 2708455 w 3028217"/>
                  <a:gd name="connsiteY174" fmla="*/ 2451281 h 2962327"/>
                  <a:gd name="connsiteX175" fmla="*/ 2551292 w 3028217"/>
                  <a:gd name="connsiteY175" fmla="*/ 2622731 h 2962327"/>
                  <a:gd name="connsiteX176" fmla="*/ 2476997 w 3028217"/>
                  <a:gd name="connsiteY176" fmla="*/ 2687501 h 2962327"/>
                  <a:gd name="connsiteX177" fmla="*/ 2463662 w 3028217"/>
                  <a:gd name="connsiteY177" fmla="*/ 2655116 h 2962327"/>
                  <a:gd name="connsiteX178" fmla="*/ 2425562 w 3028217"/>
                  <a:gd name="connsiteY178" fmla="*/ 2533196 h 2962327"/>
                  <a:gd name="connsiteX179" fmla="*/ 2439849 w 3028217"/>
                  <a:gd name="connsiteY179" fmla="*/ 2375081 h 2962327"/>
                  <a:gd name="connsiteX180" fmla="*/ 2449374 w 3028217"/>
                  <a:gd name="connsiteY180" fmla="*/ 2301739 h 2962327"/>
                  <a:gd name="connsiteX181" fmla="*/ 2430324 w 3028217"/>
                  <a:gd name="connsiteY181" fmla="*/ 2210298 h 2962327"/>
                  <a:gd name="connsiteX182" fmla="*/ 2396987 w 3028217"/>
                  <a:gd name="connsiteY182" fmla="*/ 2144576 h 2962327"/>
                  <a:gd name="connsiteX183" fmla="*/ 2370317 w 3028217"/>
                  <a:gd name="connsiteY183" fmla="*/ 2012178 h 2962327"/>
                  <a:gd name="connsiteX184" fmla="*/ 2374127 w 3028217"/>
                  <a:gd name="connsiteY184" fmla="*/ 1992176 h 2962327"/>
                  <a:gd name="connsiteX185" fmla="*/ 2319834 w 3028217"/>
                  <a:gd name="connsiteY185" fmla="*/ 1944551 h 2962327"/>
                  <a:gd name="connsiteX186" fmla="*/ 2282687 w 3028217"/>
                  <a:gd name="connsiteY186" fmla="*/ 1931216 h 2962327"/>
                  <a:gd name="connsiteX187" fmla="*/ 2200772 w 3028217"/>
                  <a:gd name="connsiteY187" fmla="*/ 1905498 h 2962327"/>
                  <a:gd name="connsiteX188" fmla="*/ 2157909 w 3028217"/>
                  <a:gd name="connsiteY188" fmla="*/ 1926453 h 2962327"/>
                  <a:gd name="connsiteX189" fmla="*/ 2106474 w 3028217"/>
                  <a:gd name="connsiteY189" fmla="*/ 1931216 h 2962327"/>
                  <a:gd name="connsiteX190" fmla="*/ 2040752 w 3028217"/>
                  <a:gd name="connsiteY190" fmla="*/ 1937883 h 2962327"/>
                  <a:gd name="connsiteX191" fmla="*/ 1974077 w 3028217"/>
                  <a:gd name="connsiteY191" fmla="*/ 1924548 h 2962327"/>
                  <a:gd name="connsiteX192" fmla="*/ 1919784 w 3028217"/>
                  <a:gd name="connsiteY192" fmla="*/ 1877876 h 2962327"/>
                  <a:gd name="connsiteX193" fmla="*/ 1896924 w 3028217"/>
                  <a:gd name="connsiteY193" fmla="*/ 1849301 h 2962327"/>
                  <a:gd name="connsiteX194" fmla="*/ 1839774 w 3028217"/>
                  <a:gd name="connsiteY194" fmla="*/ 1762623 h 2962327"/>
                  <a:gd name="connsiteX195" fmla="*/ 1822629 w 3028217"/>
                  <a:gd name="connsiteY195" fmla="*/ 1676898 h 2962327"/>
                  <a:gd name="connsiteX196" fmla="*/ 1829297 w 3028217"/>
                  <a:gd name="connsiteY196" fmla="*/ 1537833 h 2962327"/>
                  <a:gd name="connsiteX197" fmla="*/ 1828344 w 3028217"/>
                  <a:gd name="connsiteY197" fmla="*/ 1514973 h 2962327"/>
                  <a:gd name="connsiteX198" fmla="*/ 1909307 w 3028217"/>
                  <a:gd name="connsiteY198" fmla="*/ 1373051 h 2962327"/>
                  <a:gd name="connsiteX199" fmla="*/ 1929309 w 3028217"/>
                  <a:gd name="connsiteY199" fmla="*/ 1361621 h 2962327"/>
                  <a:gd name="connsiteX200" fmla="*/ 1977887 w 3028217"/>
                  <a:gd name="connsiteY200" fmla="*/ 1293041 h 2962327"/>
                  <a:gd name="connsiteX201" fmla="*/ 2019797 w 3028217"/>
                  <a:gd name="connsiteY201" fmla="*/ 1227318 h 2962327"/>
                  <a:gd name="connsiteX202" fmla="*/ 2051229 w 3028217"/>
                  <a:gd name="connsiteY202" fmla="*/ 1178741 h 2962327"/>
                  <a:gd name="connsiteX203" fmla="*/ 2083614 w 3028217"/>
                  <a:gd name="connsiteY203" fmla="*/ 1172073 h 2962327"/>
                  <a:gd name="connsiteX204" fmla="*/ 2161719 w 3028217"/>
                  <a:gd name="connsiteY204" fmla="*/ 1162548 h 2962327"/>
                  <a:gd name="connsiteX205" fmla="*/ 2266494 w 3028217"/>
                  <a:gd name="connsiteY205" fmla="*/ 1136831 h 2962327"/>
                  <a:gd name="connsiteX206" fmla="*/ 2331264 w 3028217"/>
                  <a:gd name="connsiteY206" fmla="*/ 1133021 h 2962327"/>
                  <a:gd name="connsiteX207" fmla="*/ 2387462 w 3028217"/>
                  <a:gd name="connsiteY207" fmla="*/ 1197791 h 2962327"/>
                  <a:gd name="connsiteX208" fmla="*/ 2400797 w 3028217"/>
                  <a:gd name="connsiteY208" fmla="*/ 1229223 h 2962327"/>
                  <a:gd name="connsiteX209" fmla="*/ 2517002 w 3028217"/>
                  <a:gd name="connsiteY209" fmla="*/ 1283516 h 2962327"/>
                  <a:gd name="connsiteX210" fmla="*/ 2556055 w 3028217"/>
                  <a:gd name="connsiteY210" fmla="*/ 1266371 h 2962327"/>
                  <a:gd name="connsiteX211" fmla="*/ 2617967 w 3028217"/>
                  <a:gd name="connsiteY211" fmla="*/ 1241606 h 2962327"/>
                  <a:gd name="connsiteX212" fmla="*/ 2701787 w 3028217"/>
                  <a:gd name="connsiteY212" fmla="*/ 1271133 h 2962327"/>
                  <a:gd name="connsiteX213" fmla="*/ 2823707 w 3028217"/>
                  <a:gd name="connsiteY213" fmla="*/ 1270181 h 2962327"/>
                  <a:gd name="connsiteX214" fmla="*/ 2842757 w 3028217"/>
                  <a:gd name="connsiteY214" fmla="*/ 1253988 h 2962327"/>
                  <a:gd name="connsiteX215" fmla="*/ 2857997 w 3028217"/>
                  <a:gd name="connsiteY215" fmla="*/ 1191123 h 2962327"/>
                  <a:gd name="connsiteX216" fmla="*/ 2824659 w 3028217"/>
                  <a:gd name="connsiteY216" fmla="*/ 1163501 h 2962327"/>
                  <a:gd name="connsiteX217" fmla="*/ 2781797 w 3028217"/>
                  <a:gd name="connsiteY217" fmla="*/ 1153023 h 2962327"/>
                  <a:gd name="connsiteX218" fmla="*/ 2778142 w 3028217"/>
                  <a:gd name="connsiteY218" fmla="*/ 1149005 h 2962327"/>
                  <a:gd name="connsiteX219" fmla="*/ 2758579 w 3028217"/>
                  <a:gd name="connsiteY219" fmla="*/ 1157637 h 2962327"/>
                  <a:gd name="connsiteX220" fmla="*/ 2684641 w 3028217"/>
                  <a:gd name="connsiteY220" fmla="*/ 1122543 h 2962327"/>
                  <a:gd name="connsiteX221" fmla="*/ 2664638 w 3028217"/>
                  <a:gd name="connsiteY221" fmla="*/ 1083491 h 2962327"/>
                  <a:gd name="connsiteX222" fmla="*/ 2646541 w 3028217"/>
                  <a:gd name="connsiteY222" fmla="*/ 1054916 h 2962327"/>
                  <a:gd name="connsiteX223" fmla="*/ 2610346 w 3028217"/>
                  <a:gd name="connsiteY223" fmla="*/ 1080633 h 2962327"/>
                  <a:gd name="connsiteX224" fmla="*/ 2609202 w 3028217"/>
                  <a:gd name="connsiteY224" fmla="*/ 1082346 h 2962327"/>
                  <a:gd name="connsiteX225" fmla="*/ 2613204 w 3028217"/>
                  <a:gd name="connsiteY225" fmla="*/ 1086348 h 2962327"/>
                  <a:gd name="connsiteX226" fmla="*/ 2632254 w 3028217"/>
                  <a:gd name="connsiteY226" fmla="*/ 1108255 h 2962327"/>
                  <a:gd name="connsiteX227" fmla="*/ 2609394 w 3028217"/>
                  <a:gd name="connsiteY227" fmla="*/ 1145403 h 2962327"/>
                  <a:gd name="connsiteX228" fmla="*/ 2584629 w 3028217"/>
                  <a:gd name="connsiteY228" fmla="*/ 1132068 h 2962327"/>
                  <a:gd name="connsiteX229" fmla="*/ 2566055 w 3028217"/>
                  <a:gd name="connsiteY229" fmla="*/ 1095397 h 2962327"/>
                  <a:gd name="connsiteX230" fmla="*/ 2558490 w 3028217"/>
                  <a:gd name="connsiteY230" fmla="*/ 1083461 h 2962327"/>
                  <a:gd name="connsiteX231" fmla="*/ 2545576 w 3028217"/>
                  <a:gd name="connsiteY231" fmla="*/ 1071108 h 2962327"/>
                  <a:gd name="connsiteX232" fmla="*/ 2536051 w 3028217"/>
                  <a:gd name="connsiteY232" fmla="*/ 1061583 h 2962327"/>
                  <a:gd name="connsiteX233" fmla="*/ 2429371 w 3028217"/>
                  <a:gd name="connsiteY233" fmla="*/ 952046 h 2962327"/>
                  <a:gd name="connsiteX234" fmla="*/ 2417941 w 3028217"/>
                  <a:gd name="connsiteY234" fmla="*/ 944426 h 2962327"/>
                  <a:gd name="connsiteX235" fmla="*/ 2407463 w 3028217"/>
                  <a:gd name="connsiteY235" fmla="*/ 947283 h 2962327"/>
                  <a:gd name="connsiteX236" fmla="*/ 2469376 w 3028217"/>
                  <a:gd name="connsiteY236" fmla="*/ 1014911 h 2962327"/>
                  <a:gd name="connsiteX237" fmla="*/ 2509381 w 3028217"/>
                  <a:gd name="connsiteY237" fmla="*/ 1044438 h 2962327"/>
                  <a:gd name="connsiteX238" fmla="*/ 2504618 w 3028217"/>
                  <a:gd name="connsiteY238" fmla="*/ 1057773 h 2962327"/>
                  <a:gd name="connsiteX239" fmla="*/ 2488426 w 3028217"/>
                  <a:gd name="connsiteY239" fmla="*/ 1077776 h 2962327"/>
                  <a:gd name="connsiteX240" fmla="*/ 2476996 w 3028217"/>
                  <a:gd name="connsiteY240" fmla="*/ 1084443 h 2962327"/>
                  <a:gd name="connsiteX241" fmla="*/ 2356028 w 3028217"/>
                  <a:gd name="connsiteY241" fmla="*/ 985383 h 2962327"/>
                  <a:gd name="connsiteX242" fmla="*/ 2317928 w 3028217"/>
                  <a:gd name="connsiteY242" fmla="*/ 978716 h 2962327"/>
                  <a:gd name="connsiteX243" fmla="*/ 2295068 w 3028217"/>
                  <a:gd name="connsiteY243" fmla="*/ 993003 h 2962327"/>
                  <a:gd name="connsiteX244" fmla="*/ 2196008 w 3028217"/>
                  <a:gd name="connsiteY244" fmla="*/ 1057773 h 2962327"/>
                  <a:gd name="connsiteX245" fmla="*/ 2181721 w 3028217"/>
                  <a:gd name="connsiteY245" fmla="*/ 1087301 h 2962327"/>
                  <a:gd name="connsiteX246" fmla="*/ 2105521 w 3028217"/>
                  <a:gd name="connsiteY246" fmla="*/ 1157786 h 2962327"/>
                  <a:gd name="connsiteX247" fmla="*/ 2053133 w 3028217"/>
                  <a:gd name="connsiteY247" fmla="*/ 1155881 h 2962327"/>
                  <a:gd name="connsiteX248" fmla="*/ 2036941 w 3028217"/>
                  <a:gd name="connsiteY248" fmla="*/ 1136831 h 2962327"/>
                  <a:gd name="connsiteX249" fmla="*/ 2008366 w 3028217"/>
                  <a:gd name="connsiteY249" fmla="*/ 1131116 h 2962327"/>
                  <a:gd name="connsiteX250" fmla="*/ 2001698 w 3028217"/>
                  <a:gd name="connsiteY250" fmla="*/ 1074918 h 2962327"/>
                  <a:gd name="connsiteX251" fmla="*/ 2008366 w 3028217"/>
                  <a:gd name="connsiteY251" fmla="*/ 1001576 h 2962327"/>
                  <a:gd name="connsiteX252" fmla="*/ 2035988 w 3028217"/>
                  <a:gd name="connsiteY252" fmla="*/ 977763 h 2962327"/>
                  <a:gd name="connsiteX253" fmla="*/ 2107426 w 3028217"/>
                  <a:gd name="connsiteY253" fmla="*/ 983478 h 2962327"/>
                  <a:gd name="connsiteX254" fmla="*/ 2148383 w 3028217"/>
                  <a:gd name="connsiteY254" fmla="*/ 975858 h 2962327"/>
                  <a:gd name="connsiteX255" fmla="*/ 2150288 w 3028217"/>
                  <a:gd name="connsiteY255" fmla="*/ 913946 h 2962327"/>
                  <a:gd name="connsiteX256" fmla="*/ 2112188 w 3028217"/>
                  <a:gd name="connsiteY256" fmla="*/ 876798 h 2962327"/>
                  <a:gd name="connsiteX257" fmla="*/ 2096948 w 3028217"/>
                  <a:gd name="connsiteY257" fmla="*/ 862511 h 2962327"/>
                  <a:gd name="connsiteX258" fmla="*/ 2118856 w 3028217"/>
                  <a:gd name="connsiteY258" fmla="*/ 849176 h 2962327"/>
                  <a:gd name="connsiteX259" fmla="*/ 2206486 w 3028217"/>
                  <a:gd name="connsiteY259" fmla="*/ 810123 h 2962327"/>
                  <a:gd name="connsiteX260" fmla="*/ 2308403 w 3028217"/>
                  <a:gd name="connsiteY260" fmla="*/ 731066 h 2962327"/>
                  <a:gd name="connsiteX261" fmla="*/ 2321738 w 3028217"/>
                  <a:gd name="connsiteY261" fmla="*/ 708206 h 2962327"/>
                  <a:gd name="connsiteX262" fmla="*/ 2311261 w 3028217"/>
                  <a:gd name="connsiteY262" fmla="*/ 679631 h 2962327"/>
                  <a:gd name="connsiteX263" fmla="*/ 2320786 w 3028217"/>
                  <a:gd name="connsiteY263" fmla="*/ 643436 h 2962327"/>
                  <a:gd name="connsiteX264" fmla="*/ 2338883 w 3028217"/>
                  <a:gd name="connsiteY264" fmla="*/ 638673 h 2962327"/>
                  <a:gd name="connsiteX265" fmla="*/ 2343646 w 3028217"/>
                  <a:gd name="connsiteY265" fmla="*/ 675821 h 2962327"/>
                  <a:gd name="connsiteX266" fmla="*/ 2348408 w 3028217"/>
                  <a:gd name="connsiteY266" fmla="*/ 699633 h 2962327"/>
                  <a:gd name="connsiteX267" fmla="*/ 2376031 w 3028217"/>
                  <a:gd name="connsiteY267" fmla="*/ 706301 h 2962327"/>
                  <a:gd name="connsiteX268" fmla="*/ 2385556 w 3028217"/>
                  <a:gd name="connsiteY268" fmla="*/ 704396 h 2962327"/>
                  <a:gd name="connsiteX269" fmla="*/ 2454136 w 3028217"/>
                  <a:gd name="connsiteY269" fmla="*/ 698681 h 2962327"/>
                  <a:gd name="connsiteX270" fmla="*/ 2476996 w 3028217"/>
                  <a:gd name="connsiteY270" fmla="*/ 692013 h 2962327"/>
                  <a:gd name="connsiteX271" fmla="*/ 2517953 w 3028217"/>
                  <a:gd name="connsiteY271" fmla="*/ 648198 h 2962327"/>
                  <a:gd name="connsiteX272" fmla="*/ 2563673 w 3028217"/>
                  <a:gd name="connsiteY272" fmla="*/ 626291 h 2962327"/>
                  <a:gd name="connsiteX273" fmla="*/ 2554148 w 3028217"/>
                  <a:gd name="connsiteY273" fmla="*/ 585333 h 2962327"/>
                  <a:gd name="connsiteX274" fmla="*/ 2572928 w 3028217"/>
                  <a:gd name="connsiteY274" fmla="*/ 573708 h 2962327"/>
                  <a:gd name="connsiteX275" fmla="*/ 2586098 w 3028217"/>
                  <a:gd name="connsiteY275" fmla="*/ 571735 h 2962327"/>
                  <a:gd name="connsiteX276" fmla="*/ 2586726 w 3028217"/>
                  <a:gd name="connsiteY276" fmla="*/ 571671 h 2962327"/>
                  <a:gd name="connsiteX277" fmla="*/ 2624633 w 3028217"/>
                  <a:gd name="connsiteY277" fmla="*/ 568188 h 2962327"/>
                  <a:gd name="connsiteX278" fmla="*/ 2630348 w 3028217"/>
                  <a:gd name="connsiteY278" fmla="*/ 563426 h 2962327"/>
                  <a:gd name="connsiteX279" fmla="*/ 2633206 w 3028217"/>
                  <a:gd name="connsiteY279" fmla="*/ 563426 h 2962327"/>
                  <a:gd name="connsiteX280" fmla="*/ 2626538 w 3028217"/>
                  <a:gd name="connsiteY280" fmla="*/ 563426 h 2962327"/>
                  <a:gd name="connsiteX281" fmla="*/ 2593082 w 3028217"/>
                  <a:gd name="connsiteY281" fmla="*/ 570689 h 2962327"/>
                  <a:gd name="connsiteX282" fmla="*/ 2586098 w 3028217"/>
                  <a:gd name="connsiteY282" fmla="*/ 571735 h 2962327"/>
                  <a:gd name="connsiteX283" fmla="*/ 2574151 w 3028217"/>
                  <a:gd name="connsiteY283" fmla="*/ 572951 h 2962327"/>
                  <a:gd name="connsiteX284" fmla="*/ 2572928 w 3028217"/>
                  <a:gd name="connsiteY284" fmla="*/ 573708 h 2962327"/>
                  <a:gd name="connsiteX285" fmla="*/ 2558911 w 3028217"/>
                  <a:gd name="connsiteY285" fmla="*/ 575808 h 2962327"/>
                  <a:gd name="connsiteX286" fmla="*/ 2506523 w 3028217"/>
                  <a:gd name="connsiteY286" fmla="*/ 541518 h 2962327"/>
                  <a:gd name="connsiteX287" fmla="*/ 2512238 w 3028217"/>
                  <a:gd name="connsiteY287" fmla="*/ 480558 h 2962327"/>
                  <a:gd name="connsiteX288" fmla="*/ 2533193 w 3028217"/>
                  <a:gd name="connsiteY288" fmla="*/ 458651 h 2962327"/>
                  <a:gd name="connsiteX289" fmla="*/ 2534146 w 3028217"/>
                  <a:gd name="connsiteY289" fmla="*/ 440553 h 2962327"/>
                  <a:gd name="connsiteX290" fmla="*/ 2513191 w 3028217"/>
                  <a:gd name="connsiteY290" fmla="*/ 445316 h 2962327"/>
                  <a:gd name="connsiteX291" fmla="*/ 2464613 w 3028217"/>
                  <a:gd name="connsiteY291" fmla="*/ 509133 h 2962327"/>
                  <a:gd name="connsiteX292" fmla="*/ 2467471 w 3028217"/>
                  <a:gd name="connsiteY292" fmla="*/ 551996 h 2962327"/>
                  <a:gd name="connsiteX293" fmla="*/ 2468423 w 3028217"/>
                  <a:gd name="connsiteY293" fmla="*/ 597716 h 2962327"/>
                  <a:gd name="connsiteX294" fmla="*/ 2453183 w 3028217"/>
                  <a:gd name="connsiteY294" fmla="*/ 638673 h 2962327"/>
                  <a:gd name="connsiteX295" fmla="*/ 2423656 w 3028217"/>
                  <a:gd name="connsiteY295" fmla="*/ 676773 h 2962327"/>
                  <a:gd name="connsiteX296" fmla="*/ 2389366 w 3028217"/>
                  <a:gd name="connsiteY296" fmla="*/ 683441 h 2962327"/>
                  <a:gd name="connsiteX297" fmla="*/ 2383651 w 3028217"/>
                  <a:gd name="connsiteY297" fmla="*/ 659628 h 2962327"/>
                  <a:gd name="connsiteX298" fmla="*/ 2367458 w 3028217"/>
                  <a:gd name="connsiteY298" fmla="*/ 627243 h 2962327"/>
                  <a:gd name="connsiteX299" fmla="*/ 2308403 w 3028217"/>
                  <a:gd name="connsiteY299" fmla="*/ 612003 h 2962327"/>
                  <a:gd name="connsiteX300" fmla="*/ 2270303 w 3028217"/>
                  <a:gd name="connsiteY300" fmla="*/ 571046 h 2962327"/>
                  <a:gd name="connsiteX301" fmla="*/ 2260778 w 3028217"/>
                  <a:gd name="connsiteY301" fmla="*/ 543423 h 2962327"/>
                  <a:gd name="connsiteX302" fmla="*/ 2259826 w 3028217"/>
                  <a:gd name="connsiteY302" fmla="*/ 522468 h 2962327"/>
                  <a:gd name="connsiteX303" fmla="*/ 2390318 w 3028217"/>
                  <a:gd name="connsiteY303" fmla="*/ 385308 h 2962327"/>
                  <a:gd name="connsiteX304" fmla="*/ 2416988 w 3028217"/>
                  <a:gd name="connsiteY304" fmla="*/ 357686 h 2962327"/>
                  <a:gd name="connsiteX305" fmla="*/ 2417941 w 3028217"/>
                  <a:gd name="connsiteY305" fmla="*/ 351971 h 2962327"/>
                  <a:gd name="connsiteX306" fmla="*/ 2424608 w 3028217"/>
                  <a:gd name="connsiteY306" fmla="*/ 353876 h 2962327"/>
                  <a:gd name="connsiteX307" fmla="*/ 2452245 w 3028217"/>
                  <a:gd name="connsiteY307" fmla="*/ 336582 h 2962327"/>
                  <a:gd name="connsiteX308" fmla="*/ 2471113 w 3028217"/>
                  <a:gd name="connsiteY308" fmla="*/ 336025 h 2962327"/>
                  <a:gd name="connsiteX309" fmla="*/ 761544 w 3028217"/>
                  <a:gd name="connsiteY309" fmla="*/ 194808 h 2962327"/>
                  <a:gd name="connsiteX310" fmla="*/ 773926 w 3028217"/>
                  <a:gd name="connsiteY310" fmla="*/ 216716 h 2962327"/>
                  <a:gd name="connsiteX311" fmla="*/ 773926 w 3028217"/>
                  <a:gd name="connsiteY311" fmla="*/ 278628 h 2962327"/>
                  <a:gd name="connsiteX312" fmla="*/ 687249 w 3028217"/>
                  <a:gd name="connsiteY312" fmla="*/ 293868 h 2962327"/>
                  <a:gd name="connsiteX313" fmla="*/ 671056 w 3028217"/>
                  <a:gd name="connsiteY313" fmla="*/ 292916 h 2962327"/>
                  <a:gd name="connsiteX314" fmla="*/ 640576 w 3028217"/>
                  <a:gd name="connsiteY314" fmla="*/ 298631 h 2962327"/>
                  <a:gd name="connsiteX315" fmla="*/ 603429 w 3028217"/>
                  <a:gd name="connsiteY315" fmla="*/ 291011 h 2962327"/>
                  <a:gd name="connsiteX316" fmla="*/ 715824 w 3028217"/>
                  <a:gd name="connsiteY316" fmla="*/ 211953 h 2962327"/>
                  <a:gd name="connsiteX317" fmla="*/ 727254 w 3028217"/>
                  <a:gd name="connsiteY317" fmla="*/ 215763 h 2962327"/>
                  <a:gd name="connsiteX318" fmla="*/ 761544 w 3028217"/>
                  <a:gd name="connsiteY318" fmla="*/ 194808 h 2962327"/>
                  <a:gd name="connsiteX319" fmla="*/ 873343 w 3028217"/>
                  <a:gd name="connsiteY319" fmla="*/ 184331 h 2962327"/>
                  <a:gd name="connsiteX320" fmla="*/ 891083 w 3028217"/>
                  <a:gd name="connsiteY320" fmla="*/ 191951 h 2962327"/>
                  <a:gd name="connsiteX321" fmla="*/ 888226 w 3028217"/>
                  <a:gd name="connsiteY321" fmla="*/ 217668 h 2962327"/>
                  <a:gd name="connsiteX322" fmla="*/ 879241 w 3028217"/>
                  <a:gd name="connsiteY322" fmla="*/ 234820 h 2962327"/>
                  <a:gd name="connsiteX323" fmla="*/ 895370 w 3028217"/>
                  <a:gd name="connsiteY323" fmla="*/ 235036 h 2962327"/>
                  <a:gd name="connsiteX324" fmla="*/ 899656 w 3028217"/>
                  <a:gd name="connsiteY324" fmla="*/ 266246 h 2962327"/>
                  <a:gd name="connsiteX325" fmla="*/ 892988 w 3028217"/>
                  <a:gd name="connsiteY325" fmla="*/ 303393 h 2962327"/>
                  <a:gd name="connsiteX326" fmla="*/ 905371 w 3028217"/>
                  <a:gd name="connsiteY326" fmla="*/ 303393 h 2962327"/>
                  <a:gd name="connsiteX327" fmla="*/ 915848 w 3028217"/>
                  <a:gd name="connsiteY327" fmla="*/ 337683 h 2962327"/>
                  <a:gd name="connsiteX328" fmla="*/ 946328 w 3028217"/>
                  <a:gd name="connsiteY328" fmla="*/ 324348 h 2962327"/>
                  <a:gd name="connsiteX329" fmla="*/ 973409 w 3028217"/>
                  <a:gd name="connsiteY329" fmla="*/ 303804 h 2962327"/>
                  <a:gd name="connsiteX330" fmla="*/ 975260 w 3028217"/>
                  <a:gd name="connsiteY330" fmla="*/ 292796 h 2962327"/>
                  <a:gd name="connsiteX331" fmla="*/ 965378 w 3028217"/>
                  <a:gd name="connsiteY331" fmla="*/ 281485 h 2962327"/>
                  <a:gd name="connsiteX332" fmla="*/ 962521 w 3028217"/>
                  <a:gd name="connsiteY332" fmla="*/ 233860 h 2962327"/>
                  <a:gd name="connsiteX333" fmla="*/ 1013956 w 3028217"/>
                  <a:gd name="connsiteY333" fmla="*/ 203380 h 2962327"/>
                  <a:gd name="connsiteX334" fmla="*/ 1028243 w 3028217"/>
                  <a:gd name="connsiteY334" fmla="*/ 200165 h 2962327"/>
                  <a:gd name="connsiteX335" fmla="*/ 1042531 w 3028217"/>
                  <a:gd name="connsiteY335" fmla="*/ 206238 h 2962327"/>
                  <a:gd name="connsiteX336" fmla="*/ 1016813 w 3028217"/>
                  <a:gd name="connsiteY336" fmla="*/ 234813 h 2962327"/>
                  <a:gd name="connsiteX337" fmla="*/ 1075868 w 3028217"/>
                  <a:gd name="connsiteY337" fmla="*/ 204333 h 2962327"/>
                  <a:gd name="connsiteX338" fmla="*/ 1095871 w 3028217"/>
                  <a:gd name="connsiteY338" fmla="*/ 204333 h 2962327"/>
                  <a:gd name="connsiteX339" fmla="*/ 1099681 w 3028217"/>
                  <a:gd name="connsiteY339" fmla="*/ 232908 h 2962327"/>
                  <a:gd name="connsiteX340" fmla="*/ 1133971 w 3028217"/>
                  <a:gd name="connsiteY340" fmla="*/ 231003 h 2962327"/>
                  <a:gd name="connsiteX341" fmla="*/ 1151116 w 3028217"/>
                  <a:gd name="connsiteY341" fmla="*/ 238623 h 2962327"/>
                  <a:gd name="connsiteX342" fmla="*/ 1205408 w 3028217"/>
                  <a:gd name="connsiteY342" fmla="*/ 287200 h 2962327"/>
                  <a:gd name="connsiteX343" fmla="*/ 1198741 w 3028217"/>
                  <a:gd name="connsiteY343" fmla="*/ 334825 h 2962327"/>
                  <a:gd name="connsiteX344" fmla="*/ 1248271 w 3028217"/>
                  <a:gd name="connsiteY344" fmla="*/ 377688 h 2962327"/>
                  <a:gd name="connsiteX345" fmla="*/ 1246366 w 3028217"/>
                  <a:gd name="connsiteY345" fmla="*/ 402453 h 2962327"/>
                  <a:gd name="connsiteX346" fmla="*/ 1187311 w 3028217"/>
                  <a:gd name="connsiteY346" fmla="*/ 402453 h 2962327"/>
                  <a:gd name="connsiteX347" fmla="*/ 1171118 w 3028217"/>
                  <a:gd name="connsiteY347" fmla="*/ 396738 h 2962327"/>
                  <a:gd name="connsiteX348" fmla="*/ 1171118 w 3028217"/>
                  <a:gd name="connsiteY348" fmla="*/ 431028 h 2962327"/>
                  <a:gd name="connsiteX349" fmla="*/ 1151116 w 3028217"/>
                  <a:gd name="connsiteY349" fmla="*/ 479605 h 2962327"/>
                  <a:gd name="connsiteX350" fmla="*/ 1136828 w 3028217"/>
                  <a:gd name="connsiteY350" fmla="*/ 476748 h 2962327"/>
                  <a:gd name="connsiteX351" fmla="*/ 1136828 w 3028217"/>
                  <a:gd name="connsiteY351" fmla="*/ 487225 h 2962327"/>
                  <a:gd name="connsiteX352" fmla="*/ 1118731 w 3028217"/>
                  <a:gd name="connsiteY352" fmla="*/ 497703 h 2962327"/>
                  <a:gd name="connsiteX353" fmla="*/ 1066343 w 3028217"/>
                  <a:gd name="connsiteY353" fmla="*/ 455793 h 2962327"/>
                  <a:gd name="connsiteX354" fmla="*/ 1016813 w 3028217"/>
                  <a:gd name="connsiteY354" fmla="*/ 433885 h 2962327"/>
                  <a:gd name="connsiteX355" fmla="*/ 996811 w 3028217"/>
                  <a:gd name="connsiteY355" fmla="*/ 428170 h 2962327"/>
                  <a:gd name="connsiteX356" fmla="*/ 1013003 w 3028217"/>
                  <a:gd name="connsiteY356" fmla="*/ 411978 h 2962327"/>
                  <a:gd name="connsiteX357" fmla="*/ 1109206 w 3028217"/>
                  <a:gd name="connsiteY357" fmla="*/ 369115 h 2962327"/>
                  <a:gd name="connsiteX358" fmla="*/ 1089203 w 3028217"/>
                  <a:gd name="connsiteY358" fmla="*/ 307203 h 2962327"/>
                  <a:gd name="connsiteX359" fmla="*/ 1077773 w 3028217"/>
                  <a:gd name="connsiteY359" fmla="*/ 291010 h 2962327"/>
                  <a:gd name="connsiteX360" fmla="*/ 1016813 w 3028217"/>
                  <a:gd name="connsiteY360" fmla="*/ 292915 h 2962327"/>
                  <a:gd name="connsiteX361" fmla="*/ 1007169 w 3028217"/>
                  <a:gd name="connsiteY361" fmla="*/ 296011 h 2962327"/>
                  <a:gd name="connsiteX362" fmla="*/ 1007866 w 3028217"/>
                  <a:gd name="connsiteY362" fmla="*/ 302667 h 2962327"/>
                  <a:gd name="connsiteX363" fmla="*/ 1009193 w 3028217"/>
                  <a:gd name="connsiteY363" fmla="*/ 303393 h 2962327"/>
                  <a:gd name="connsiteX364" fmla="*/ 962521 w 3028217"/>
                  <a:gd name="connsiteY364" fmla="*/ 370068 h 2962327"/>
                  <a:gd name="connsiteX365" fmla="*/ 905371 w 3028217"/>
                  <a:gd name="connsiteY365" fmla="*/ 371973 h 2962327"/>
                  <a:gd name="connsiteX366" fmla="*/ 868223 w 3028217"/>
                  <a:gd name="connsiteY366" fmla="*/ 410073 h 2962327"/>
                  <a:gd name="connsiteX367" fmla="*/ 836791 w 3028217"/>
                  <a:gd name="connsiteY367" fmla="*/ 426266 h 2962327"/>
                  <a:gd name="connsiteX368" fmla="*/ 816788 w 3028217"/>
                  <a:gd name="connsiteY368" fmla="*/ 424361 h 2962327"/>
                  <a:gd name="connsiteX369" fmla="*/ 677723 w 3028217"/>
                  <a:gd name="connsiteY369" fmla="*/ 507228 h 2962327"/>
                  <a:gd name="connsiteX370" fmla="*/ 668198 w 3028217"/>
                  <a:gd name="connsiteY370" fmla="*/ 553901 h 2962327"/>
                  <a:gd name="connsiteX371" fmla="*/ 662483 w 3028217"/>
                  <a:gd name="connsiteY371" fmla="*/ 586286 h 2962327"/>
                  <a:gd name="connsiteX372" fmla="*/ 716776 w 3028217"/>
                  <a:gd name="connsiteY372" fmla="*/ 612956 h 2962327"/>
                  <a:gd name="connsiteX373" fmla="*/ 771068 w 3028217"/>
                  <a:gd name="connsiteY373" fmla="*/ 645341 h 2962327"/>
                  <a:gd name="connsiteX374" fmla="*/ 782498 w 3028217"/>
                  <a:gd name="connsiteY374" fmla="*/ 667248 h 2962327"/>
                  <a:gd name="connsiteX375" fmla="*/ 772973 w 3028217"/>
                  <a:gd name="connsiteY375" fmla="*/ 726303 h 2962327"/>
                  <a:gd name="connsiteX376" fmla="*/ 805358 w 3028217"/>
                  <a:gd name="connsiteY376" fmla="*/ 736781 h 2962327"/>
                  <a:gd name="connsiteX377" fmla="*/ 828218 w 3028217"/>
                  <a:gd name="connsiteY377" fmla="*/ 689156 h 2962327"/>
                  <a:gd name="connsiteX378" fmla="*/ 858698 w 3028217"/>
                  <a:gd name="connsiteY378" fmla="*/ 652961 h 2962327"/>
                  <a:gd name="connsiteX379" fmla="*/ 901561 w 3028217"/>
                  <a:gd name="connsiteY379" fmla="*/ 573903 h 2962327"/>
                  <a:gd name="connsiteX380" fmla="*/ 904418 w 3028217"/>
                  <a:gd name="connsiteY380" fmla="*/ 561521 h 2962327"/>
                  <a:gd name="connsiteX381" fmla="*/ 953948 w 3028217"/>
                  <a:gd name="connsiteY381" fmla="*/ 491988 h 2962327"/>
                  <a:gd name="connsiteX382" fmla="*/ 968236 w 3028217"/>
                  <a:gd name="connsiteY382" fmla="*/ 478653 h 2962327"/>
                  <a:gd name="connsiteX383" fmla="*/ 1049198 w 3028217"/>
                  <a:gd name="connsiteY383" fmla="*/ 512943 h 2962327"/>
                  <a:gd name="connsiteX384" fmla="*/ 1063486 w 3028217"/>
                  <a:gd name="connsiteY384" fmla="*/ 539613 h 2962327"/>
                  <a:gd name="connsiteX385" fmla="*/ 1067296 w 3028217"/>
                  <a:gd name="connsiteY385" fmla="*/ 583428 h 2962327"/>
                  <a:gd name="connsiteX386" fmla="*/ 1112063 w 3028217"/>
                  <a:gd name="connsiteY386" fmla="*/ 568188 h 2962327"/>
                  <a:gd name="connsiteX387" fmla="*/ 1146353 w 3028217"/>
                  <a:gd name="connsiteY387" fmla="*/ 580571 h 2962327"/>
                  <a:gd name="connsiteX388" fmla="*/ 1151116 w 3028217"/>
                  <a:gd name="connsiteY388" fmla="*/ 616766 h 2962327"/>
                  <a:gd name="connsiteX389" fmla="*/ 1193026 w 3028217"/>
                  <a:gd name="connsiteY389" fmla="*/ 684393 h 2962327"/>
                  <a:gd name="connsiteX390" fmla="*/ 1182905 w 3028217"/>
                  <a:gd name="connsiteY390" fmla="*/ 697847 h 2962327"/>
                  <a:gd name="connsiteX391" fmla="*/ 1179024 w 3028217"/>
                  <a:gd name="connsiteY391" fmla="*/ 699159 h 2962327"/>
                  <a:gd name="connsiteX392" fmla="*/ 1177845 w 3028217"/>
                  <a:gd name="connsiteY392" fmla="*/ 699023 h 2962327"/>
                  <a:gd name="connsiteX393" fmla="*/ 1166356 w 3028217"/>
                  <a:gd name="connsiteY393" fmla="*/ 703443 h 2962327"/>
                  <a:gd name="connsiteX394" fmla="*/ 1179024 w 3028217"/>
                  <a:gd name="connsiteY394" fmla="*/ 699159 h 2962327"/>
                  <a:gd name="connsiteX395" fmla="*/ 1188263 w 3028217"/>
                  <a:gd name="connsiteY395" fmla="*/ 700229 h 2962327"/>
                  <a:gd name="connsiteX396" fmla="*/ 1207313 w 3028217"/>
                  <a:gd name="connsiteY396" fmla="*/ 712016 h 2962327"/>
                  <a:gd name="connsiteX397" fmla="*/ 1205051 w 3028217"/>
                  <a:gd name="connsiteY397" fmla="*/ 754402 h 2962327"/>
                  <a:gd name="connsiteX398" fmla="*/ 1180854 w 3028217"/>
                  <a:gd name="connsiteY398" fmla="*/ 787924 h 2962327"/>
                  <a:gd name="connsiteX399" fmla="*/ 1187073 w 3028217"/>
                  <a:gd name="connsiteY399" fmla="*/ 807504 h 2962327"/>
                  <a:gd name="connsiteX400" fmla="*/ 1206361 w 3028217"/>
                  <a:gd name="connsiteY400" fmla="*/ 814886 h 2962327"/>
                  <a:gd name="connsiteX401" fmla="*/ 1213981 w 3028217"/>
                  <a:gd name="connsiteY401" fmla="*/ 828221 h 2962327"/>
                  <a:gd name="connsiteX402" fmla="*/ 1172071 w 3028217"/>
                  <a:gd name="connsiteY402" fmla="*/ 862511 h 2962327"/>
                  <a:gd name="connsiteX403" fmla="*/ 1115874 w 3028217"/>
                  <a:gd name="connsiteY403" fmla="*/ 854891 h 2962327"/>
                  <a:gd name="connsiteX404" fmla="*/ 1148259 w 3028217"/>
                  <a:gd name="connsiteY404" fmla="*/ 807266 h 2962327"/>
                  <a:gd name="connsiteX405" fmla="*/ 1173024 w 3028217"/>
                  <a:gd name="connsiteY405" fmla="*/ 780596 h 2962327"/>
                  <a:gd name="connsiteX406" fmla="*/ 1173125 w 3028217"/>
                  <a:gd name="connsiteY406" fmla="*/ 780684 h 2962327"/>
                  <a:gd name="connsiteX407" fmla="*/ 1174333 w 3028217"/>
                  <a:gd name="connsiteY407" fmla="*/ 770475 h 2962327"/>
                  <a:gd name="connsiteX408" fmla="*/ 1163498 w 3028217"/>
                  <a:gd name="connsiteY408" fmla="*/ 767261 h 2962327"/>
                  <a:gd name="connsiteX409" fmla="*/ 1124446 w 3028217"/>
                  <a:gd name="connsiteY409" fmla="*/ 787263 h 2962327"/>
                  <a:gd name="connsiteX410" fmla="*/ 1043483 w 3028217"/>
                  <a:gd name="connsiteY410" fmla="*/ 789168 h 2962327"/>
                  <a:gd name="connsiteX411" fmla="*/ 993953 w 3028217"/>
                  <a:gd name="connsiteY411" fmla="*/ 794883 h 2962327"/>
                  <a:gd name="connsiteX412" fmla="*/ 959663 w 3028217"/>
                  <a:gd name="connsiteY412" fmla="*/ 814886 h 2962327"/>
                  <a:gd name="connsiteX413" fmla="*/ 929183 w 3028217"/>
                  <a:gd name="connsiteY413" fmla="*/ 839651 h 2962327"/>
                  <a:gd name="connsiteX414" fmla="*/ 925100 w 3028217"/>
                  <a:gd name="connsiteY414" fmla="*/ 843462 h 2962327"/>
                  <a:gd name="connsiteX415" fmla="*/ 915848 w 3028217"/>
                  <a:gd name="connsiteY415" fmla="*/ 851081 h 2962327"/>
                  <a:gd name="connsiteX416" fmla="*/ 912991 w 3028217"/>
                  <a:gd name="connsiteY416" fmla="*/ 851081 h 2962327"/>
                  <a:gd name="connsiteX417" fmla="*/ 914896 w 3028217"/>
                  <a:gd name="connsiteY417" fmla="*/ 852986 h 2962327"/>
                  <a:gd name="connsiteX418" fmla="*/ 925100 w 3028217"/>
                  <a:gd name="connsiteY418" fmla="*/ 843462 h 2962327"/>
                  <a:gd name="connsiteX419" fmla="*/ 932041 w 3028217"/>
                  <a:gd name="connsiteY419" fmla="*/ 837746 h 2962327"/>
                  <a:gd name="connsiteX420" fmla="*/ 972998 w 3028217"/>
                  <a:gd name="connsiteY420" fmla="*/ 820601 h 2962327"/>
                  <a:gd name="connsiteX421" fmla="*/ 992048 w 3028217"/>
                  <a:gd name="connsiteY421" fmla="*/ 814886 h 2962327"/>
                  <a:gd name="connsiteX422" fmla="*/ 1023481 w 3028217"/>
                  <a:gd name="connsiteY422" fmla="*/ 819648 h 2962327"/>
                  <a:gd name="connsiteX423" fmla="*/ 1005383 w 3028217"/>
                  <a:gd name="connsiteY423" fmla="*/ 842508 h 2962327"/>
                  <a:gd name="connsiteX424" fmla="*/ 1006336 w 3028217"/>
                  <a:gd name="connsiteY424" fmla="*/ 854891 h 2962327"/>
                  <a:gd name="connsiteX425" fmla="*/ 1005383 w 3028217"/>
                  <a:gd name="connsiteY425" fmla="*/ 889181 h 2962327"/>
                  <a:gd name="connsiteX426" fmla="*/ 984428 w 3028217"/>
                  <a:gd name="connsiteY426" fmla="*/ 910136 h 2962327"/>
                  <a:gd name="connsiteX427" fmla="*/ 952043 w 3028217"/>
                  <a:gd name="connsiteY427" fmla="*/ 916803 h 2962327"/>
                  <a:gd name="connsiteX428" fmla="*/ 899656 w 3028217"/>
                  <a:gd name="connsiteY428" fmla="*/ 938711 h 2962327"/>
                  <a:gd name="connsiteX429" fmla="*/ 855841 w 3028217"/>
                  <a:gd name="connsiteY429" fmla="*/ 985383 h 2962327"/>
                  <a:gd name="connsiteX430" fmla="*/ 831076 w 3028217"/>
                  <a:gd name="connsiteY430" fmla="*/ 1003481 h 2962327"/>
                  <a:gd name="connsiteX431" fmla="*/ 738683 w 3028217"/>
                  <a:gd name="connsiteY431" fmla="*/ 1081586 h 2962327"/>
                  <a:gd name="connsiteX432" fmla="*/ 711061 w 3028217"/>
                  <a:gd name="connsiteY432" fmla="*/ 1115876 h 2962327"/>
                  <a:gd name="connsiteX433" fmla="*/ 666293 w 3028217"/>
                  <a:gd name="connsiteY433" fmla="*/ 1175883 h 2962327"/>
                  <a:gd name="connsiteX434" fmla="*/ 585331 w 3028217"/>
                  <a:gd name="connsiteY434" fmla="*/ 1230176 h 2962327"/>
                  <a:gd name="connsiteX435" fmla="*/ 559613 w 3028217"/>
                  <a:gd name="connsiteY435" fmla="*/ 1297803 h 2962327"/>
                  <a:gd name="connsiteX436" fmla="*/ 557708 w 3028217"/>
                  <a:gd name="connsiteY436" fmla="*/ 1386386 h 2962327"/>
                  <a:gd name="connsiteX437" fmla="*/ 542468 w 3028217"/>
                  <a:gd name="connsiteY437" fmla="*/ 1407341 h 2962327"/>
                  <a:gd name="connsiteX438" fmla="*/ 528181 w 3028217"/>
                  <a:gd name="connsiteY438" fmla="*/ 1387338 h 2962327"/>
                  <a:gd name="connsiteX439" fmla="*/ 519608 w 3028217"/>
                  <a:gd name="connsiteY439" fmla="*/ 1320663 h 2962327"/>
                  <a:gd name="connsiteX440" fmla="*/ 488176 w 3028217"/>
                  <a:gd name="connsiteY440" fmla="*/ 1283516 h 2962327"/>
                  <a:gd name="connsiteX441" fmla="*/ 429121 w 3028217"/>
                  <a:gd name="connsiteY441" fmla="*/ 1267323 h 2962327"/>
                  <a:gd name="connsiteX442" fmla="*/ 409118 w 3028217"/>
                  <a:gd name="connsiteY442" fmla="*/ 1268276 h 2962327"/>
                  <a:gd name="connsiteX443" fmla="*/ 336728 w 3028217"/>
                  <a:gd name="connsiteY443" fmla="*/ 1284468 h 2962327"/>
                  <a:gd name="connsiteX444" fmla="*/ 215761 w 3028217"/>
                  <a:gd name="connsiteY444" fmla="*/ 1373051 h 2962327"/>
                  <a:gd name="connsiteX445" fmla="*/ 189091 w 3028217"/>
                  <a:gd name="connsiteY445" fmla="*/ 1441631 h 2962327"/>
                  <a:gd name="connsiteX446" fmla="*/ 196711 w 3028217"/>
                  <a:gd name="connsiteY446" fmla="*/ 1544501 h 2962327"/>
                  <a:gd name="connsiteX447" fmla="*/ 244336 w 3028217"/>
                  <a:gd name="connsiteY447" fmla="*/ 1573076 h 2962327"/>
                  <a:gd name="connsiteX448" fmla="*/ 320536 w 3028217"/>
                  <a:gd name="connsiteY448" fmla="*/ 1514973 h 2962327"/>
                  <a:gd name="connsiteX449" fmla="*/ 387211 w 3028217"/>
                  <a:gd name="connsiteY449" fmla="*/ 1494971 h 2962327"/>
                  <a:gd name="connsiteX450" fmla="*/ 389116 w 3028217"/>
                  <a:gd name="connsiteY450" fmla="*/ 1515926 h 2962327"/>
                  <a:gd name="connsiteX451" fmla="*/ 340538 w 3028217"/>
                  <a:gd name="connsiteY451" fmla="*/ 1624511 h 2962327"/>
                  <a:gd name="connsiteX452" fmla="*/ 354826 w 3028217"/>
                  <a:gd name="connsiteY452" fmla="*/ 1644513 h 2962327"/>
                  <a:gd name="connsiteX453" fmla="*/ 410071 w 3028217"/>
                  <a:gd name="connsiteY453" fmla="*/ 1645466 h 2962327"/>
                  <a:gd name="connsiteX454" fmla="*/ 439598 w 3028217"/>
                  <a:gd name="connsiteY454" fmla="*/ 1687376 h 2962327"/>
                  <a:gd name="connsiteX455" fmla="*/ 426263 w 3028217"/>
                  <a:gd name="connsiteY455" fmla="*/ 1743573 h 2962327"/>
                  <a:gd name="connsiteX456" fmla="*/ 450076 w 3028217"/>
                  <a:gd name="connsiteY456" fmla="*/ 1813106 h 2962327"/>
                  <a:gd name="connsiteX457" fmla="*/ 499606 w 3028217"/>
                  <a:gd name="connsiteY457" fmla="*/ 1812153 h 2962327"/>
                  <a:gd name="connsiteX458" fmla="*/ 536753 w 3028217"/>
                  <a:gd name="connsiteY458" fmla="*/ 1818821 h 2962327"/>
                  <a:gd name="connsiteX459" fmla="*/ 577711 w 3028217"/>
                  <a:gd name="connsiteY459" fmla="*/ 1813106 h 2962327"/>
                  <a:gd name="connsiteX460" fmla="*/ 661531 w 3028217"/>
                  <a:gd name="connsiteY460" fmla="*/ 1754051 h 2962327"/>
                  <a:gd name="connsiteX461" fmla="*/ 672008 w 3028217"/>
                  <a:gd name="connsiteY461" fmla="*/ 1763576 h 2962327"/>
                  <a:gd name="connsiteX462" fmla="*/ 695821 w 3028217"/>
                  <a:gd name="connsiteY462" fmla="*/ 1768338 h 2962327"/>
                  <a:gd name="connsiteX463" fmla="*/ 741541 w 3028217"/>
                  <a:gd name="connsiteY463" fmla="*/ 1772148 h 2962327"/>
                  <a:gd name="connsiteX464" fmla="*/ 832028 w 3028217"/>
                  <a:gd name="connsiteY464" fmla="*/ 1788341 h 2962327"/>
                  <a:gd name="connsiteX465" fmla="*/ 865366 w 3028217"/>
                  <a:gd name="connsiteY465" fmla="*/ 1796913 h 2962327"/>
                  <a:gd name="connsiteX466" fmla="*/ 910133 w 3028217"/>
                  <a:gd name="connsiteY466" fmla="*/ 1838823 h 2962327"/>
                  <a:gd name="connsiteX467" fmla="*/ 1047293 w 3028217"/>
                  <a:gd name="connsiteY467" fmla="*/ 1918833 h 2962327"/>
                  <a:gd name="connsiteX468" fmla="*/ 1116826 w 3028217"/>
                  <a:gd name="connsiteY468" fmla="*/ 2036943 h 2962327"/>
                  <a:gd name="connsiteX469" fmla="*/ 1106348 w 3028217"/>
                  <a:gd name="connsiteY469" fmla="*/ 2056946 h 2962327"/>
                  <a:gd name="connsiteX470" fmla="*/ 1104443 w 3028217"/>
                  <a:gd name="connsiteY470" fmla="*/ 2099808 h 2962327"/>
                  <a:gd name="connsiteX471" fmla="*/ 1124446 w 3028217"/>
                  <a:gd name="connsiteY471" fmla="*/ 2102666 h 2962327"/>
                  <a:gd name="connsiteX472" fmla="*/ 1193026 w 3028217"/>
                  <a:gd name="connsiteY472" fmla="*/ 2077901 h 2962327"/>
                  <a:gd name="connsiteX473" fmla="*/ 1280656 w 3028217"/>
                  <a:gd name="connsiteY473" fmla="*/ 2123621 h 2962327"/>
                  <a:gd name="connsiteX474" fmla="*/ 1387336 w 3028217"/>
                  <a:gd name="connsiteY474" fmla="*/ 2172198 h 2962327"/>
                  <a:gd name="connsiteX475" fmla="*/ 1434008 w 3028217"/>
                  <a:gd name="connsiteY475" fmla="*/ 2199821 h 2962327"/>
                  <a:gd name="connsiteX476" fmla="*/ 1430198 w 3028217"/>
                  <a:gd name="connsiteY476" fmla="*/ 2282688 h 2962327"/>
                  <a:gd name="connsiteX477" fmla="*/ 1370191 w 3028217"/>
                  <a:gd name="connsiteY477" fmla="*/ 2373176 h 2962327"/>
                  <a:gd name="connsiteX478" fmla="*/ 1358761 w 3028217"/>
                  <a:gd name="connsiteY478" fmla="*/ 2423658 h 2962327"/>
                  <a:gd name="connsiteX479" fmla="*/ 1327328 w 3028217"/>
                  <a:gd name="connsiteY479" fmla="*/ 2600823 h 2962327"/>
                  <a:gd name="connsiteX480" fmla="*/ 1293991 w 3028217"/>
                  <a:gd name="connsiteY480" fmla="*/ 2626541 h 2962327"/>
                  <a:gd name="connsiteX481" fmla="*/ 1218743 w 3028217"/>
                  <a:gd name="connsiteY481" fmla="*/ 2661783 h 2962327"/>
                  <a:gd name="connsiteX482" fmla="*/ 1193026 w 3028217"/>
                  <a:gd name="connsiteY482" fmla="*/ 2710361 h 2962327"/>
                  <a:gd name="connsiteX483" fmla="*/ 1164451 w 3028217"/>
                  <a:gd name="connsiteY483" fmla="*/ 2832281 h 2962327"/>
                  <a:gd name="connsiteX484" fmla="*/ 1122541 w 3028217"/>
                  <a:gd name="connsiteY484" fmla="*/ 2910386 h 2962327"/>
                  <a:gd name="connsiteX485" fmla="*/ 1095871 w 3028217"/>
                  <a:gd name="connsiteY485" fmla="*/ 2929436 h 2962327"/>
                  <a:gd name="connsiteX486" fmla="*/ 1061581 w 3028217"/>
                  <a:gd name="connsiteY486" fmla="*/ 2922768 h 2962327"/>
                  <a:gd name="connsiteX487" fmla="*/ 1047293 w 3028217"/>
                  <a:gd name="connsiteY487" fmla="*/ 2929436 h 2962327"/>
                  <a:gd name="connsiteX488" fmla="*/ 1061581 w 3028217"/>
                  <a:gd name="connsiteY488" fmla="*/ 2956106 h 2962327"/>
                  <a:gd name="connsiteX489" fmla="*/ 1040626 w 3028217"/>
                  <a:gd name="connsiteY489" fmla="*/ 2959916 h 2962327"/>
                  <a:gd name="connsiteX490" fmla="*/ 783451 w 3028217"/>
                  <a:gd name="connsiteY490" fmla="*/ 2850378 h 2962327"/>
                  <a:gd name="connsiteX491" fmla="*/ 752971 w 3028217"/>
                  <a:gd name="connsiteY491" fmla="*/ 2805611 h 2962327"/>
                  <a:gd name="connsiteX492" fmla="*/ 737731 w 3028217"/>
                  <a:gd name="connsiteY492" fmla="*/ 2765606 h 2962327"/>
                  <a:gd name="connsiteX493" fmla="*/ 721538 w 3028217"/>
                  <a:gd name="connsiteY493" fmla="*/ 2564628 h 2962327"/>
                  <a:gd name="connsiteX494" fmla="*/ 670103 w 3028217"/>
                  <a:gd name="connsiteY494" fmla="*/ 2492238 h 2962327"/>
                  <a:gd name="connsiteX495" fmla="*/ 539611 w 3028217"/>
                  <a:gd name="connsiteY495" fmla="*/ 2337933 h 2962327"/>
                  <a:gd name="connsiteX496" fmla="*/ 473888 w 3028217"/>
                  <a:gd name="connsiteY496" fmla="*/ 2221728 h 2962327"/>
                  <a:gd name="connsiteX497" fmla="*/ 468173 w 3028217"/>
                  <a:gd name="connsiteY497" fmla="*/ 2148386 h 2962327"/>
                  <a:gd name="connsiteX498" fmla="*/ 471983 w 3028217"/>
                  <a:gd name="connsiteY498" fmla="*/ 2122668 h 2962327"/>
                  <a:gd name="connsiteX499" fmla="*/ 493891 w 3028217"/>
                  <a:gd name="connsiteY499" fmla="*/ 2021703 h 2962327"/>
                  <a:gd name="connsiteX500" fmla="*/ 538658 w 3028217"/>
                  <a:gd name="connsiteY500" fmla="*/ 1907403 h 2962327"/>
                  <a:gd name="connsiteX501" fmla="*/ 524371 w 3028217"/>
                  <a:gd name="connsiteY501" fmla="*/ 1854063 h 2962327"/>
                  <a:gd name="connsiteX502" fmla="*/ 499606 w 3028217"/>
                  <a:gd name="connsiteY502" fmla="*/ 1853111 h 2962327"/>
                  <a:gd name="connsiteX503" fmla="*/ 459601 w 3028217"/>
                  <a:gd name="connsiteY503" fmla="*/ 1860731 h 2962327"/>
                  <a:gd name="connsiteX504" fmla="*/ 408166 w 3028217"/>
                  <a:gd name="connsiteY504" fmla="*/ 1827393 h 2962327"/>
                  <a:gd name="connsiteX505" fmla="*/ 354826 w 3028217"/>
                  <a:gd name="connsiteY505" fmla="*/ 1742621 h 2962327"/>
                  <a:gd name="connsiteX506" fmla="*/ 322441 w 3028217"/>
                  <a:gd name="connsiteY506" fmla="*/ 1715951 h 2962327"/>
                  <a:gd name="connsiteX507" fmla="*/ 234811 w 3028217"/>
                  <a:gd name="connsiteY507" fmla="*/ 1658801 h 2962327"/>
                  <a:gd name="connsiteX508" fmla="*/ 206236 w 3028217"/>
                  <a:gd name="connsiteY508" fmla="*/ 1644513 h 2962327"/>
                  <a:gd name="connsiteX509" fmla="*/ 116701 w 3028217"/>
                  <a:gd name="connsiteY509" fmla="*/ 1622606 h 2962327"/>
                  <a:gd name="connsiteX510" fmla="*/ 28118 w 3028217"/>
                  <a:gd name="connsiteY510" fmla="*/ 1557836 h 2962327"/>
                  <a:gd name="connsiteX511" fmla="*/ 12878 w 3028217"/>
                  <a:gd name="connsiteY511" fmla="*/ 1499733 h 2962327"/>
                  <a:gd name="connsiteX512" fmla="*/ 10021 w 3028217"/>
                  <a:gd name="connsiteY512" fmla="*/ 1446393 h 2962327"/>
                  <a:gd name="connsiteX513" fmla="*/ 5258 w 3028217"/>
                  <a:gd name="connsiteY513" fmla="*/ 1410198 h 2962327"/>
                  <a:gd name="connsiteX514" fmla="*/ 45263 w 3028217"/>
                  <a:gd name="connsiteY514" fmla="*/ 1105398 h 2962327"/>
                  <a:gd name="connsiteX515" fmla="*/ 304343 w 3028217"/>
                  <a:gd name="connsiteY515" fmla="*/ 581523 h 2962327"/>
                  <a:gd name="connsiteX516" fmla="*/ 548183 w 3028217"/>
                  <a:gd name="connsiteY516" fmla="*/ 329111 h 2962327"/>
                  <a:gd name="connsiteX517" fmla="*/ 617716 w 3028217"/>
                  <a:gd name="connsiteY517" fmla="*/ 317681 h 2962327"/>
                  <a:gd name="connsiteX518" fmla="*/ 631051 w 3028217"/>
                  <a:gd name="connsiteY518" fmla="*/ 309108 h 2962327"/>
                  <a:gd name="connsiteX519" fmla="*/ 692011 w 3028217"/>
                  <a:gd name="connsiteY519" fmla="*/ 299583 h 2962327"/>
                  <a:gd name="connsiteX520" fmla="*/ 756781 w 3028217"/>
                  <a:gd name="connsiteY520" fmla="*/ 316728 h 2962327"/>
                  <a:gd name="connsiteX521" fmla="*/ 780593 w 3028217"/>
                  <a:gd name="connsiteY521" fmla="*/ 315776 h 2962327"/>
                  <a:gd name="connsiteX522" fmla="*/ 797738 w 3028217"/>
                  <a:gd name="connsiteY522" fmla="*/ 314823 h 2962327"/>
                  <a:gd name="connsiteX523" fmla="*/ 831076 w 3028217"/>
                  <a:gd name="connsiteY523" fmla="*/ 316728 h 2962327"/>
                  <a:gd name="connsiteX524" fmla="*/ 841553 w 3028217"/>
                  <a:gd name="connsiteY524" fmla="*/ 277676 h 2962327"/>
                  <a:gd name="connsiteX525" fmla="*/ 852031 w 3028217"/>
                  <a:gd name="connsiteY525" fmla="*/ 259578 h 2962327"/>
                  <a:gd name="connsiteX526" fmla="*/ 867152 w 3028217"/>
                  <a:gd name="connsiteY526" fmla="*/ 248624 h 2962327"/>
                  <a:gd name="connsiteX527" fmla="*/ 876026 w 3028217"/>
                  <a:gd name="connsiteY527" fmla="*/ 238011 h 2962327"/>
                  <a:gd name="connsiteX528" fmla="*/ 858921 w 3028217"/>
                  <a:gd name="connsiteY528" fmla="*/ 241392 h 2962327"/>
                  <a:gd name="connsiteX529" fmla="*/ 821551 w 3028217"/>
                  <a:gd name="connsiteY529" fmla="*/ 210048 h 2962327"/>
                  <a:gd name="connsiteX530" fmla="*/ 857746 w 3028217"/>
                  <a:gd name="connsiteY530" fmla="*/ 190998 h 2962327"/>
                  <a:gd name="connsiteX531" fmla="*/ 873343 w 3028217"/>
                  <a:gd name="connsiteY531" fmla="*/ 184331 h 2962327"/>
                  <a:gd name="connsiteX532" fmla="*/ 798215 w 3028217"/>
                  <a:gd name="connsiteY532" fmla="*/ 181949 h 2962327"/>
                  <a:gd name="connsiteX533" fmla="*/ 805359 w 3028217"/>
                  <a:gd name="connsiteY533" fmla="*/ 187188 h 2962327"/>
                  <a:gd name="connsiteX534" fmla="*/ 795834 w 3028217"/>
                  <a:gd name="connsiteY534" fmla="*/ 196713 h 2962327"/>
                  <a:gd name="connsiteX535" fmla="*/ 788214 w 3028217"/>
                  <a:gd name="connsiteY535" fmla="*/ 182426 h 2962327"/>
                  <a:gd name="connsiteX536" fmla="*/ 798215 w 3028217"/>
                  <a:gd name="connsiteY536" fmla="*/ 181949 h 2962327"/>
                  <a:gd name="connsiteX537" fmla="*/ 938708 w 3028217"/>
                  <a:gd name="connsiteY537" fmla="*/ 121466 h 2962327"/>
                  <a:gd name="connsiteX538" fmla="*/ 952043 w 3028217"/>
                  <a:gd name="connsiteY538" fmla="*/ 141468 h 2962327"/>
                  <a:gd name="connsiteX539" fmla="*/ 951037 w 3028217"/>
                  <a:gd name="connsiteY539" fmla="*/ 142501 h 2962327"/>
                  <a:gd name="connsiteX540" fmla="*/ 953949 w 3028217"/>
                  <a:gd name="connsiteY540" fmla="*/ 140516 h 2962327"/>
                  <a:gd name="connsiteX541" fmla="*/ 952996 w 3028217"/>
                  <a:gd name="connsiteY541" fmla="*/ 148136 h 2962327"/>
                  <a:gd name="connsiteX542" fmla="*/ 952996 w 3028217"/>
                  <a:gd name="connsiteY542" fmla="*/ 169091 h 2962327"/>
                  <a:gd name="connsiteX543" fmla="*/ 944424 w 3028217"/>
                  <a:gd name="connsiteY543" fmla="*/ 159804 h 2962327"/>
                  <a:gd name="connsiteX544" fmla="*/ 933131 w 3028217"/>
                  <a:gd name="connsiteY544" fmla="*/ 154863 h 2962327"/>
                  <a:gd name="connsiteX545" fmla="*/ 931088 w 3028217"/>
                  <a:gd name="connsiteY545" fmla="*/ 155756 h 2962327"/>
                  <a:gd name="connsiteX546" fmla="*/ 930136 w 3028217"/>
                  <a:gd name="connsiteY546" fmla="*/ 155756 h 2962327"/>
                  <a:gd name="connsiteX547" fmla="*/ 918706 w 3028217"/>
                  <a:gd name="connsiteY547" fmla="*/ 144326 h 2962327"/>
                  <a:gd name="connsiteX548" fmla="*/ 931088 w 3028217"/>
                  <a:gd name="connsiteY548" fmla="*/ 122418 h 2962327"/>
                  <a:gd name="connsiteX549" fmla="*/ 938708 w 3028217"/>
                  <a:gd name="connsiteY549" fmla="*/ 121466 h 2962327"/>
                  <a:gd name="connsiteX550" fmla="*/ 925373 w 3028217"/>
                  <a:gd name="connsiteY550" fmla="*/ 107178 h 2962327"/>
                  <a:gd name="connsiteX551" fmla="*/ 938708 w 3028217"/>
                  <a:gd name="connsiteY551" fmla="*/ 121465 h 2962327"/>
                  <a:gd name="connsiteX552" fmla="*/ 935851 w 3028217"/>
                  <a:gd name="connsiteY552" fmla="*/ 121465 h 2962327"/>
                  <a:gd name="connsiteX553" fmla="*/ 932993 w 3028217"/>
                  <a:gd name="connsiteY553" fmla="*/ 121465 h 2962327"/>
                  <a:gd name="connsiteX554" fmla="*/ 901561 w 3028217"/>
                  <a:gd name="connsiteY554" fmla="*/ 123370 h 2962327"/>
                  <a:gd name="connsiteX555" fmla="*/ 925373 w 3028217"/>
                  <a:gd name="connsiteY555" fmla="*/ 107178 h 2962327"/>
                  <a:gd name="connsiteX556" fmla="*/ 1021576 w 3028217"/>
                  <a:gd name="connsiteY556" fmla="*/ 71936 h 2962327"/>
                  <a:gd name="connsiteX557" fmla="*/ 1031101 w 3028217"/>
                  <a:gd name="connsiteY557" fmla="*/ 97653 h 2962327"/>
                  <a:gd name="connsiteX558" fmla="*/ 1000621 w 3028217"/>
                  <a:gd name="connsiteY558" fmla="*/ 92891 h 2962327"/>
                  <a:gd name="connsiteX559" fmla="*/ 1007288 w 3028217"/>
                  <a:gd name="connsiteY559" fmla="*/ 79556 h 2962327"/>
                  <a:gd name="connsiteX560" fmla="*/ 1021576 w 3028217"/>
                  <a:gd name="connsiteY560" fmla="*/ 71936 h 2962327"/>
                  <a:gd name="connsiteX561" fmla="*/ 1113849 w 3028217"/>
                  <a:gd name="connsiteY561" fmla="*/ 40265 h 2962327"/>
                  <a:gd name="connsiteX562" fmla="*/ 1159689 w 3028217"/>
                  <a:gd name="connsiteY562" fmla="*/ 51933 h 2962327"/>
                  <a:gd name="connsiteX563" fmla="*/ 1151116 w 3028217"/>
                  <a:gd name="connsiteY563" fmla="*/ 84318 h 2962327"/>
                  <a:gd name="connsiteX564" fmla="*/ 1111111 w 3028217"/>
                  <a:gd name="connsiteY564" fmla="*/ 92891 h 2962327"/>
                  <a:gd name="connsiteX565" fmla="*/ 1070153 w 3028217"/>
                  <a:gd name="connsiteY565" fmla="*/ 58601 h 2962327"/>
                  <a:gd name="connsiteX566" fmla="*/ 1113849 w 3028217"/>
                  <a:gd name="connsiteY566" fmla="*/ 40265 h 2962327"/>
                  <a:gd name="connsiteX567" fmla="*/ 1400760 w 3028217"/>
                  <a:gd name="connsiteY567" fmla="*/ 96 h 2962327"/>
                  <a:gd name="connsiteX568" fmla="*/ 1476871 w 3028217"/>
                  <a:gd name="connsiteY568" fmla="*/ 5260 h 2962327"/>
                  <a:gd name="connsiteX569" fmla="*/ 1611174 w 3028217"/>
                  <a:gd name="connsiteY569" fmla="*/ 9070 h 2962327"/>
                  <a:gd name="connsiteX570" fmla="*/ 1619746 w 3028217"/>
                  <a:gd name="connsiteY570" fmla="*/ 17643 h 2962327"/>
                  <a:gd name="connsiteX571" fmla="*/ 1646416 w 3028217"/>
                  <a:gd name="connsiteY571" fmla="*/ 28120 h 2962327"/>
                  <a:gd name="connsiteX572" fmla="*/ 1667371 w 3028217"/>
                  <a:gd name="connsiteY572" fmla="*/ 31930 h 2962327"/>
                  <a:gd name="connsiteX573" fmla="*/ 1742261 w 3028217"/>
                  <a:gd name="connsiteY573" fmla="*/ 11690 h 2962327"/>
                  <a:gd name="connsiteX574" fmla="*/ 1820723 w 3028217"/>
                  <a:gd name="connsiteY574" fmla="*/ 30025 h 2962327"/>
                  <a:gd name="connsiteX575" fmla="*/ 1901686 w 3028217"/>
                  <a:gd name="connsiteY575" fmla="*/ 45265 h 2962327"/>
                  <a:gd name="connsiteX576" fmla="*/ 1894066 w 3028217"/>
                  <a:gd name="connsiteY576" fmla="*/ 69078 h 2962327"/>
                  <a:gd name="connsiteX577" fmla="*/ 1955978 w 3028217"/>
                  <a:gd name="connsiteY577" fmla="*/ 55743 h 2962327"/>
                  <a:gd name="connsiteX578" fmla="*/ 1954073 w 3028217"/>
                  <a:gd name="connsiteY578" fmla="*/ 71935 h 2962327"/>
                  <a:gd name="connsiteX579" fmla="*/ 1935976 w 3028217"/>
                  <a:gd name="connsiteY579" fmla="*/ 103368 h 2962327"/>
                  <a:gd name="connsiteX580" fmla="*/ 1949311 w 3028217"/>
                  <a:gd name="connsiteY580" fmla="*/ 161470 h 2962327"/>
                  <a:gd name="connsiteX581" fmla="*/ 1894066 w 3028217"/>
                  <a:gd name="connsiteY581" fmla="*/ 171948 h 2962327"/>
                  <a:gd name="connsiteX582" fmla="*/ 1913116 w 3028217"/>
                  <a:gd name="connsiteY582" fmla="*/ 183378 h 2962327"/>
                  <a:gd name="connsiteX583" fmla="*/ 1907401 w 3028217"/>
                  <a:gd name="connsiteY583" fmla="*/ 196713 h 2962327"/>
                  <a:gd name="connsiteX584" fmla="*/ 1873111 w 3028217"/>
                  <a:gd name="connsiteY584" fmla="*/ 245290 h 2962327"/>
                  <a:gd name="connsiteX585" fmla="*/ 1866443 w 3028217"/>
                  <a:gd name="connsiteY585" fmla="*/ 267198 h 2962327"/>
                  <a:gd name="connsiteX586" fmla="*/ 1851203 w 3028217"/>
                  <a:gd name="connsiteY586" fmla="*/ 270055 h 2962327"/>
                  <a:gd name="connsiteX587" fmla="*/ 1866443 w 3028217"/>
                  <a:gd name="connsiteY587" fmla="*/ 313870 h 2962327"/>
                  <a:gd name="connsiteX588" fmla="*/ 1843583 w 3028217"/>
                  <a:gd name="connsiteY588" fmla="*/ 319585 h 2962327"/>
                  <a:gd name="connsiteX589" fmla="*/ 1819771 w 3028217"/>
                  <a:gd name="connsiteY589" fmla="*/ 300535 h 2962327"/>
                  <a:gd name="connsiteX590" fmla="*/ 1788338 w 3028217"/>
                  <a:gd name="connsiteY590" fmla="*/ 313870 h 2962327"/>
                  <a:gd name="connsiteX591" fmla="*/ 1800721 w 3028217"/>
                  <a:gd name="connsiteY591" fmla="*/ 315775 h 2962327"/>
                  <a:gd name="connsiteX592" fmla="*/ 1823581 w 3028217"/>
                  <a:gd name="connsiteY592" fmla="*/ 314823 h 2962327"/>
                  <a:gd name="connsiteX593" fmla="*/ 1833106 w 3028217"/>
                  <a:gd name="connsiteY593" fmla="*/ 317680 h 2962327"/>
                  <a:gd name="connsiteX594" fmla="*/ 1838821 w 3028217"/>
                  <a:gd name="connsiteY594" fmla="*/ 334825 h 2962327"/>
                  <a:gd name="connsiteX595" fmla="*/ 1715948 w 3028217"/>
                  <a:gd name="connsiteY595" fmla="*/ 370068 h 2962327"/>
                  <a:gd name="connsiteX596" fmla="*/ 1691183 w 3028217"/>
                  <a:gd name="connsiteY596" fmla="*/ 379593 h 2962327"/>
                  <a:gd name="connsiteX597" fmla="*/ 1586408 w 3028217"/>
                  <a:gd name="connsiteY597" fmla="*/ 430075 h 2962327"/>
                  <a:gd name="connsiteX598" fmla="*/ 1542593 w 3028217"/>
                  <a:gd name="connsiteY598" fmla="*/ 468175 h 2962327"/>
                  <a:gd name="connsiteX599" fmla="*/ 1480681 w 3028217"/>
                  <a:gd name="connsiteY599" fmla="*/ 555805 h 2962327"/>
                  <a:gd name="connsiteX600" fmla="*/ 1462583 w 3028217"/>
                  <a:gd name="connsiteY600" fmla="*/ 562473 h 2962327"/>
                  <a:gd name="connsiteX601" fmla="*/ 1385431 w 3028217"/>
                  <a:gd name="connsiteY601" fmla="*/ 462460 h 2962327"/>
                  <a:gd name="connsiteX602" fmla="*/ 1379716 w 3028217"/>
                  <a:gd name="connsiteY602" fmla="*/ 398643 h 2962327"/>
                  <a:gd name="connsiteX603" fmla="*/ 1441628 w 3028217"/>
                  <a:gd name="connsiteY603" fmla="*/ 335778 h 2962327"/>
                  <a:gd name="connsiteX604" fmla="*/ 1449248 w 3028217"/>
                  <a:gd name="connsiteY604" fmla="*/ 321490 h 2962327"/>
                  <a:gd name="connsiteX605" fmla="*/ 1461631 w 3028217"/>
                  <a:gd name="connsiteY605" fmla="*/ 300535 h 2962327"/>
                  <a:gd name="connsiteX606" fmla="*/ 1412101 w 3028217"/>
                  <a:gd name="connsiteY606" fmla="*/ 280533 h 2962327"/>
                  <a:gd name="connsiteX607" fmla="*/ 1434961 w 3028217"/>
                  <a:gd name="connsiteY607" fmla="*/ 215763 h 2962327"/>
                  <a:gd name="connsiteX608" fmla="*/ 1371143 w 3028217"/>
                  <a:gd name="connsiteY608" fmla="*/ 160518 h 2962327"/>
                  <a:gd name="connsiteX609" fmla="*/ 1331138 w 3028217"/>
                  <a:gd name="connsiteY609" fmla="*/ 162423 h 2962327"/>
                  <a:gd name="connsiteX610" fmla="*/ 1303516 w 3028217"/>
                  <a:gd name="connsiteY610" fmla="*/ 150040 h 2962327"/>
                  <a:gd name="connsiteX611" fmla="*/ 1313993 w 3028217"/>
                  <a:gd name="connsiteY611" fmla="*/ 130038 h 2962327"/>
                  <a:gd name="connsiteX612" fmla="*/ 1313041 w 3028217"/>
                  <a:gd name="connsiteY612" fmla="*/ 121465 h 2962327"/>
                  <a:gd name="connsiteX613" fmla="*/ 1323518 w 3028217"/>
                  <a:gd name="connsiteY613" fmla="*/ 96700 h 2962327"/>
                  <a:gd name="connsiteX614" fmla="*/ 1387336 w 3028217"/>
                  <a:gd name="connsiteY614" fmla="*/ 88128 h 2962327"/>
                  <a:gd name="connsiteX615" fmla="*/ 1394003 w 3028217"/>
                  <a:gd name="connsiteY615" fmla="*/ 68125 h 2962327"/>
                  <a:gd name="connsiteX616" fmla="*/ 1445438 w 3028217"/>
                  <a:gd name="connsiteY616" fmla="*/ 41455 h 2962327"/>
                  <a:gd name="connsiteX617" fmla="*/ 1471104 w 3028217"/>
                  <a:gd name="connsiteY617" fmla="*/ 35589 h 2962327"/>
                  <a:gd name="connsiteX618" fmla="*/ 1469608 w 3028217"/>
                  <a:gd name="connsiteY618" fmla="*/ 35026 h 2962327"/>
                  <a:gd name="connsiteX619" fmla="*/ 1456869 w 3028217"/>
                  <a:gd name="connsiteY619" fmla="*/ 34788 h 2962327"/>
                  <a:gd name="connsiteX620" fmla="*/ 1365429 w 3028217"/>
                  <a:gd name="connsiteY620" fmla="*/ 60505 h 2962327"/>
                  <a:gd name="connsiteX621" fmla="*/ 1208266 w 3028217"/>
                  <a:gd name="connsiteY621" fmla="*/ 122418 h 2962327"/>
                  <a:gd name="connsiteX622" fmla="*/ 1175881 w 3028217"/>
                  <a:gd name="connsiteY622" fmla="*/ 122418 h 2962327"/>
                  <a:gd name="connsiteX623" fmla="*/ 1187311 w 3028217"/>
                  <a:gd name="connsiteY623" fmla="*/ 142420 h 2962327"/>
                  <a:gd name="connsiteX624" fmla="*/ 1180644 w 3028217"/>
                  <a:gd name="connsiteY624" fmla="*/ 149088 h 2962327"/>
                  <a:gd name="connsiteX625" fmla="*/ 1158647 w 3028217"/>
                  <a:gd name="connsiteY625" fmla="*/ 153642 h 2962327"/>
                  <a:gd name="connsiteX626" fmla="*/ 1143520 w 3028217"/>
                  <a:gd name="connsiteY626" fmla="*/ 152466 h 2962327"/>
                  <a:gd name="connsiteX627" fmla="*/ 1148259 w 3028217"/>
                  <a:gd name="connsiteY627" fmla="*/ 153731 h 2962327"/>
                  <a:gd name="connsiteX628" fmla="*/ 1152069 w 3028217"/>
                  <a:gd name="connsiteY628" fmla="*/ 175758 h 2962327"/>
                  <a:gd name="connsiteX629" fmla="*/ 1029196 w 3028217"/>
                  <a:gd name="connsiteY629" fmla="*/ 182425 h 2962327"/>
                  <a:gd name="connsiteX630" fmla="*/ 1006336 w 3028217"/>
                  <a:gd name="connsiteY630" fmla="*/ 148135 h 2962327"/>
                  <a:gd name="connsiteX631" fmla="*/ 995859 w 3028217"/>
                  <a:gd name="connsiteY631" fmla="*/ 134800 h 2962327"/>
                  <a:gd name="connsiteX632" fmla="*/ 987286 w 3028217"/>
                  <a:gd name="connsiteY632" fmla="*/ 114798 h 2962327"/>
                  <a:gd name="connsiteX633" fmla="*/ 1049199 w 3028217"/>
                  <a:gd name="connsiteY633" fmla="*/ 134800 h 2962327"/>
                  <a:gd name="connsiteX634" fmla="*/ 1064439 w 3028217"/>
                  <a:gd name="connsiteY634" fmla="*/ 149088 h 2962327"/>
                  <a:gd name="connsiteX635" fmla="*/ 1095871 w 3028217"/>
                  <a:gd name="connsiteY635" fmla="*/ 149326 h 2962327"/>
                  <a:gd name="connsiteX636" fmla="*/ 1106484 w 3028217"/>
                  <a:gd name="connsiteY636" fmla="*/ 148924 h 2962327"/>
                  <a:gd name="connsiteX637" fmla="*/ 1093014 w 3028217"/>
                  <a:gd name="connsiteY637" fmla="*/ 149088 h 2962327"/>
                  <a:gd name="connsiteX638" fmla="*/ 1062534 w 3028217"/>
                  <a:gd name="connsiteY638" fmla="*/ 131943 h 2962327"/>
                  <a:gd name="connsiteX639" fmla="*/ 1133971 w 3028217"/>
                  <a:gd name="connsiteY639" fmla="*/ 110988 h 2962327"/>
                  <a:gd name="connsiteX640" fmla="*/ 1158736 w 3028217"/>
                  <a:gd name="connsiteY640" fmla="*/ 88128 h 2962327"/>
                  <a:gd name="connsiteX641" fmla="*/ 1173024 w 3028217"/>
                  <a:gd name="connsiteY641" fmla="*/ 73840 h 2962327"/>
                  <a:gd name="connsiteX642" fmla="*/ 1214934 w 3028217"/>
                  <a:gd name="connsiteY642" fmla="*/ 54790 h 2962327"/>
                  <a:gd name="connsiteX643" fmla="*/ 1275894 w 3028217"/>
                  <a:gd name="connsiteY643" fmla="*/ 44313 h 2962327"/>
                  <a:gd name="connsiteX644" fmla="*/ 1211124 w 3028217"/>
                  <a:gd name="connsiteY644" fmla="*/ 51933 h 2962327"/>
                  <a:gd name="connsiteX645" fmla="*/ 1174929 w 3028217"/>
                  <a:gd name="connsiteY645" fmla="*/ 39550 h 2962327"/>
                  <a:gd name="connsiteX646" fmla="*/ 1174929 w 3028217"/>
                  <a:gd name="connsiteY646" fmla="*/ 26215 h 2962327"/>
                  <a:gd name="connsiteX647" fmla="*/ 1400760 w 3028217"/>
                  <a:gd name="connsiteY647" fmla="*/ 96 h 29623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  <a:cxn ang="0">
                    <a:pos x="connsiteX337" y="connsiteY337"/>
                  </a:cxn>
                  <a:cxn ang="0">
                    <a:pos x="connsiteX338" y="connsiteY338"/>
                  </a:cxn>
                  <a:cxn ang="0">
                    <a:pos x="connsiteX339" y="connsiteY339"/>
                  </a:cxn>
                  <a:cxn ang="0">
                    <a:pos x="connsiteX340" y="connsiteY340"/>
                  </a:cxn>
                  <a:cxn ang="0">
                    <a:pos x="connsiteX341" y="connsiteY341"/>
                  </a:cxn>
                  <a:cxn ang="0">
                    <a:pos x="connsiteX342" y="connsiteY342"/>
                  </a:cxn>
                  <a:cxn ang="0">
                    <a:pos x="connsiteX343" y="connsiteY343"/>
                  </a:cxn>
                  <a:cxn ang="0">
                    <a:pos x="connsiteX344" y="connsiteY344"/>
                  </a:cxn>
                  <a:cxn ang="0">
                    <a:pos x="connsiteX345" y="connsiteY345"/>
                  </a:cxn>
                  <a:cxn ang="0">
                    <a:pos x="connsiteX346" y="connsiteY346"/>
                  </a:cxn>
                  <a:cxn ang="0">
                    <a:pos x="connsiteX347" y="connsiteY347"/>
                  </a:cxn>
                  <a:cxn ang="0">
                    <a:pos x="connsiteX348" y="connsiteY348"/>
                  </a:cxn>
                  <a:cxn ang="0">
                    <a:pos x="connsiteX349" y="connsiteY349"/>
                  </a:cxn>
                  <a:cxn ang="0">
                    <a:pos x="connsiteX350" y="connsiteY350"/>
                  </a:cxn>
                  <a:cxn ang="0">
                    <a:pos x="connsiteX351" y="connsiteY351"/>
                  </a:cxn>
                  <a:cxn ang="0">
                    <a:pos x="connsiteX352" y="connsiteY352"/>
                  </a:cxn>
                  <a:cxn ang="0">
                    <a:pos x="connsiteX353" y="connsiteY353"/>
                  </a:cxn>
                  <a:cxn ang="0">
                    <a:pos x="connsiteX354" y="connsiteY354"/>
                  </a:cxn>
                  <a:cxn ang="0">
                    <a:pos x="connsiteX355" y="connsiteY355"/>
                  </a:cxn>
                  <a:cxn ang="0">
                    <a:pos x="connsiteX356" y="connsiteY356"/>
                  </a:cxn>
                  <a:cxn ang="0">
                    <a:pos x="connsiteX357" y="connsiteY357"/>
                  </a:cxn>
                  <a:cxn ang="0">
                    <a:pos x="connsiteX358" y="connsiteY358"/>
                  </a:cxn>
                  <a:cxn ang="0">
                    <a:pos x="connsiteX359" y="connsiteY359"/>
                  </a:cxn>
                  <a:cxn ang="0">
                    <a:pos x="connsiteX360" y="connsiteY360"/>
                  </a:cxn>
                  <a:cxn ang="0">
                    <a:pos x="connsiteX361" y="connsiteY361"/>
                  </a:cxn>
                  <a:cxn ang="0">
                    <a:pos x="connsiteX362" y="connsiteY362"/>
                  </a:cxn>
                  <a:cxn ang="0">
                    <a:pos x="connsiteX363" y="connsiteY363"/>
                  </a:cxn>
                  <a:cxn ang="0">
                    <a:pos x="connsiteX364" y="connsiteY364"/>
                  </a:cxn>
                  <a:cxn ang="0">
                    <a:pos x="connsiteX365" y="connsiteY365"/>
                  </a:cxn>
                  <a:cxn ang="0">
                    <a:pos x="connsiteX366" y="connsiteY366"/>
                  </a:cxn>
                  <a:cxn ang="0">
                    <a:pos x="connsiteX367" y="connsiteY367"/>
                  </a:cxn>
                  <a:cxn ang="0">
                    <a:pos x="connsiteX368" y="connsiteY368"/>
                  </a:cxn>
                  <a:cxn ang="0">
                    <a:pos x="connsiteX369" y="connsiteY369"/>
                  </a:cxn>
                  <a:cxn ang="0">
                    <a:pos x="connsiteX370" y="connsiteY370"/>
                  </a:cxn>
                  <a:cxn ang="0">
                    <a:pos x="connsiteX371" y="connsiteY371"/>
                  </a:cxn>
                  <a:cxn ang="0">
                    <a:pos x="connsiteX372" y="connsiteY372"/>
                  </a:cxn>
                  <a:cxn ang="0">
                    <a:pos x="connsiteX373" y="connsiteY373"/>
                  </a:cxn>
                  <a:cxn ang="0">
                    <a:pos x="connsiteX374" y="connsiteY374"/>
                  </a:cxn>
                  <a:cxn ang="0">
                    <a:pos x="connsiteX375" y="connsiteY375"/>
                  </a:cxn>
                  <a:cxn ang="0">
                    <a:pos x="connsiteX376" y="connsiteY376"/>
                  </a:cxn>
                  <a:cxn ang="0">
                    <a:pos x="connsiteX377" y="connsiteY377"/>
                  </a:cxn>
                  <a:cxn ang="0">
                    <a:pos x="connsiteX378" y="connsiteY378"/>
                  </a:cxn>
                  <a:cxn ang="0">
                    <a:pos x="connsiteX379" y="connsiteY379"/>
                  </a:cxn>
                  <a:cxn ang="0">
                    <a:pos x="connsiteX380" y="connsiteY380"/>
                  </a:cxn>
                  <a:cxn ang="0">
                    <a:pos x="connsiteX381" y="connsiteY381"/>
                  </a:cxn>
                  <a:cxn ang="0">
                    <a:pos x="connsiteX382" y="connsiteY382"/>
                  </a:cxn>
                  <a:cxn ang="0">
                    <a:pos x="connsiteX383" y="connsiteY383"/>
                  </a:cxn>
                  <a:cxn ang="0">
                    <a:pos x="connsiteX384" y="connsiteY384"/>
                  </a:cxn>
                  <a:cxn ang="0">
                    <a:pos x="connsiteX385" y="connsiteY385"/>
                  </a:cxn>
                  <a:cxn ang="0">
                    <a:pos x="connsiteX386" y="connsiteY386"/>
                  </a:cxn>
                  <a:cxn ang="0">
                    <a:pos x="connsiteX387" y="connsiteY387"/>
                  </a:cxn>
                  <a:cxn ang="0">
                    <a:pos x="connsiteX388" y="connsiteY388"/>
                  </a:cxn>
                  <a:cxn ang="0">
                    <a:pos x="connsiteX389" y="connsiteY389"/>
                  </a:cxn>
                  <a:cxn ang="0">
                    <a:pos x="connsiteX390" y="connsiteY390"/>
                  </a:cxn>
                  <a:cxn ang="0">
                    <a:pos x="connsiteX391" y="connsiteY391"/>
                  </a:cxn>
                  <a:cxn ang="0">
                    <a:pos x="connsiteX392" y="connsiteY392"/>
                  </a:cxn>
                  <a:cxn ang="0">
                    <a:pos x="connsiteX393" y="connsiteY393"/>
                  </a:cxn>
                  <a:cxn ang="0">
                    <a:pos x="connsiteX394" y="connsiteY394"/>
                  </a:cxn>
                  <a:cxn ang="0">
                    <a:pos x="connsiteX395" y="connsiteY395"/>
                  </a:cxn>
                  <a:cxn ang="0">
                    <a:pos x="connsiteX396" y="connsiteY396"/>
                  </a:cxn>
                  <a:cxn ang="0">
                    <a:pos x="connsiteX397" y="connsiteY397"/>
                  </a:cxn>
                  <a:cxn ang="0">
                    <a:pos x="connsiteX398" y="connsiteY398"/>
                  </a:cxn>
                  <a:cxn ang="0">
                    <a:pos x="connsiteX399" y="connsiteY399"/>
                  </a:cxn>
                  <a:cxn ang="0">
                    <a:pos x="connsiteX400" y="connsiteY400"/>
                  </a:cxn>
                  <a:cxn ang="0">
                    <a:pos x="connsiteX401" y="connsiteY401"/>
                  </a:cxn>
                  <a:cxn ang="0">
                    <a:pos x="connsiteX402" y="connsiteY402"/>
                  </a:cxn>
                  <a:cxn ang="0">
                    <a:pos x="connsiteX403" y="connsiteY403"/>
                  </a:cxn>
                  <a:cxn ang="0">
                    <a:pos x="connsiteX404" y="connsiteY404"/>
                  </a:cxn>
                  <a:cxn ang="0">
                    <a:pos x="connsiteX405" y="connsiteY405"/>
                  </a:cxn>
                  <a:cxn ang="0">
                    <a:pos x="connsiteX406" y="connsiteY406"/>
                  </a:cxn>
                  <a:cxn ang="0">
                    <a:pos x="connsiteX407" y="connsiteY407"/>
                  </a:cxn>
                  <a:cxn ang="0">
                    <a:pos x="connsiteX408" y="connsiteY408"/>
                  </a:cxn>
                  <a:cxn ang="0">
                    <a:pos x="connsiteX409" y="connsiteY409"/>
                  </a:cxn>
                  <a:cxn ang="0">
                    <a:pos x="connsiteX410" y="connsiteY410"/>
                  </a:cxn>
                  <a:cxn ang="0">
                    <a:pos x="connsiteX411" y="connsiteY411"/>
                  </a:cxn>
                  <a:cxn ang="0">
                    <a:pos x="connsiteX412" y="connsiteY412"/>
                  </a:cxn>
                  <a:cxn ang="0">
                    <a:pos x="connsiteX413" y="connsiteY413"/>
                  </a:cxn>
                  <a:cxn ang="0">
                    <a:pos x="connsiteX414" y="connsiteY414"/>
                  </a:cxn>
                  <a:cxn ang="0">
                    <a:pos x="connsiteX415" y="connsiteY415"/>
                  </a:cxn>
                  <a:cxn ang="0">
                    <a:pos x="connsiteX416" y="connsiteY416"/>
                  </a:cxn>
                  <a:cxn ang="0">
                    <a:pos x="connsiteX417" y="connsiteY417"/>
                  </a:cxn>
                  <a:cxn ang="0">
                    <a:pos x="connsiteX418" y="connsiteY418"/>
                  </a:cxn>
                  <a:cxn ang="0">
                    <a:pos x="connsiteX419" y="connsiteY419"/>
                  </a:cxn>
                  <a:cxn ang="0">
                    <a:pos x="connsiteX420" y="connsiteY420"/>
                  </a:cxn>
                  <a:cxn ang="0">
                    <a:pos x="connsiteX421" y="connsiteY421"/>
                  </a:cxn>
                  <a:cxn ang="0">
                    <a:pos x="connsiteX422" y="connsiteY422"/>
                  </a:cxn>
                  <a:cxn ang="0">
                    <a:pos x="connsiteX423" y="connsiteY423"/>
                  </a:cxn>
                  <a:cxn ang="0">
                    <a:pos x="connsiteX424" y="connsiteY424"/>
                  </a:cxn>
                  <a:cxn ang="0">
                    <a:pos x="connsiteX425" y="connsiteY425"/>
                  </a:cxn>
                  <a:cxn ang="0">
                    <a:pos x="connsiteX426" y="connsiteY426"/>
                  </a:cxn>
                  <a:cxn ang="0">
                    <a:pos x="connsiteX427" y="connsiteY427"/>
                  </a:cxn>
                  <a:cxn ang="0">
                    <a:pos x="connsiteX428" y="connsiteY428"/>
                  </a:cxn>
                  <a:cxn ang="0">
                    <a:pos x="connsiteX429" y="connsiteY429"/>
                  </a:cxn>
                  <a:cxn ang="0">
                    <a:pos x="connsiteX430" y="connsiteY430"/>
                  </a:cxn>
                  <a:cxn ang="0">
                    <a:pos x="connsiteX431" y="connsiteY431"/>
                  </a:cxn>
                  <a:cxn ang="0">
                    <a:pos x="connsiteX432" y="connsiteY432"/>
                  </a:cxn>
                  <a:cxn ang="0">
                    <a:pos x="connsiteX433" y="connsiteY433"/>
                  </a:cxn>
                  <a:cxn ang="0">
                    <a:pos x="connsiteX434" y="connsiteY434"/>
                  </a:cxn>
                  <a:cxn ang="0">
                    <a:pos x="connsiteX435" y="connsiteY435"/>
                  </a:cxn>
                  <a:cxn ang="0">
                    <a:pos x="connsiteX436" y="connsiteY436"/>
                  </a:cxn>
                  <a:cxn ang="0">
                    <a:pos x="connsiteX437" y="connsiteY437"/>
                  </a:cxn>
                  <a:cxn ang="0">
                    <a:pos x="connsiteX438" y="connsiteY438"/>
                  </a:cxn>
                  <a:cxn ang="0">
                    <a:pos x="connsiteX439" y="connsiteY439"/>
                  </a:cxn>
                  <a:cxn ang="0">
                    <a:pos x="connsiteX440" y="connsiteY440"/>
                  </a:cxn>
                  <a:cxn ang="0">
                    <a:pos x="connsiteX441" y="connsiteY441"/>
                  </a:cxn>
                  <a:cxn ang="0">
                    <a:pos x="connsiteX442" y="connsiteY442"/>
                  </a:cxn>
                  <a:cxn ang="0">
                    <a:pos x="connsiteX443" y="connsiteY443"/>
                  </a:cxn>
                  <a:cxn ang="0">
                    <a:pos x="connsiteX444" y="connsiteY444"/>
                  </a:cxn>
                  <a:cxn ang="0">
                    <a:pos x="connsiteX445" y="connsiteY445"/>
                  </a:cxn>
                  <a:cxn ang="0">
                    <a:pos x="connsiteX446" y="connsiteY446"/>
                  </a:cxn>
                  <a:cxn ang="0">
                    <a:pos x="connsiteX447" y="connsiteY447"/>
                  </a:cxn>
                  <a:cxn ang="0">
                    <a:pos x="connsiteX448" y="connsiteY448"/>
                  </a:cxn>
                  <a:cxn ang="0">
                    <a:pos x="connsiteX449" y="connsiteY449"/>
                  </a:cxn>
                  <a:cxn ang="0">
                    <a:pos x="connsiteX450" y="connsiteY450"/>
                  </a:cxn>
                  <a:cxn ang="0">
                    <a:pos x="connsiteX451" y="connsiteY451"/>
                  </a:cxn>
                  <a:cxn ang="0">
                    <a:pos x="connsiteX452" y="connsiteY452"/>
                  </a:cxn>
                  <a:cxn ang="0">
                    <a:pos x="connsiteX453" y="connsiteY453"/>
                  </a:cxn>
                  <a:cxn ang="0">
                    <a:pos x="connsiteX454" y="connsiteY454"/>
                  </a:cxn>
                  <a:cxn ang="0">
                    <a:pos x="connsiteX455" y="connsiteY455"/>
                  </a:cxn>
                  <a:cxn ang="0">
                    <a:pos x="connsiteX456" y="connsiteY456"/>
                  </a:cxn>
                  <a:cxn ang="0">
                    <a:pos x="connsiteX457" y="connsiteY457"/>
                  </a:cxn>
                  <a:cxn ang="0">
                    <a:pos x="connsiteX458" y="connsiteY458"/>
                  </a:cxn>
                  <a:cxn ang="0">
                    <a:pos x="connsiteX459" y="connsiteY459"/>
                  </a:cxn>
                  <a:cxn ang="0">
                    <a:pos x="connsiteX460" y="connsiteY460"/>
                  </a:cxn>
                  <a:cxn ang="0">
                    <a:pos x="connsiteX461" y="connsiteY461"/>
                  </a:cxn>
                  <a:cxn ang="0">
                    <a:pos x="connsiteX462" y="connsiteY462"/>
                  </a:cxn>
                  <a:cxn ang="0">
                    <a:pos x="connsiteX463" y="connsiteY463"/>
                  </a:cxn>
                  <a:cxn ang="0">
                    <a:pos x="connsiteX464" y="connsiteY464"/>
                  </a:cxn>
                  <a:cxn ang="0">
                    <a:pos x="connsiteX465" y="connsiteY465"/>
                  </a:cxn>
                  <a:cxn ang="0">
                    <a:pos x="connsiteX466" y="connsiteY466"/>
                  </a:cxn>
                  <a:cxn ang="0">
                    <a:pos x="connsiteX467" y="connsiteY467"/>
                  </a:cxn>
                  <a:cxn ang="0">
                    <a:pos x="connsiteX468" y="connsiteY468"/>
                  </a:cxn>
                  <a:cxn ang="0">
                    <a:pos x="connsiteX469" y="connsiteY469"/>
                  </a:cxn>
                  <a:cxn ang="0">
                    <a:pos x="connsiteX470" y="connsiteY470"/>
                  </a:cxn>
                  <a:cxn ang="0">
                    <a:pos x="connsiteX471" y="connsiteY471"/>
                  </a:cxn>
                  <a:cxn ang="0">
                    <a:pos x="connsiteX472" y="connsiteY472"/>
                  </a:cxn>
                  <a:cxn ang="0">
                    <a:pos x="connsiteX473" y="connsiteY473"/>
                  </a:cxn>
                  <a:cxn ang="0">
                    <a:pos x="connsiteX474" y="connsiteY474"/>
                  </a:cxn>
                  <a:cxn ang="0">
                    <a:pos x="connsiteX475" y="connsiteY475"/>
                  </a:cxn>
                  <a:cxn ang="0">
                    <a:pos x="connsiteX476" y="connsiteY476"/>
                  </a:cxn>
                  <a:cxn ang="0">
                    <a:pos x="connsiteX477" y="connsiteY477"/>
                  </a:cxn>
                  <a:cxn ang="0">
                    <a:pos x="connsiteX478" y="connsiteY478"/>
                  </a:cxn>
                  <a:cxn ang="0">
                    <a:pos x="connsiteX479" y="connsiteY479"/>
                  </a:cxn>
                  <a:cxn ang="0">
                    <a:pos x="connsiteX480" y="connsiteY480"/>
                  </a:cxn>
                  <a:cxn ang="0">
                    <a:pos x="connsiteX481" y="connsiteY481"/>
                  </a:cxn>
                  <a:cxn ang="0">
                    <a:pos x="connsiteX482" y="connsiteY482"/>
                  </a:cxn>
                  <a:cxn ang="0">
                    <a:pos x="connsiteX483" y="connsiteY483"/>
                  </a:cxn>
                  <a:cxn ang="0">
                    <a:pos x="connsiteX484" y="connsiteY484"/>
                  </a:cxn>
                  <a:cxn ang="0">
                    <a:pos x="connsiteX485" y="connsiteY485"/>
                  </a:cxn>
                  <a:cxn ang="0">
                    <a:pos x="connsiteX486" y="connsiteY486"/>
                  </a:cxn>
                  <a:cxn ang="0">
                    <a:pos x="connsiteX487" y="connsiteY487"/>
                  </a:cxn>
                  <a:cxn ang="0">
                    <a:pos x="connsiteX488" y="connsiteY488"/>
                  </a:cxn>
                  <a:cxn ang="0">
                    <a:pos x="connsiteX489" y="connsiteY489"/>
                  </a:cxn>
                  <a:cxn ang="0">
                    <a:pos x="connsiteX490" y="connsiteY490"/>
                  </a:cxn>
                  <a:cxn ang="0">
                    <a:pos x="connsiteX491" y="connsiteY491"/>
                  </a:cxn>
                  <a:cxn ang="0">
                    <a:pos x="connsiteX492" y="connsiteY492"/>
                  </a:cxn>
                  <a:cxn ang="0">
                    <a:pos x="connsiteX493" y="connsiteY493"/>
                  </a:cxn>
                  <a:cxn ang="0">
                    <a:pos x="connsiteX494" y="connsiteY494"/>
                  </a:cxn>
                  <a:cxn ang="0">
                    <a:pos x="connsiteX495" y="connsiteY495"/>
                  </a:cxn>
                  <a:cxn ang="0">
                    <a:pos x="connsiteX496" y="connsiteY496"/>
                  </a:cxn>
                  <a:cxn ang="0">
                    <a:pos x="connsiteX497" y="connsiteY497"/>
                  </a:cxn>
                  <a:cxn ang="0">
                    <a:pos x="connsiteX498" y="connsiteY498"/>
                  </a:cxn>
                  <a:cxn ang="0">
                    <a:pos x="connsiteX499" y="connsiteY499"/>
                  </a:cxn>
                  <a:cxn ang="0">
                    <a:pos x="connsiteX500" y="connsiteY500"/>
                  </a:cxn>
                  <a:cxn ang="0">
                    <a:pos x="connsiteX501" y="connsiteY501"/>
                  </a:cxn>
                  <a:cxn ang="0">
                    <a:pos x="connsiteX502" y="connsiteY502"/>
                  </a:cxn>
                  <a:cxn ang="0">
                    <a:pos x="connsiteX503" y="connsiteY503"/>
                  </a:cxn>
                  <a:cxn ang="0">
                    <a:pos x="connsiteX504" y="connsiteY504"/>
                  </a:cxn>
                  <a:cxn ang="0">
                    <a:pos x="connsiteX505" y="connsiteY505"/>
                  </a:cxn>
                  <a:cxn ang="0">
                    <a:pos x="connsiteX506" y="connsiteY506"/>
                  </a:cxn>
                  <a:cxn ang="0">
                    <a:pos x="connsiteX507" y="connsiteY507"/>
                  </a:cxn>
                  <a:cxn ang="0">
                    <a:pos x="connsiteX508" y="connsiteY508"/>
                  </a:cxn>
                  <a:cxn ang="0">
                    <a:pos x="connsiteX509" y="connsiteY509"/>
                  </a:cxn>
                  <a:cxn ang="0">
                    <a:pos x="connsiteX510" y="connsiteY510"/>
                  </a:cxn>
                  <a:cxn ang="0">
                    <a:pos x="connsiteX511" y="connsiteY511"/>
                  </a:cxn>
                  <a:cxn ang="0">
                    <a:pos x="connsiteX512" y="connsiteY512"/>
                  </a:cxn>
                  <a:cxn ang="0">
                    <a:pos x="connsiteX513" y="connsiteY513"/>
                  </a:cxn>
                  <a:cxn ang="0">
                    <a:pos x="connsiteX514" y="connsiteY514"/>
                  </a:cxn>
                  <a:cxn ang="0">
                    <a:pos x="connsiteX515" y="connsiteY515"/>
                  </a:cxn>
                  <a:cxn ang="0">
                    <a:pos x="connsiteX516" y="connsiteY516"/>
                  </a:cxn>
                  <a:cxn ang="0">
                    <a:pos x="connsiteX517" y="connsiteY517"/>
                  </a:cxn>
                  <a:cxn ang="0">
                    <a:pos x="connsiteX518" y="connsiteY518"/>
                  </a:cxn>
                  <a:cxn ang="0">
                    <a:pos x="connsiteX519" y="connsiteY519"/>
                  </a:cxn>
                  <a:cxn ang="0">
                    <a:pos x="connsiteX520" y="connsiteY520"/>
                  </a:cxn>
                  <a:cxn ang="0">
                    <a:pos x="connsiteX521" y="connsiteY521"/>
                  </a:cxn>
                  <a:cxn ang="0">
                    <a:pos x="connsiteX522" y="connsiteY522"/>
                  </a:cxn>
                  <a:cxn ang="0">
                    <a:pos x="connsiteX523" y="connsiteY523"/>
                  </a:cxn>
                  <a:cxn ang="0">
                    <a:pos x="connsiteX524" y="connsiteY524"/>
                  </a:cxn>
                  <a:cxn ang="0">
                    <a:pos x="connsiteX525" y="connsiteY525"/>
                  </a:cxn>
                  <a:cxn ang="0">
                    <a:pos x="connsiteX526" y="connsiteY526"/>
                  </a:cxn>
                  <a:cxn ang="0">
                    <a:pos x="connsiteX527" y="connsiteY527"/>
                  </a:cxn>
                  <a:cxn ang="0">
                    <a:pos x="connsiteX528" y="connsiteY528"/>
                  </a:cxn>
                  <a:cxn ang="0">
                    <a:pos x="connsiteX529" y="connsiteY529"/>
                  </a:cxn>
                  <a:cxn ang="0">
                    <a:pos x="connsiteX530" y="connsiteY530"/>
                  </a:cxn>
                  <a:cxn ang="0">
                    <a:pos x="connsiteX531" y="connsiteY531"/>
                  </a:cxn>
                  <a:cxn ang="0">
                    <a:pos x="connsiteX532" y="connsiteY532"/>
                  </a:cxn>
                  <a:cxn ang="0">
                    <a:pos x="connsiteX533" y="connsiteY533"/>
                  </a:cxn>
                  <a:cxn ang="0">
                    <a:pos x="connsiteX534" y="connsiteY534"/>
                  </a:cxn>
                  <a:cxn ang="0">
                    <a:pos x="connsiteX535" y="connsiteY535"/>
                  </a:cxn>
                  <a:cxn ang="0">
                    <a:pos x="connsiteX536" y="connsiteY536"/>
                  </a:cxn>
                  <a:cxn ang="0">
                    <a:pos x="connsiteX537" y="connsiteY537"/>
                  </a:cxn>
                  <a:cxn ang="0">
                    <a:pos x="connsiteX538" y="connsiteY538"/>
                  </a:cxn>
                  <a:cxn ang="0">
                    <a:pos x="connsiteX539" y="connsiteY539"/>
                  </a:cxn>
                  <a:cxn ang="0">
                    <a:pos x="connsiteX540" y="connsiteY540"/>
                  </a:cxn>
                  <a:cxn ang="0">
                    <a:pos x="connsiteX541" y="connsiteY541"/>
                  </a:cxn>
                  <a:cxn ang="0">
                    <a:pos x="connsiteX542" y="connsiteY542"/>
                  </a:cxn>
                  <a:cxn ang="0">
                    <a:pos x="connsiteX543" y="connsiteY543"/>
                  </a:cxn>
                  <a:cxn ang="0">
                    <a:pos x="connsiteX544" y="connsiteY544"/>
                  </a:cxn>
                  <a:cxn ang="0">
                    <a:pos x="connsiteX545" y="connsiteY545"/>
                  </a:cxn>
                  <a:cxn ang="0">
                    <a:pos x="connsiteX546" y="connsiteY546"/>
                  </a:cxn>
                  <a:cxn ang="0">
                    <a:pos x="connsiteX547" y="connsiteY547"/>
                  </a:cxn>
                  <a:cxn ang="0">
                    <a:pos x="connsiteX548" y="connsiteY548"/>
                  </a:cxn>
                  <a:cxn ang="0">
                    <a:pos x="connsiteX549" y="connsiteY549"/>
                  </a:cxn>
                  <a:cxn ang="0">
                    <a:pos x="connsiteX550" y="connsiteY550"/>
                  </a:cxn>
                  <a:cxn ang="0">
                    <a:pos x="connsiteX551" y="connsiteY551"/>
                  </a:cxn>
                  <a:cxn ang="0">
                    <a:pos x="connsiteX552" y="connsiteY552"/>
                  </a:cxn>
                  <a:cxn ang="0">
                    <a:pos x="connsiteX553" y="connsiteY553"/>
                  </a:cxn>
                  <a:cxn ang="0">
                    <a:pos x="connsiteX554" y="connsiteY554"/>
                  </a:cxn>
                  <a:cxn ang="0">
                    <a:pos x="connsiteX555" y="connsiteY555"/>
                  </a:cxn>
                  <a:cxn ang="0">
                    <a:pos x="connsiteX556" y="connsiteY556"/>
                  </a:cxn>
                  <a:cxn ang="0">
                    <a:pos x="connsiteX557" y="connsiteY557"/>
                  </a:cxn>
                  <a:cxn ang="0">
                    <a:pos x="connsiteX558" y="connsiteY558"/>
                  </a:cxn>
                  <a:cxn ang="0">
                    <a:pos x="connsiteX559" y="connsiteY559"/>
                  </a:cxn>
                  <a:cxn ang="0">
                    <a:pos x="connsiteX560" y="connsiteY560"/>
                  </a:cxn>
                  <a:cxn ang="0">
                    <a:pos x="connsiteX561" y="connsiteY561"/>
                  </a:cxn>
                  <a:cxn ang="0">
                    <a:pos x="connsiteX562" y="connsiteY562"/>
                  </a:cxn>
                  <a:cxn ang="0">
                    <a:pos x="connsiteX563" y="connsiteY563"/>
                  </a:cxn>
                  <a:cxn ang="0">
                    <a:pos x="connsiteX564" y="connsiteY564"/>
                  </a:cxn>
                  <a:cxn ang="0">
                    <a:pos x="connsiteX565" y="connsiteY565"/>
                  </a:cxn>
                  <a:cxn ang="0">
                    <a:pos x="connsiteX566" y="connsiteY566"/>
                  </a:cxn>
                  <a:cxn ang="0">
                    <a:pos x="connsiteX567" y="connsiteY567"/>
                  </a:cxn>
                  <a:cxn ang="0">
                    <a:pos x="connsiteX568" y="connsiteY568"/>
                  </a:cxn>
                  <a:cxn ang="0">
                    <a:pos x="connsiteX569" y="connsiteY569"/>
                  </a:cxn>
                  <a:cxn ang="0">
                    <a:pos x="connsiteX570" y="connsiteY570"/>
                  </a:cxn>
                  <a:cxn ang="0">
                    <a:pos x="connsiteX571" y="connsiteY571"/>
                  </a:cxn>
                  <a:cxn ang="0">
                    <a:pos x="connsiteX572" y="connsiteY572"/>
                  </a:cxn>
                  <a:cxn ang="0">
                    <a:pos x="connsiteX573" y="connsiteY573"/>
                  </a:cxn>
                  <a:cxn ang="0">
                    <a:pos x="connsiteX574" y="connsiteY574"/>
                  </a:cxn>
                  <a:cxn ang="0">
                    <a:pos x="connsiteX575" y="connsiteY575"/>
                  </a:cxn>
                  <a:cxn ang="0">
                    <a:pos x="connsiteX576" y="connsiteY576"/>
                  </a:cxn>
                  <a:cxn ang="0">
                    <a:pos x="connsiteX577" y="connsiteY577"/>
                  </a:cxn>
                  <a:cxn ang="0">
                    <a:pos x="connsiteX578" y="connsiteY578"/>
                  </a:cxn>
                  <a:cxn ang="0">
                    <a:pos x="connsiteX579" y="connsiteY579"/>
                  </a:cxn>
                  <a:cxn ang="0">
                    <a:pos x="connsiteX580" y="connsiteY580"/>
                  </a:cxn>
                  <a:cxn ang="0">
                    <a:pos x="connsiteX581" y="connsiteY581"/>
                  </a:cxn>
                  <a:cxn ang="0">
                    <a:pos x="connsiteX582" y="connsiteY582"/>
                  </a:cxn>
                  <a:cxn ang="0">
                    <a:pos x="connsiteX583" y="connsiteY583"/>
                  </a:cxn>
                  <a:cxn ang="0">
                    <a:pos x="connsiteX584" y="connsiteY584"/>
                  </a:cxn>
                  <a:cxn ang="0">
                    <a:pos x="connsiteX585" y="connsiteY585"/>
                  </a:cxn>
                  <a:cxn ang="0">
                    <a:pos x="connsiteX586" y="connsiteY586"/>
                  </a:cxn>
                  <a:cxn ang="0">
                    <a:pos x="connsiteX587" y="connsiteY587"/>
                  </a:cxn>
                  <a:cxn ang="0">
                    <a:pos x="connsiteX588" y="connsiteY588"/>
                  </a:cxn>
                  <a:cxn ang="0">
                    <a:pos x="connsiteX589" y="connsiteY589"/>
                  </a:cxn>
                  <a:cxn ang="0">
                    <a:pos x="connsiteX590" y="connsiteY590"/>
                  </a:cxn>
                  <a:cxn ang="0">
                    <a:pos x="connsiteX591" y="connsiteY591"/>
                  </a:cxn>
                  <a:cxn ang="0">
                    <a:pos x="connsiteX592" y="connsiteY592"/>
                  </a:cxn>
                  <a:cxn ang="0">
                    <a:pos x="connsiteX593" y="connsiteY593"/>
                  </a:cxn>
                  <a:cxn ang="0">
                    <a:pos x="connsiteX594" y="connsiteY594"/>
                  </a:cxn>
                  <a:cxn ang="0">
                    <a:pos x="connsiteX595" y="connsiteY595"/>
                  </a:cxn>
                  <a:cxn ang="0">
                    <a:pos x="connsiteX596" y="connsiteY596"/>
                  </a:cxn>
                  <a:cxn ang="0">
                    <a:pos x="connsiteX597" y="connsiteY597"/>
                  </a:cxn>
                  <a:cxn ang="0">
                    <a:pos x="connsiteX598" y="connsiteY598"/>
                  </a:cxn>
                  <a:cxn ang="0">
                    <a:pos x="connsiteX599" y="connsiteY599"/>
                  </a:cxn>
                  <a:cxn ang="0">
                    <a:pos x="connsiteX600" y="connsiteY600"/>
                  </a:cxn>
                  <a:cxn ang="0">
                    <a:pos x="connsiteX601" y="connsiteY601"/>
                  </a:cxn>
                  <a:cxn ang="0">
                    <a:pos x="connsiteX602" y="connsiteY602"/>
                  </a:cxn>
                  <a:cxn ang="0">
                    <a:pos x="connsiteX603" y="connsiteY603"/>
                  </a:cxn>
                  <a:cxn ang="0">
                    <a:pos x="connsiteX604" y="connsiteY604"/>
                  </a:cxn>
                  <a:cxn ang="0">
                    <a:pos x="connsiteX605" y="connsiteY605"/>
                  </a:cxn>
                  <a:cxn ang="0">
                    <a:pos x="connsiteX606" y="connsiteY606"/>
                  </a:cxn>
                  <a:cxn ang="0">
                    <a:pos x="connsiteX607" y="connsiteY607"/>
                  </a:cxn>
                  <a:cxn ang="0">
                    <a:pos x="connsiteX608" y="connsiteY608"/>
                  </a:cxn>
                  <a:cxn ang="0">
                    <a:pos x="connsiteX609" y="connsiteY609"/>
                  </a:cxn>
                  <a:cxn ang="0">
                    <a:pos x="connsiteX610" y="connsiteY610"/>
                  </a:cxn>
                  <a:cxn ang="0">
                    <a:pos x="connsiteX611" y="connsiteY611"/>
                  </a:cxn>
                  <a:cxn ang="0">
                    <a:pos x="connsiteX612" y="connsiteY612"/>
                  </a:cxn>
                  <a:cxn ang="0">
                    <a:pos x="connsiteX613" y="connsiteY613"/>
                  </a:cxn>
                  <a:cxn ang="0">
                    <a:pos x="connsiteX614" y="connsiteY614"/>
                  </a:cxn>
                  <a:cxn ang="0">
                    <a:pos x="connsiteX615" y="connsiteY615"/>
                  </a:cxn>
                  <a:cxn ang="0">
                    <a:pos x="connsiteX616" y="connsiteY616"/>
                  </a:cxn>
                  <a:cxn ang="0">
                    <a:pos x="connsiteX617" y="connsiteY617"/>
                  </a:cxn>
                  <a:cxn ang="0">
                    <a:pos x="connsiteX618" y="connsiteY618"/>
                  </a:cxn>
                  <a:cxn ang="0">
                    <a:pos x="connsiteX619" y="connsiteY619"/>
                  </a:cxn>
                  <a:cxn ang="0">
                    <a:pos x="connsiteX620" y="connsiteY620"/>
                  </a:cxn>
                  <a:cxn ang="0">
                    <a:pos x="connsiteX621" y="connsiteY621"/>
                  </a:cxn>
                  <a:cxn ang="0">
                    <a:pos x="connsiteX622" y="connsiteY622"/>
                  </a:cxn>
                  <a:cxn ang="0">
                    <a:pos x="connsiteX623" y="connsiteY623"/>
                  </a:cxn>
                  <a:cxn ang="0">
                    <a:pos x="connsiteX624" y="connsiteY624"/>
                  </a:cxn>
                  <a:cxn ang="0">
                    <a:pos x="connsiteX625" y="connsiteY625"/>
                  </a:cxn>
                  <a:cxn ang="0">
                    <a:pos x="connsiteX626" y="connsiteY626"/>
                  </a:cxn>
                  <a:cxn ang="0">
                    <a:pos x="connsiteX627" y="connsiteY627"/>
                  </a:cxn>
                  <a:cxn ang="0">
                    <a:pos x="connsiteX628" y="connsiteY628"/>
                  </a:cxn>
                  <a:cxn ang="0">
                    <a:pos x="connsiteX629" y="connsiteY629"/>
                  </a:cxn>
                  <a:cxn ang="0">
                    <a:pos x="connsiteX630" y="connsiteY630"/>
                  </a:cxn>
                  <a:cxn ang="0">
                    <a:pos x="connsiteX631" y="connsiteY631"/>
                  </a:cxn>
                  <a:cxn ang="0">
                    <a:pos x="connsiteX632" y="connsiteY632"/>
                  </a:cxn>
                  <a:cxn ang="0">
                    <a:pos x="connsiteX633" y="connsiteY633"/>
                  </a:cxn>
                  <a:cxn ang="0">
                    <a:pos x="connsiteX634" y="connsiteY634"/>
                  </a:cxn>
                  <a:cxn ang="0">
                    <a:pos x="connsiteX635" y="connsiteY635"/>
                  </a:cxn>
                  <a:cxn ang="0">
                    <a:pos x="connsiteX636" y="connsiteY636"/>
                  </a:cxn>
                  <a:cxn ang="0">
                    <a:pos x="connsiteX637" y="connsiteY637"/>
                  </a:cxn>
                  <a:cxn ang="0">
                    <a:pos x="connsiteX638" y="connsiteY638"/>
                  </a:cxn>
                  <a:cxn ang="0">
                    <a:pos x="connsiteX639" y="connsiteY639"/>
                  </a:cxn>
                  <a:cxn ang="0">
                    <a:pos x="connsiteX640" y="connsiteY640"/>
                  </a:cxn>
                  <a:cxn ang="0">
                    <a:pos x="connsiteX641" y="connsiteY641"/>
                  </a:cxn>
                  <a:cxn ang="0">
                    <a:pos x="connsiteX642" y="connsiteY642"/>
                  </a:cxn>
                  <a:cxn ang="0">
                    <a:pos x="connsiteX643" y="connsiteY643"/>
                  </a:cxn>
                  <a:cxn ang="0">
                    <a:pos x="connsiteX644" y="connsiteY644"/>
                  </a:cxn>
                  <a:cxn ang="0">
                    <a:pos x="connsiteX645" y="connsiteY645"/>
                  </a:cxn>
                  <a:cxn ang="0">
                    <a:pos x="connsiteX646" y="connsiteY646"/>
                  </a:cxn>
                  <a:cxn ang="0">
                    <a:pos x="connsiteX647" y="connsiteY647"/>
                  </a:cxn>
                </a:cxnLst>
                <a:rect l="l" t="t" r="r" b="b"/>
                <a:pathLst>
                  <a:path w="3028217" h="2962327">
                    <a:moveTo>
                      <a:pt x="2863236" y="2049564"/>
                    </a:moveTo>
                    <a:cubicBezTo>
                      <a:pt x="2854902" y="2049564"/>
                      <a:pt x="2847996" y="2053612"/>
                      <a:pt x="2844662" y="2065518"/>
                    </a:cubicBezTo>
                    <a:cubicBezTo>
                      <a:pt x="2840852" y="2080758"/>
                      <a:pt x="2821802" y="2104571"/>
                      <a:pt x="2847519" y="2116953"/>
                    </a:cubicBezTo>
                    <a:cubicBezTo>
                      <a:pt x="2878000" y="2131241"/>
                      <a:pt x="2877047" y="2098856"/>
                      <a:pt x="2887525" y="2084568"/>
                    </a:cubicBezTo>
                    <a:cubicBezTo>
                      <a:pt x="2888477" y="2083616"/>
                      <a:pt x="2889430" y="2080758"/>
                      <a:pt x="2890382" y="2078853"/>
                    </a:cubicBezTo>
                    <a:cubicBezTo>
                      <a:pt x="2895144" y="2071233"/>
                      <a:pt x="2896097" y="2064566"/>
                      <a:pt x="2890382" y="2057898"/>
                    </a:cubicBezTo>
                    <a:cubicBezTo>
                      <a:pt x="2881334" y="2053612"/>
                      <a:pt x="2871571" y="2049564"/>
                      <a:pt x="2863236" y="2049564"/>
                    </a:cubicBezTo>
                    <a:close/>
                    <a:moveTo>
                      <a:pt x="2453184" y="1703568"/>
                    </a:moveTo>
                    <a:cubicBezTo>
                      <a:pt x="2446516" y="1700711"/>
                      <a:pt x="2442706" y="1708331"/>
                      <a:pt x="2444611" y="1714046"/>
                    </a:cubicBezTo>
                    <a:cubicBezTo>
                      <a:pt x="2448421" y="1725476"/>
                      <a:pt x="2452231" y="1738811"/>
                      <a:pt x="2467471" y="1740716"/>
                    </a:cubicBezTo>
                    <a:cubicBezTo>
                      <a:pt x="2475091" y="1741668"/>
                      <a:pt x="2480806" y="1736906"/>
                      <a:pt x="2482711" y="1728333"/>
                    </a:cubicBezTo>
                    <a:cubicBezTo>
                      <a:pt x="2473186" y="1720713"/>
                      <a:pt x="2463661" y="1710236"/>
                      <a:pt x="2453184" y="1703568"/>
                    </a:cubicBezTo>
                    <a:close/>
                    <a:moveTo>
                      <a:pt x="802501" y="1583553"/>
                    </a:moveTo>
                    <a:cubicBezTo>
                      <a:pt x="805359" y="1585458"/>
                      <a:pt x="811074" y="1586410"/>
                      <a:pt x="812026" y="1589268"/>
                    </a:cubicBezTo>
                    <a:cubicBezTo>
                      <a:pt x="814884" y="1596888"/>
                      <a:pt x="807264" y="1597840"/>
                      <a:pt x="802501" y="1599745"/>
                    </a:cubicBezTo>
                    <a:cubicBezTo>
                      <a:pt x="797739" y="1601650"/>
                      <a:pt x="792976" y="1598793"/>
                      <a:pt x="792024" y="1594030"/>
                    </a:cubicBezTo>
                    <a:cubicBezTo>
                      <a:pt x="788214" y="1586410"/>
                      <a:pt x="794881" y="1585458"/>
                      <a:pt x="802501" y="1583553"/>
                    </a:cubicBezTo>
                    <a:close/>
                    <a:moveTo>
                      <a:pt x="573901" y="1577838"/>
                    </a:moveTo>
                    <a:cubicBezTo>
                      <a:pt x="581521" y="1579743"/>
                      <a:pt x="588189" y="1582600"/>
                      <a:pt x="592951" y="1589268"/>
                    </a:cubicBezTo>
                    <a:cubicBezTo>
                      <a:pt x="592951" y="1594982"/>
                      <a:pt x="589141" y="1596888"/>
                      <a:pt x="584379" y="1596888"/>
                    </a:cubicBezTo>
                    <a:cubicBezTo>
                      <a:pt x="575806" y="1597840"/>
                      <a:pt x="568186" y="1595935"/>
                      <a:pt x="565329" y="1587363"/>
                    </a:cubicBezTo>
                    <a:cubicBezTo>
                      <a:pt x="562471" y="1580695"/>
                      <a:pt x="568186" y="1576885"/>
                      <a:pt x="573901" y="1577838"/>
                    </a:cubicBezTo>
                    <a:close/>
                    <a:moveTo>
                      <a:pt x="698678" y="1550216"/>
                    </a:moveTo>
                    <a:cubicBezTo>
                      <a:pt x="729158" y="1545453"/>
                      <a:pt x="746303" y="1560693"/>
                      <a:pt x="763448" y="1592126"/>
                    </a:cubicBezTo>
                    <a:cubicBezTo>
                      <a:pt x="731063" y="1576886"/>
                      <a:pt x="706298" y="1611176"/>
                      <a:pt x="678676" y="1592126"/>
                    </a:cubicBezTo>
                    <a:cubicBezTo>
                      <a:pt x="675818" y="1573076"/>
                      <a:pt x="667246" y="1551168"/>
                      <a:pt x="698678" y="1550216"/>
                    </a:cubicBezTo>
                    <a:close/>
                    <a:moveTo>
                      <a:pt x="492939" y="1460681"/>
                    </a:moveTo>
                    <a:cubicBezTo>
                      <a:pt x="518656" y="1456871"/>
                      <a:pt x="541516" y="1464491"/>
                      <a:pt x="562471" y="1479731"/>
                    </a:cubicBezTo>
                    <a:cubicBezTo>
                      <a:pt x="590094" y="1499733"/>
                      <a:pt x="618669" y="1515926"/>
                      <a:pt x="646291" y="1537833"/>
                    </a:cubicBezTo>
                    <a:cubicBezTo>
                      <a:pt x="620574" y="1545453"/>
                      <a:pt x="593904" y="1560693"/>
                      <a:pt x="577711" y="1525451"/>
                    </a:cubicBezTo>
                    <a:cubicBezTo>
                      <a:pt x="567234" y="1503543"/>
                      <a:pt x="541516" y="1503543"/>
                      <a:pt x="527229" y="1487351"/>
                    </a:cubicBezTo>
                    <a:lnTo>
                      <a:pt x="525032" y="1486533"/>
                    </a:lnTo>
                    <a:lnTo>
                      <a:pt x="527229" y="1488303"/>
                    </a:lnTo>
                    <a:cubicBezTo>
                      <a:pt x="502464" y="1486398"/>
                      <a:pt x="475794" y="1465443"/>
                      <a:pt x="451029" y="1494971"/>
                    </a:cubicBezTo>
                    <a:cubicBezTo>
                      <a:pt x="453886" y="1467348"/>
                      <a:pt x="471984" y="1461633"/>
                      <a:pt x="492939" y="1460681"/>
                    </a:cubicBezTo>
                    <a:close/>
                    <a:moveTo>
                      <a:pt x="592475" y="1413889"/>
                    </a:moveTo>
                    <a:cubicBezTo>
                      <a:pt x="594380" y="1414008"/>
                      <a:pt x="596285" y="1414485"/>
                      <a:pt x="596761" y="1414961"/>
                    </a:cubicBezTo>
                    <a:cubicBezTo>
                      <a:pt x="605334" y="1423533"/>
                      <a:pt x="603428" y="1433058"/>
                      <a:pt x="595809" y="1447346"/>
                    </a:cubicBezTo>
                    <a:cubicBezTo>
                      <a:pt x="589141" y="1434011"/>
                      <a:pt x="579616" y="1426391"/>
                      <a:pt x="588189" y="1414961"/>
                    </a:cubicBezTo>
                    <a:cubicBezTo>
                      <a:pt x="588665" y="1414009"/>
                      <a:pt x="590570" y="1413770"/>
                      <a:pt x="592475" y="1413889"/>
                    </a:cubicBezTo>
                    <a:close/>
                    <a:moveTo>
                      <a:pt x="2633206" y="1174931"/>
                    </a:moveTo>
                    <a:cubicBezTo>
                      <a:pt x="2646541" y="1176836"/>
                      <a:pt x="2659876" y="1178741"/>
                      <a:pt x="2673211" y="1180646"/>
                    </a:cubicBezTo>
                    <a:cubicBezTo>
                      <a:pt x="2657018" y="1197791"/>
                      <a:pt x="2645588" y="1186361"/>
                      <a:pt x="2633206" y="1174931"/>
                    </a:cubicBezTo>
                    <a:close/>
                    <a:moveTo>
                      <a:pt x="2477948" y="1095873"/>
                    </a:moveTo>
                    <a:cubicBezTo>
                      <a:pt x="2477948" y="1101588"/>
                      <a:pt x="2478901" y="1106350"/>
                      <a:pt x="2484616" y="1110160"/>
                    </a:cubicBezTo>
                    <a:cubicBezTo>
                      <a:pt x="2478901" y="1119685"/>
                      <a:pt x="2464613" y="1121590"/>
                      <a:pt x="2464613" y="1135878"/>
                    </a:cubicBezTo>
                    <a:cubicBezTo>
                      <a:pt x="2464613" y="1153023"/>
                      <a:pt x="2454136" y="1151118"/>
                      <a:pt x="2444611" y="1144450"/>
                    </a:cubicBezTo>
                    <a:cubicBezTo>
                      <a:pt x="2434133" y="1136830"/>
                      <a:pt x="2413178" y="1133020"/>
                      <a:pt x="2415083" y="1119685"/>
                    </a:cubicBezTo>
                    <a:cubicBezTo>
                      <a:pt x="2417941" y="1101588"/>
                      <a:pt x="2436038" y="1116828"/>
                      <a:pt x="2446516" y="1114923"/>
                    </a:cubicBezTo>
                    <a:cubicBezTo>
                      <a:pt x="2458898" y="1112065"/>
                      <a:pt x="2470329" y="1106350"/>
                      <a:pt x="2477948" y="1095873"/>
                    </a:cubicBezTo>
                    <a:close/>
                    <a:moveTo>
                      <a:pt x="2344599" y="1039676"/>
                    </a:moveTo>
                    <a:cubicBezTo>
                      <a:pt x="2358886" y="1039676"/>
                      <a:pt x="2352219" y="1056821"/>
                      <a:pt x="2355076" y="1066346"/>
                    </a:cubicBezTo>
                    <a:cubicBezTo>
                      <a:pt x="2354124" y="1077776"/>
                      <a:pt x="2356981" y="1093016"/>
                      <a:pt x="2341741" y="1092063"/>
                    </a:cubicBezTo>
                    <a:cubicBezTo>
                      <a:pt x="2328406" y="1091111"/>
                      <a:pt x="2329359" y="1075871"/>
                      <a:pt x="2328406" y="1065393"/>
                    </a:cubicBezTo>
                    <a:cubicBezTo>
                      <a:pt x="2327454" y="1053011"/>
                      <a:pt x="2331264" y="1039676"/>
                      <a:pt x="2344599" y="1039676"/>
                    </a:cubicBezTo>
                    <a:close/>
                    <a:moveTo>
                      <a:pt x="699631" y="966334"/>
                    </a:moveTo>
                    <a:cubicBezTo>
                      <a:pt x="671056" y="960619"/>
                      <a:pt x="648196" y="971096"/>
                      <a:pt x="616764" y="992051"/>
                    </a:cubicBezTo>
                    <a:cubicBezTo>
                      <a:pt x="652959" y="990146"/>
                      <a:pt x="677724" y="983478"/>
                      <a:pt x="699631" y="966334"/>
                    </a:cubicBezTo>
                    <a:close/>
                    <a:moveTo>
                      <a:pt x="2786559" y="938711"/>
                    </a:moveTo>
                    <a:cubicBezTo>
                      <a:pt x="2796084" y="944426"/>
                      <a:pt x="2804656" y="939663"/>
                      <a:pt x="2814181" y="938711"/>
                    </a:cubicBezTo>
                    <a:cubicBezTo>
                      <a:pt x="2814181" y="940616"/>
                      <a:pt x="2814181" y="943473"/>
                      <a:pt x="2814181" y="945378"/>
                    </a:cubicBezTo>
                    <a:cubicBezTo>
                      <a:pt x="2803704" y="949188"/>
                      <a:pt x="2791321" y="959666"/>
                      <a:pt x="2786559" y="938711"/>
                    </a:cubicBezTo>
                    <a:close/>
                    <a:moveTo>
                      <a:pt x="737731" y="935019"/>
                    </a:moveTo>
                    <a:cubicBezTo>
                      <a:pt x="726540" y="936091"/>
                      <a:pt x="714872" y="940139"/>
                      <a:pt x="702489" y="951093"/>
                    </a:cubicBezTo>
                    <a:cubicBezTo>
                      <a:pt x="731064" y="951093"/>
                      <a:pt x="753924" y="958713"/>
                      <a:pt x="770116" y="936805"/>
                    </a:cubicBezTo>
                    <a:cubicBezTo>
                      <a:pt x="759639" y="935853"/>
                      <a:pt x="748923" y="933948"/>
                      <a:pt x="737731" y="935019"/>
                    </a:cubicBezTo>
                    <a:close/>
                    <a:moveTo>
                      <a:pt x="619383" y="880251"/>
                    </a:moveTo>
                    <a:cubicBezTo>
                      <a:pt x="616526" y="879417"/>
                      <a:pt x="612477" y="880608"/>
                      <a:pt x="608191" y="882513"/>
                    </a:cubicBezTo>
                    <a:cubicBezTo>
                      <a:pt x="589141" y="887276"/>
                      <a:pt x="539611" y="951093"/>
                      <a:pt x="541516" y="968238"/>
                    </a:cubicBezTo>
                    <a:cubicBezTo>
                      <a:pt x="543421" y="979668"/>
                      <a:pt x="550089" y="980621"/>
                      <a:pt x="558661" y="975858"/>
                    </a:cubicBezTo>
                    <a:cubicBezTo>
                      <a:pt x="569139" y="970143"/>
                      <a:pt x="576759" y="960618"/>
                      <a:pt x="578664" y="949188"/>
                    </a:cubicBezTo>
                    <a:cubicBezTo>
                      <a:pt x="582474" y="920613"/>
                      <a:pt x="601524" y="904421"/>
                      <a:pt x="623431" y="890133"/>
                    </a:cubicBezTo>
                    <a:cubicBezTo>
                      <a:pt x="623907" y="883942"/>
                      <a:pt x="622241" y="881084"/>
                      <a:pt x="619383" y="880251"/>
                    </a:cubicBezTo>
                    <a:close/>
                    <a:moveTo>
                      <a:pt x="659626" y="872036"/>
                    </a:moveTo>
                    <a:cubicBezTo>
                      <a:pt x="653911" y="870131"/>
                      <a:pt x="645339" y="876798"/>
                      <a:pt x="647244" y="879656"/>
                    </a:cubicBezTo>
                    <a:cubicBezTo>
                      <a:pt x="657721" y="901563"/>
                      <a:pt x="632956" y="928233"/>
                      <a:pt x="657721" y="950141"/>
                    </a:cubicBezTo>
                    <a:cubicBezTo>
                      <a:pt x="667246" y="936806"/>
                      <a:pt x="676771" y="926328"/>
                      <a:pt x="683439" y="913946"/>
                    </a:cubicBezTo>
                    <a:cubicBezTo>
                      <a:pt x="691059" y="897753"/>
                      <a:pt x="704394" y="924423"/>
                      <a:pt x="711061" y="910136"/>
                    </a:cubicBezTo>
                    <a:cubicBezTo>
                      <a:pt x="713919" y="903468"/>
                      <a:pt x="713919" y="896801"/>
                      <a:pt x="709156" y="891086"/>
                    </a:cubicBezTo>
                    <a:cubicBezTo>
                      <a:pt x="696774" y="875846"/>
                      <a:pt x="676771" y="876798"/>
                      <a:pt x="659626" y="872036"/>
                    </a:cubicBezTo>
                    <a:close/>
                    <a:moveTo>
                      <a:pt x="620410" y="803828"/>
                    </a:moveTo>
                    <a:cubicBezTo>
                      <a:pt x="614918" y="803575"/>
                      <a:pt x="609144" y="804646"/>
                      <a:pt x="603429" y="807266"/>
                    </a:cubicBezTo>
                    <a:cubicBezTo>
                      <a:pt x="579616" y="817743"/>
                      <a:pt x="555804" y="830126"/>
                      <a:pt x="532944" y="841556"/>
                    </a:cubicBezTo>
                    <a:cubicBezTo>
                      <a:pt x="530086" y="850128"/>
                      <a:pt x="536754" y="852033"/>
                      <a:pt x="541516" y="855843"/>
                    </a:cubicBezTo>
                    <a:cubicBezTo>
                      <a:pt x="561519" y="852986"/>
                      <a:pt x="579616" y="838698"/>
                      <a:pt x="602476" y="859653"/>
                    </a:cubicBezTo>
                    <a:cubicBezTo>
                      <a:pt x="617716" y="874893"/>
                      <a:pt x="654864" y="853938"/>
                      <a:pt x="652959" y="835841"/>
                    </a:cubicBezTo>
                    <a:cubicBezTo>
                      <a:pt x="650815" y="817267"/>
                      <a:pt x="636885" y="804587"/>
                      <a:pt x="620410" y="803828"/>
                    </a:cubicBezTo>
                    <a:close/>
                    <a:moveTo>
                      <a:pt x="2051228" y="690108"/>
                    </a:moveTo>
                    <a:cubicBezTo>
                      <a:pt x="2066468" y="695823"/>
                      <a:pt x="2079803" y="697728"/>
                      <a:pt x="2074088" y="722493"/>
                    </a:cubicBezTo>
                    <a:cubicBezTo>
                      <a:pt x="2066468" y="753925"/>
                      <a:pt x="2053133" y="773928"/>
                      <a:pt x="2021701" y="782500"/>
                    </a:cubicBezTo>
                    <a:cubicBezTo>
                      <a:pt x="2009318" y="785358"/>
                      <a:pt x="1997888" y="785358"/>
                      <a:pt x="2000746" y="772023"/>
                    </a:cubicBezTo>
                    <a:cubicBezTo>
                      <a:pt x="2006461" y="745353"/>
                      <a:pt x="2008366" y="714873"/>
                      <a:pt x="2036941" y="698680"/>
                    </a:cubicBezTo>
                    <a:cubicBezTo>
                      <a:pt x="2040751" y="694870"/>
                      <a:pt x="2045513" y="692965"/>
                      <a:pt x="2051228" y="690108"/>
                    </a:cubicBezTo>
                    <a:close/>
                    <a:moveTo>
                      <a:pt x="2111236" y="608669"/>
                    </a:moveTo>
                    <a:cubicBezTo>
                      <a:pt x="2115046" y="609621"/>
                      <a:pt x="2116951" y="613431"/>
                      <a:pt x="2113141" y="623433"/>
                    </a:cubicBezTo>
                    <a:cubicBezTo>
                      <a:pt x="2113141" y="624385"/>
                      <a:pt x="2112189" y="625338"/>
                      <a:pt x="2111236" y="626290"/>
                    </a:cubicBezTo>
                    <a:cubicBezTo>
                      <a:pt x="2147431" y="643435"/>
                      <a:pt x="2126476" y="692013"/>
                      <a:pt x="2159814" y="711063"/>
                    </a:cubicBezTo>
                    <a:cubicBezTo>
                      <a:pt x="2178864" y="721540"/>
                      <a:pt x="2174101" y="752020"/>
                      <a:pt x="2199819" y="758688"/>
                    </a:cubicBezTo>
                    <a:cubicBezTo>
                      <a:pt x="2206486" y="760593"/>
                      <a:pt x="2189341" y="798693"/>
                      <a:pt x="2176959" y="800598"/>
                    </a:cubicBezTo>
                    <a:cubicBezTo>
                      <a:pt x="2149336" y="805360"/>
                      <a:pt x="2120761" y="810123"/>
                      <a:pt x="2092186" y="814885"/>
                    </a:cubicBezTo>
                    <a:cubicBezTo>
                      <a:pt x="2089329" y="799645"/>
                      <a:pt x="2128381" y="789168"/>
                      <a:pt x="2092186" y="777738"/>
                    </a:cubicBezTo>
                    <a:cubicBezTo>
                      <a:pt x="2098854" y="765355"/>
                      <a:pt x="2098854" y="749163"/>
                      <a:pt x="2111236" y="740590"/>
                    </a:cubicBezTo>
                    <a:cubicBezTo>
                      <a:pt x="2127429" y="729160"/>
                      <a:pt x="2118856" y="712015"/>
                      <a:pt x="2110284" y="710110"/>
                    </a:cubicBezTo>
                    <a:cubicBezTo>
                      <a:pt x="2086471" y="705348"/>
                      <a:pt x="2087424" y="682488"/>
                      <a:pt x="2076946" y="669153"/>
                    </a:cubicBezTo>
                    <a:cubicBezTo>
                      <a:pt x="2062659" y="651055"/>
                      <a:pt x="2076946" y="617718"/>
                      <a:pt x="2097901" y="611050"/>
                    </a:cubicBezTo>
                    <a:cubicBezTo>
                      <a:pt x="2101711" y="609621"/>
                      <a:pt x="2107426" y="607716"/>
                      <a:pt x="2111236" y="608669"/>
                    </a:cubicBezTo>
                    <a:close/>
                    <a:moveTo>
                      <a:pt x="927279" y="479605"/>
                    </a:moveTo>
                    <a:cubicBezTo>
                      <a:pt x="932041" y="477700"/>
                      <a:pt x="935851" y="480558"/>
                      <a:pt x="933946" y="486273"/>
                    </a:cubicBezTo>
                    <a:cubicBezTo>
                      <a:pt x="932041" y="490083"/>
                      <a:pt x="929184" y="492941"/>
                      <a:pt x="929184" y="493893"/>
                    </a:cubicBezTo>
                    <a:cubicBezTo>
                      <a:pt x="919659" y="493893"/>
                      <a:pt x="917754" y="491035"/>
                      <a:pt x="919659" y="488178"/>
                    </a:cubicBezTo>
                    <a:cubicBezTo>
                      <a:pt x="921564" y="484368"/>
                      <a:pt x="924421" y="480558"/>
                      <a:pt x="927279" y="479605"/>
                    </a:cubicBezTo>
                    <a:close/>
                    <a:moveTo>
                      <a:pt x="1938089" y="417931"/>
                    </a:moveTo>
                    <a:cubicBezTo>
                      <a:pt x="1948537" y="420431"/>
                      <a:pt x="1955503" y="431504"/>
                      <a:pt x="1959789" y="441505"/>
                    </a:cubicBezTo>
                    <a:cubicBezTo>
                      <a:pt x="1967409" y="457698"/>
                      <a:pt x="1952169" y="461508"/>
                      <a:pt x="1940739" y="466270"/>
                    </a:cubicBezTo>
                    <a:cubicBezTo>
                      <a:pt x="1909306" y="478653"/>
                      <a:pt x="1880731" y="501513"/>
                      <a:pt x="1842631" y="480558"/>
                    </a:cubicBezTo>
                    <a:cubicBezTo>
                      <a:pt x="1829296" y="472938"/>
                      <a:pt x="1832154" y="467223"/>
                      <a:pt x="1832154" y="458650"/>
                    </a:cubicBezTo>
                    <a:cubicBezTo>
                      <a:pt x="1828344" y="450078"/>
                      <a:pt x="1835964" y="442458"/>
                      <a:pt x="1833106" y="431980"/>
                    </a:cubicBezTo>
                    <a:cubicBezTo>
                      <a:pt x="1828344" y="420550"/>
                      <a:pt x="1835011" y="416740"/>
                      <a:pt x="1845489" y="423408"/>
                    </a:cubicBezTo>
                    <a:cubicBezTo>
                      <a:pt x="1847394" y="430075"/>
                      <a:pt x="1849299" y="439600"/>
                      <a:pt x="1857871" y="432933"/>
                    </a:cubicBezTo>
                    <a:cubicBezTo>
                      <a:pt x="1878826" y="418645"/>
                      <a:pt x="1903591" y="426265"/>
                      <a:pt x="1926451" y="418645"/>
                    </a:cubicBezTo>
                    <a:cubicBezTo>
                      <a:pt x="1930737" y="417216"/>
                      <a:pt x="1934607" y="417097"/>
                      <a:pt x="1938089" y="417931"/>
                    </a:cubicBezTo>
                    <a:close/>
                    <a:moveTo>
                      <a:pt x="904419" y="389118"/>
                    </a:moveTo>
                    <a:cubicBezTo>
                      <a:pt x="915849" y="404358"/>
                      <a:pt x="928231" y="418646"/>
                      <a:pt x="938709" y="433886"/>
                    </a:cubicBezTo>
                    <a:cubicBezTo>
                      <a:pt x="940614" y="436743"/>
                      <a:pt x="940614" y="441505"/>
                      <a:pt x="942519" y="446268"/>
                    </a:cubicBezTo>
                    <a:cubicBezTo>
                      <a:pt x="938709" y="447221"/>
                      <a:pt x="932041" y="450078"/>
                      <a:pt x="931089" y="449125"/>
                    </a:cubicBezTo>
                    <a:cubicBezTo>
                      <a:pt x="912991" y="426266"/>
                      <a:pt x="896799" y="440553"/>
                      <a:pt x="878701" y="449125"/>
                    </a:cubicBezTo>
                    <a:cubicBezTo>
                      <a:pt x="871081" y="452936"/>
                      <a:pt x="863461" y="446268"/>
                      <a:pt x="856794" y="443411"/>
                    </a:cubicBezTo>
                    <a:cubicBezTo>
                      <a:pt x="835839" y="424361"/>
                      <a:pt x="864414" y="422455"/>
                      <a:pt x="867271" y="412930"/>
                    </a:cubicBezTo>
                    <a:cubicBezTo>
                      <a:pt x="878701" y="402453"/>
                      <a:pt x="887274" y="388166"/>
                      <a:pt x="904419" y="389118"/>
                    </a:cubicBezTo>
                    <a:close/>
                    <a:moveTo>
                      <a:pt x="1062534" y="340541"/>
                    </a:moveTo>
                    <a:cubicBezTo>
                      <a:pt x="1073011" y="340541"/>
                      <a:pt x="1082536" y="340541"/>
                      <a:pt x="1083489" y="353876"/>
                    </a:cubicBezTo>
                    <a:cubicBezTo>
                      <a:pt x="1073964" y="356733"/>
                      <a:pt x="1066344" y="373878"/>
                      <a:pt x="1053961" y="360543"/>
                    </a:cubicBezTo>
                    <a:cubicBezTo>
                      <a:pt x="1045389" y="351018"/>
                      <a:pt x="1054914" y="345303"/>
                      <a:pt x="1062534" y="340541"/>
                    </a:cubicBezTo>
                    <a:close/>
                    <a:moveTo>
                      <a:pt x="2471113" y="336025"/>
                    </a:moveTo>
                    <a:cubicBezTo>
                      <a:pt x="2489315" y="339763"/>
                      <a:pt x="2505689" y="355066"/>
                      <a:pt x="2521763" y="370068"/>
                    </a:cubicBezTo>
                    <a:cubicBezTo>
                      <a:pt x="2652256" y="491988"/>
                      <a:pt x="2764651" y="627243"/>
                      <a:pt x="2848471" y="785358"/>
                    </a:cubicBezTo>
                    <a:cubicBezTo>
                      <a:pt x="2875141" y="835841"/>
                      <a:pt x="2898953" y="887276"/>
                      <a:pt x="2920861" y="940616"/>
                    </a:cubicBezTo>
                    <a:cubicBezTo>
                      <a:pt x="2925623" y="952046"/>
                      <a:pt x="2938006" y="963476"/>
                      <a:pt x="2926576" y="977763"/>
                    </a:cubicBezTo>
                    <a:cubicBezTo>
                      <a:pt x="2893238" y="978716"/>
                      <a:pt x="2872283" y="955856"/>
                      <a:pt x="2847518" y="938711"/>
                    </a:cubicBezTo>
                    <a:cubicBezTo>
                      <a:pt x="2844661" y="919661"/>
                      <a:pt x="2858948" y="906326"/>
                      <a:pt x="2864663" y="890133"/>
                    </a:cubicBezTo>
                    <a:cubicBezTo>
                      <a:pt x="2846566" y="892991"/>
                      <a:pt x="2829421" y="903468"/>
                      <a:pt x="2810371" y="908231"/>
                    </a:cubicBezTo>
                    <a:cubicBezTo>
                      <a:pt x="2792273" y="911088"/>
                      <a:pt x="2774176" y="912041"/>
                      <a:pt x="2757031" y="904421"/>
                    </a:cubicBezTo>
                    <a:cubicBezTo>
                      <a:pt x="2741791" y="897753"/>
                      <a:pt x="2733218" y="902516"/>
                      <a:pt x="2728456" y="916803"/>
                    </a:cubicBezTo>
                    <a:cubicBezTo>
                      <a:pt x="2724646" y="935853"/>
                      <a:pt x="2713216" y="952998"/>
                      <a:pt x="2707501" y="971096"/>
                    </a:cubicBezTo>
                    <a:cubicBezTo>
                      <a:pt x="2702738" y="984431"/>
                      <a:pt x="2699881" y="997766"/>
                      <a:pt x="2706548" y="1011101"/>
                    </a:cubicBezTo>
                    <a:cubicBezTo>
                      <a:pt x="2712263" y="1021578"/>
                      <a:pt x="2722741" y="1031103"/>
                      <a:pt x="2712263" y="1044438"/>
                    </a:cubicBezTo>
                    <a:cubicBezTo>
                      <a:pt x="2722979" y="1032294"/>
                      <a:pt x="2735302" y="1023900"/>
                      <a:pt x="2750438" y="1026892"/>
                    </a:cubicBezTo>
                    <a:lnTo>
                      <a:pt x="2757317" y="1029909"/>
                    </a:lnTo>
                    <a:lnTo>
                      <a:pt x="2760842" y="1028246"/>
                    </a:lnTo>
                    <a:cubicBezTo>
                      <a:pt x="2768462" y="1021578"/>
                      <a:pt x="2775130" y="1013006"/>
                      <a:pt x="2785607" y="1010148"/>
                    </a:cubicBezTo>
                    <a:cubicBezTo>
                      <a:pt x="2791798" y="1008243"/>
                      <a:pt x="2798228" y="1006814"/>
                      <a:pt x="2804538" y="1006457"/>
                    </a:cubicBezTo>
                    <a:cubicBezTo>
                      <a:pt x="2810848" y="1006100"/>
                      <a:pt x="2817040" y="1006814"/>
                      <a:pt x="2822755" y="1009196"/>
                    </a:cubicBezTo>
                    <a:cubicBezTo>
                      <a:pt x="2859902" y="1023483"/>
                      <a:pt x="2898955" y="1027293"/>
                      <a:pt x="2938959" y="1031103"/>
                    </a:cubicBezTo>
                    <a:cubicBezTo>
                      <a:pt x="2955152" y="1033008"/>
                      <a:pt x="2957057" y="1047296"/>
                      <a:pt x="2959915" y="1058726"/>
                    </a:cubicBezTo>
                    <a:cubicBezTo>
                      <a:pt x="2990394" y="1159691"/>
                      <a:pt x="3010397" y="1262561"/>
                      <a:pt x="3021827" y="1368288"/>
                    </a:cubicBezTo>
                    <a:cubicBezTo>
                      <a:pt x="3029447" y="1433058"/>
                      <a:pt x="3025637" y="1497828"/>
                      <a:pt x="3027542" y="1562598"/>
                    </a:cubicBezTo>
                    <a:cubicBezTo>
                      <a:pt x="3027542" y="1573076"/>
                      <a:pt x="3031352" y="1585458"/>
                      <a:pt x="3020874" y="1594983"/>
                    </a:cubicBezTo>
                    <a:cubicBezTo>
                      <a:pt x="2992299" y="1573076"/>
                      <a:pt x="2963724" y="1551168"/>
                      <a:pt x="2958009" y="1512116"/>
                    </a:cubicBezTo>
                    <a:cubicBezTo>
                      <a:pt x="2954199" y="1483541"/>
                      <a:pt x="2933244" y="1467348"/>
                      <a:pt x="2918005" y="1446393"/>
                    </a:cubicBezTo>
                    <a:cubicBezTo>
                      <a:pt x="2898955" y="1421628"/>
                      <a:pt x="2888477" y="1390196"/>
                      <a:pt x="2860855" y="1371146"/>
                    </a:cubicBezTo>
                    <a:cubicBezTo>
                      <a:pt x="2846567" y="1368288"/>
                      <a:pt x="2836089" y="1359716"/>
                      <a:pt x="2831327" y="1343523"/>
                    </a:cubicBezTo>
                    <a:cubicBezTo>
                      <a:pt x="2835137" y="1360668"/>
                      <a:pt x="2849424" y="1368288"/>
                      <a:pt x="2856092" y="1380671"/>
                    </a:cubicBezTo>
                    <a:cubicBezTo>
                      <a:pt x="2882762" y="1424486"/>
                      <a:pt x="2896097" y="1474968"/>
                      <a:pt x="2930387" y="1514021"/>
                    </a:cubicBezTo>
                    <a:cubicBezTo>
                      <a:pt x="2938007" y="1522593"/>
                      <a:pt x="2938959" y="1534976"/>
                      <a:pt x="2939912" y="1546406"/>
                    </a:cubicBezTo>
                    <a:cubicBezTo>
                      <a:pt x="2941817" y="1566408"/>
                      <a:pt x="2950390" y="1582601"/>
                      <a:pt x="2962772" y="1597841"/>
                    </a:cubicBezTo>
                    <a:cubicBezTo>
                      <a:pt x="2983727" y="1622606"/>
                      <a:pt x="2993252" y="1652133"/>
                      <a:pt x="2999919" y="1683566"/>
                    </a:cubicBezTo>
                    <a:cubicBezTo>
                      <a:pt x="3023732" y="1698806"/>
                      <a:pt x="3015159" y="1721666"/>
                      <a:pt x="3012302" y="1740716"/>
                    </a:cubicBezTo>
                    <a:cubicBezTo>
                      <a:pt x="2988490" y="1885496"/>
                      <a:pt x="2951342" y="2026466"/>
                      <a:pt x="2886572" y="2158864"/>
                    </a:cubicBezTo>
                    <a:cubicBezTo>
                      <a:pt x="2872284" y="2188391"/>
                      <a:pt x="2858949" y="2218871"/>
                      <a:pt x="2841805" y="2246493"/>
                    </a:cubicBezTo>
                    <a:cubicBezTo>
                      <a:pt x="2837042" y="2255066"/>
                      <a:pt x="2835137" y="2266496"/>
                      <a:pt x="2821802" y="2266496"/>
                    </a:cubicBezTo>
                    <a:cubicBezTo>
                      <a:pt x="2812277" y="2260781"/>
                      <a:pt x="2812277" y="2249351"/>
                      <a:pt x="2808467" y="2240778"/>
                    </a:cubicBezTo>
                    <a:cubicBezTo>
                      <a:pt x="2794180" y="2222681"/>
                      <a:pt x="2796084" y="2198868"/>
                      <a:pt x="2785607" y="2172198"/>
                    </a:cubicBezTo>
                    <a:cubicBezTo>
                      <a:pt x="2795132" y="2196011"/>
                      <a:pt x="2791322" y="2217918"/>
                      <a:pt x="2805609" y="2234111"/>
                    </a:cubicBezTo>
                    <a:cubicBezTo>
                      <a:pt x="2812277" y="2246493"/>
                      <a:pt x="2811324" y="2261733"/>
                      <a:pt x="2821802" y="2273164"/>
                    </a:cubicBezTo>
                    <a:cubicBezTo>
                      <a:pt x="2795132" y="2339839"/>
                      <a:pt x="2750364" y="2394131"/>
                      <a:pt x="2708455" y="2451281"/>
                    </a:cubicBezTo>
                    <a:cubicBezTo>
                      <a:pt x="2661782" y="2514146"/>
                      <a:pt x="2606537" y="2568439"/>
                      <a:pt x="2551292" y="2622731"/>
                    </a:cubicBezTo>
                    <a:cubicBezTo>
                      <a:pt x="2527480" y="2646543"/>
                      <a:pt x="2502714" y="2666546"/>
                      <a:pt x="2476997" y="2687501"/>
                    </a:cubicBezTo>
                    <a:cubicBezTo>
                      <a:pt x="2465567" y="2677976"/>
                      <a:pt x="2476997" y="2661783"/>
                      <a:pt x="2463662" y="2655116"/>
                    </a:cubicBezTo>
                    <a:cubicBezTo>
                      <a:pt x="2469377" y="2608443"/>
                      <a:pt x="2446517" y="2570343"/>
                      <a:pt x="2425562" y="2533196"/>
                    </a:cubicBezTo>
                    <a:cubicBezTo>
                      <a:pt x="2392224" y="2475093"/>
                      <a:pt x="2414132" y="2424611"/>
                      <a:pt x="2439849" y="2375081"/>
                    </a:cubicBezTo>
                    <a:cubicBezTo>
                      <a:pt x="2453184" y="2349364"/>
                      <a:pt x="2458899" y="2330314"/>
                      <a:pt x="2449374" y="2301739"/>
                    </a:cubicBezTo>
                    <a:cubicBezTo>
                      <a:pt x="2439849" y="2272211"/>
                      <a:pt x="2442707" y="2240778"/>
                      <a:pt x="2430324" y="2210298"/>
                    </a:cubicBezTo>
                    <a:cubicBezTo>
                      <a:pt x="2420799" y="2187439"/>
                      <a:pt x="2416989" y="2160768"/>
                      <a:pt x="2396987" y="2144576"/>
                    </a:cubicBezTo>
                    <a:cubicBezTo>
                      <a:pt x="2352219" y="2107428"/>
                      <a:pt x="2357934" y="2060756"/>
                      <a:pt x="2370317" y="2012178"/>
                    </a:cubicBezTo>
                    <a:cubicBezTo>
                      <a:pt x="2372222" y="2005511"/>
                      <a:pt x="2374127" y="1998843"/>
                      <a:pt x="2374127" y="1992176"/>
                    </a:cubicBezTo>
                    <a:cubicBezTo>
                      <a:pt x="2376984" y="1954076"/>
                      <a:pt x="2356982" y="1935978"/>
                      <a:pt x="2319834" y="1944551"/>
                    </a:cubicBezTo>
                    <a:cubicBezTo>
                      <a:pt x="2303642" y="1948361"/>
                      <a:pt x="2292212" y="1948361"/>
                      <a:pt x="2282687" y="1931216"/>
                    </a:cubicBezTo>
                    <a:cubicBezTo>
                      <a:pt x="2263637" y="1897878"/>
                      <a:pt x="2235062" y="1889306"/>
                      <a:pt x="2200772" y="1905498"/>
                    </a:cubicBezTo>
                    <a:cubicBezTo>
                      <a:pt x="2186484" y="1912166"/>
                      <a:pt x="2171244" y="1918833"/>
                      <a:pt x="2157909" y="1926453"/>
                    </a:cubicBezTo>
                    <a:cubicBezTo>
                      <a:pt x="2140764" y="1935978"/>
                      <a:pt x="2124572" y="1938836"/>
                      <a:pt x="2106474" y="1931216"/>
                    </a:cubicBezTo>
                    <a:cubicBezTo>
                      <a:pt x="2083614" y="1921691"/>
                      <a:pt x="2059802" y="1925501"/>
                      <a:pt x="2040752" y="1937883"/>
                    </a:cubicBezTo>
                    <a:cubicBezTo>
                      <a:pt x="2012177" y="1956933"/>
                      <a:pt x="1991222" y="1941693"/>
                      <a:pt x="1974077" y="1924548"/>
                    </a:cubicBezTo>
                    <a:cubicBezTo>
                      <a:pt x="1956932" y="1907403"/>
                      <a:pt x="1938834" y="1892163"/>
                      <a:pt x="1919784" y="1877876"/>
                    </a:cubicBezTo>
                    <a:cubicBezTo>
                      <a:pt x="1909307" y="1870256"/>
                      <a:pt x="1899782" y="1861683"/>
                      <a:pt x="1896924" y="1849301"/>
                    </a:cubicBezTo>
                    <a:cubicBezTo>
                      <a:pt x="1889304" y="1812153"/>
                      <a:pt x="1862634" y="1789293"/>
                      <a:pt x="1839774" y="1762623"/>
                    </a:cubicBezTo>
                    <a:cubicBezTo>
                      <a:pt x="1827392" y="1748336"/>
                      <a:pt x="1815962" y="1694043"/>
                      <a:pt x="1822629" y="1676898"/>
                    </a:cubicBezTo>
                    <a:cubicBezTo>
                      <a:pt x="1840727" y="1632131"/>
                      <a:pt x="1846442" y="1585458"/>
                      <a:pt x="1829297" y="1537833"/>
                    </a:cubicBezTo>
                    <a:cubicBezTo>
                      <a:pt x="1826439" y="1530213"/>
                      <a:pt x="1823582" y="1522593"/>
                      <a:pt x="1828344" y="1514973"/>
                    </a:cubicBezTo>
                    <a:cubicBezTo>
                      <a:pt x="1854062" y="1466396"/>
                      <a:pt x="1875017" y="1416866"/>
                      <a:pt x="1909307" y="1373051"/>
                    </a:cubicBezTo>
                    <a:cubicBezTo>
                      <a:pt x="1915022" y="1366383"/>
                      <a:pt x="1923594" y="1365431"/>
                      <a:pt x="1929309" y="1361621"/>
                    </a:cubicBezTo>
                    <a:cubicBezTo>
                      <a:pt x="1954074" y="1345428"/>
                      <a:pt x="1976934" y="1330188"/>
                      <a:pt x="1977887" y="1293041"/>
                    </a:cubicBezTo>
                    <a:cubicBezTo>
                      <a:pt x="1978839" y="1267323"/>
                      <a:pt x="1992174" y="1239701"/>
                      <a:pt x="2019797" y="1227318"/>
                    </a:cubicBezTo>
                    <a:cubicBezTo>
                      <a:pt x="2040752" y="1217793"/>
                      <a:pt x="2050277" y="1201601"/>
                      <a:pt x="2051229" y="1178741"/>
                    </a:cubicBezTo>
                    <a:cubicBezTo>
                      <a:pt x="2058849" y="1162548"/>
                      <a:pt x="2071232" y="1167311"/>
                      <a:pt x="2083614" y="1172073"/>
                    </a:cubicBezTo>
                    <a:cubicBezTo>
                      <a:pt x="2111237" y="1181598"/>
                      <a:pt x="2136002" y="1178741"/>
                      <a:pt x="2161719" y="1162548"/>
                    </a:cubicBezTo>
                    <a:cubicBezTo>
                      <a:pt x="2193152" y="1142546"/>
                      <a:pt x="2229347" y="1134926"/>
                      <a:pt x="2266494" y="1136831"/>
                    </a:cubicBezTo>
                    <a:cubicBezTo>
                      <a:pt x="2288402" y="1137783"/>
                      <a:pt x="2310309" y="1137783"/>
                      <a:pt x="2331264" y="1133021"/>
                    </a:cubicBezTo>
                    <a:cubicBezTo>
                      <a:pt x="2370317" y="1123496"/>
                      <a:pt x="2397939" y="1138736"/>
                      <a:pt x="2387462" y="1197791"/>
                    </a:cubicBezTo>
                    <a:cubicBezTo>
                      <a:pt x="2384604" y="1213983"/>
                      <a:pt x="2384604" y="1228271"/>
                      <a:pt x="2400797" y="1229223"/>
                    </a:cubicBezTo>
                    <a:cubicBezTo>
                      <a:pt x="2447469" y="1231128"/>
                      <a:pt x="2477949" y="1266371"/>
                      <a:pt x="2517002" y="1283516"/>
                    </a:cubicBezTo>
                    <a:cubicBezTo>
                      <a:pt x="2538909" y="1293041"/>
                      <a:pt x="2550339" y="1296851"/>
                      <a:pt x="2556055" y="1266371"/>
                    </a:cubicBezTo>
                    <a:cubicBezTo>
                      <a:pt x="2561769" y="1236843"/>
                      <a:pt x="2589392" y="1227318"/>
                      <a:pt x="2617967" y="1241606"/>
                    </a:cubicBezTo>
                    <a:cubicBezTo>
                      <a:pt x="2644637" y="1254941"/>
                      <a:pt x="2673212" y="1262561"/>
                      <a:pt x="2701787" y="1271133"/>
                    </a:cubicBezTo>
                    <a:cubicBezTo>
                      <a:pt x="2743697" y="1283516"/>
                      <a:pt x="2782749" y="1259703"/>
                      <a:pt x="2823707" y="1270181"/>
                    </a:cubicBezTo>
                    <a:cubicBezTo>
                      <a:pt x="2833232" y="1272086"/>
                      <a:pt x="2840852" y="1262561"/>
                      <a:pt x="2842757" y="1253988"/>
                    </a:cubicBezTo>
                    <a:cubicBezTo>
                      <a:pt x="2847519" y="1233033"/>
                      <a:pt x="2856092" y="1212078"/>
                      <a:pt x="2857997" y="1191123"/>
                    </a:cubicBezTo>
                    <a:cubicBezTo>
                      <a:pt x="2861807" y="1157786"/>
                      <a:pt x="2857044" y="1154928"/>
                      <a:pt x="2824659" y="1163501"/>
                    </a:cubicBezTo>
                    <a:cubicBezTo>
                      <a:pt x="2807514" y="1168263"/>
                      <a:pt x="2793227" y="1167311"/>
                      <a:pt x="2781797" y="1153023"/>
                    </a:cubicBezTo>
                    <a:lnTo>
                      <a:pt x="2778142" y="1149005"/>
                    </a:lnTo>
                    <a:lnTo>
                      <a:pt x="2758579" y="1157637"/>
                    </a:lnTo>
                    <a:cubicBezTo>
                      <a:pt x="2730182" y="1164691"/>
                      <a:pt x="2706072" y="1153261"/>
                      <a:pt x="2684641" y="1122543"/>
                    </a:cubicBezTo>
                    <a:cubicBezTo>
                      <a:pt x="2676068" y="1110161"/>
                      <a:pt x="2672258" y="1095873"/>
                      <a:pt x="2664638" y="1083491"/>
                    </a:cubicBezTo>
                    <a:cubicBezTo>
                      <a:pt x="2658923" y="1073966"/>
                      <a:pt x="2664638" y="1054916"/>
                      <a:pt x="2646541" y="1054916"/>
                    </a:cubicBezTo>
                    <a:cubicBezTo>
                      <a:pt x="2631301" y="1055868"/>
                      <a:pt x="2616061" y="1061583"/>
                      <a:pt x="2610346" y="1080633"/>
                    </a:cubicBezTo>
                    <a:lnTo>
                      <a:pt x="2609202" y="1082346"/>
                    </a:lnTo>
                    <a:lnTo>
                      <a:pt x="2613204" y="1086348"/>
                    </a:lnTo>
                    <a:cubicBezTo>
                      <a:pt x="2619871" y="1093968"/>
                      <a:pt x="2626539" y="1101588"/>
                      <a:pt x="2632254" y="1108255"/>
                    </a:cubicBezTo>
                    <a:cubicBezTo>
                      <a:pt x="2619871" y="1117780"/>
                      <a:pt x="2617014" y="1133020"/>
                      <a:pt x="2609394" y="1145403"/>
                    </a:cubicBezTo>
                    <a:cubicBezTo>
                      <a:pt x="2602726" y="1154928"/>
                      <a:pt x="2586534" y="1142545"/>
                      <a:pt x="2584629" y="1132068"/>
                    </a:cubicBezTo>
                    <a:cubicBezTo>
                      <a:pt x="2581771" y="1117780"/>
                      <a:pt x="2574151" y="1106350"/>
                      <a:pt x="2566055" y="1095397"/>
                    </a:cubicBezTo>
                    <a:lnTo>
                      <a:pt x="2558490" y="1083461"/>
                    </a:lnTo>
                    <a:lnTo>
                      <a:pt x="2545576" y="1071108"/>
                    </a:lnTo>
                    <a:cubicBezTo>
                      <a:pt x="2541766" y="1068251"/>
                      <a:pt x="2537003" y="1065393"/>
                      <a:pt x="2536051" y="1061583"/>
                    </a:cubicBezTo>
                    <a:cubicBezTo>
                      <a:pt x="2522716" y="1003481"/>
                      <a:pt x="2462708" y="991098"/>
                      <a:pt x="2429371" y="952046"/>
                    </a:cubicBezTo>
                    <a:cubicBezTo>
                      <a:pt x="2426513" y="949188"/>
                      <a:pt x="2421751" y="947283"/>
                      <a:pt x="2417941" y="944426"/>
                    </a:cubicBezTo>
                    <a:cubicBezTo>
                      <a:pt x="2416036" y="943473"/>
                      <a:pt x="2413178" y="943473"/>
                      <a:pt x="2407463" y="947283"/>
                    </a:cubicBezTo>
                    <a:cubicBezTo>
                      <a:pt x="2425561" y="973001"/>
                      <a:pt x="2440801" y="998718"/>
                      <a:pt x="2469376" y="1014911"/>
                    </a:cubicBezTo>
                    <a:cubicBezTo>
                      <a:pt x="2483663" y="1023483"/>
                      <a:pt x="2500808" y="1028246"/>
                      <a:pt x="2509381" y="1044438"/>
                    </a:cubicBezTo>
                    <a:cubicBezTo>
                      <a:pt x="2510333" y="1049201"/>
                      <a:pt x="2508428" y="1053963"/>
                      <a:pt x="2504618" y="1057773"/>
                    </a:cubicBezTo>
                    <a:cubicBezTo>
                      <a:pt x="2500808" y="1066346"/>
                      <a:pt x="2479853" y="1059678"/>
                      <a:pt x="2488426" y="1077776"/>
                    </a:cubicBezTo>
                    <a:cubicBezTo>
                      <a:pt x="2485568" y="1082538"/>
                      <a:pt x="2481758" y="1084443"/>
                      <a:pt x="2476996" y="1084443"/>
                    </a:cubicBezTo>
                    <a:cubicBezTo>
                      <a:pt x="2437943" y="1050153"/>
                      <a:pt x="2385556" y="1032056"/>
                      <a:pt x="2356028" y="985383"/>
                    </a:cubicBezTo>
                    <a:cubicBezTo>
                      <a:pt x="2346503" y="970143"/>
                      <a:pt x="2333168" y="968238"/>
                      <a:pt x="2317928" y="978716"/>
                    </a:cubicBezTo>
                    <a:cubicBezTo>
                      <a:pt x="2310308" y="984431"/>
                      <a:pt x="2301736" y="994908"/>
                      <a:pt x="2295068" y="993003"/>
                    </a:cubicBezTo>
                    <a:cubicBezTo>
                      <a:pt x="2237918" y="978716"/>
                      <a:pt x="2232203" y="1040628"/>
                      <a:pt x="2196008" y="1057773"/>
                    </a:cubicBezTo>
                    <a:cubicBezTo>
                      <a:pt x="2185531" y="1062536"/>
                      <a:pt x="2183626" y="1075871"/>
                      <a:pt x="2181721" y="1087301"/>
                    </a:cubicBezTo>
                    <a:cubicBezTo>
                      <a:pt x="2172196" y="1130163"/>
                      <a:pt x="2149336" y="1152071"/>
                      <a:pt x="2105521" y="1157786"/>
                    </a:cubicBezTo>
                    <a:cubicBezTo>
                      <a:pt x="2088376" y="1159691"/>
                      <a:pt x="2069326" y="1179693"/>
                      <a:pt x="2053133" y="1155881"/>
                    </a:cubicBezTo>
                    <a:cubicBezTo>
                      <a:pt x="2052181" y="1145403"/>
                      <a:pt x="2048371" y="1137783"/>
                      <a:pt x="2036941" y="1136831"/>
                    </a:cubicBezTo>
                    <a:cubicBezTo>
                      <a:pt x="2026463" y="1135878"/>
                      <a:pt x="2010271" y="1148261"/>
                      <a:pt x="2008366" y="1131116"/>
                    </a:cubicBezTo>
                    <a:cubicBezTo>
                      <a:pt x="2005508" y="1113018"/>
                      <a:pt x="1993126" y="1094921"/>
                      <a:pt x="2001698" y="1074918"/>
                    </a:cubicBezTo>
                    <a:cubicBezTo>
                      <a:pt x="2011223" y="1051106"/>
                      <a:pt x="2015986" y="1027293"/>
                      <a:pt x="2008366" y="1001576"/>
                    </a:cubicBezTo>
                    <a:cubicBezTo>
                      <a:pt x="2002651" y="979668"/>
                      <a:pt x="2021701" y="978716"/>
                      <a:pt x="2035988" y="977763"/>
                    </a:cubicBezTo>
                    <a:cubicBezTo>
                      <a:pt x="2059801" y="974906"/>
                      <a:pt x="2083613" y="981573"/>
                      <a:pt x="2107426" y="983478"/>
                    </a:cubicBezTo>
                    <a:cubicBezTo>
                      <a:pt x="2120761" y="984431"/>
                      <a:pt x="2139811" y="992051"/>
                      <a:pt x="2148383" y="975858"/>
                    </a:cubicBezTo>
                    <a:cubicBezTo>
                      <a:pt x="2157908" y="956808"/>
                      <a:pt x="2162671" y="934901"/>
                      <a:pt x="2150288" y="913946"/>
                    </a:cubicBezTo>
                    <a:cubicBezTo>
                      <a:pt x="2140763" y="897753"/>
                      <a:pt x="2131238" y="882513"/>
                      <a:pt x="2112188" y="876798"/>
                    </a:cubicBezTo>
                    <a:cubicBezTo>
                      <a:pt x="2105521" y="874893"/>
                      <a:pt x="2094091" y="873941"/>
                      <a:pt x="2096948" y="862511"/>
                    </a:cubicBezTo>
                    <a:cubicBezTo>
                      <a:pt x="2098853" y="852033"/>
                      <a:pt x="2109331" y="852033"/>
                      <a:pt x="2118856" y="849176"/>
                    </a:cubicBezTo>
                    <a:cubicBezTo>
                      <a:pt x="2149336" y="838698"/>
                      <a:pt x="2177911" y="830126"/>
                      <a:pt x="2206486" y="810123"/>
                    </a:cubicBezTo>
                    <a:cubicBezTo>
                      <a:pt x="2241728" y="785358"/>
                      <a:pt x="2258873" y="735828"/>
                      <a:pt x="2308403" y="731066"/>
                    </a:cubicBezTo>
                    <a:cubicBezTo>
                      <a:pt x="2322691" y="729161"/>
                      <a:pt x="2323643" y="718683"/>
                      <a:pt x="2321738" y="708206"/>
                    </a:cubicBezTo>
                    <a:cubicBezTo>
                      <a:pt x="2319833" y="698681"/>
                      <a:pt x="2314118" y="689156"/>
                      <a:pt x="2311261" y="679631"/>
                    </a:cubicBezTo>
                    <a:cubicBezTo>
                      <a:pt x="2307451" y="666296"/>
                      <a:pt x="2305546" y="652008"/>
                      <a:pt x="2320786" y="643436"/>
                    </a:cubicBezTo>
                    <a:cubicBezTo>
                      <a:pt x="2326501" y="640578"/>
                      <a:pt x="2334121" y="632958"/>
                      <a:pt x="2338883" y="638673"/>
                    </a:cubicBezTo>
                    <a:cubicBezTo>
                      <a:pt x="2346503" y="649151"/>
                      <a:pt x="2353171" y="662486"/>
                      <a:pt x="2343646" y="675821"/>
                    </a:cubicBezTo>
                    <a:cubicBezTo>
                      <a:pt x="2337931" y="685346"/>
                      <a:pt x="2342693" y="692966"/>
                      <a:pt x="2348408" y="699633"/>
                    </a:cubicBezTo>
                    <a:cubicBezTo>
                      <a:pt x="2356028" y="708206"/>
                      <a:pt x="2364601" y="711063"/>
                      <a:pt x="2376031" y="706301"/>
                    </a:cubicBezTo>
                    <a:cubicBezTo>
                      <a:pt x="2378888" y="705348"/>
                      <a:pt x="2381746" y="704396"/>
                      <a:pt x="2385556" y="704396"/>
                    </a:cubicBezTo>
                    <a:cubicBezTo>
                      <a:pt x="2409368" y="712968"/>
                      <a:pt x="2432228" y="712016"/>
                      <a:pt x="2454136" y="698681"/>
                    </a:cubicBezTo>
                    <a:cubicBezTo>
                      <a:pt x="2460803" y="694871"/>
                      <a:pt x="2469376" y="692966"/>
                      <a:pt x="2476996" y="692013"/>
                    </a:cubicBezTo>
                    <a:cubicBezTo>
                      <a:pt x="2517001" y="689156"/>
                      <a:pt x="2517001" y="689156"/>
                      <a:pt x="2517953" y="648198"/>
                    </a:cubicBezTo>
                    <a:cubicBezTo>
                      <a:pt x="2525573" y="626291"/>
                      <a:pt x="2540813" y="618671"/>
                      <a:pt x="2563673" y="626291"/>
                    </a:cubicBezTo>
                    <a:cubicBezTo>
                      <a:pt x="2558911" y="610098"/>
                      <a:pt x="2545576" y="599621"/>
                      <a:pt x="2554148" y="585333"/>
                    </a:cubicBezTo>
                    <a:lnTo>
                      <a:pt x="2572928" y="573708"/>
                    </a:lnTo>
                    <a:lnTo>
                      <a:pt x="2586098" y="571735"/>
                    </a:lnTo>
                    <a:lnTo>
                      <a:pt x="2586726" y="571671"/>
                    </a:lnTo>
                    <a:cubicBezTo>
                      <a:pt x="2599630" y="572653"/>
                      <a:pt x="2613203" y="578189"/>
                      <a:pt x="2624633" y="568188"/>
                    </a:cubicBezTo>
                    <a:cubicBezTo>
                      <a:pt x="2626538" y="566283"/>
                      <a:pt x="2628443" y="565331"/>
                      <a:pt x="2630348" y="563426"/>
                    </a:cubicBezTo>
                    <a:cubicBezTo>
                      <a:pt x="2634158" y="561521"/>
                      <a:pt x="2634158" y="568188"/>
                      <a:pt x="2633206" y="563426"/>
                    </a:cubicBezTo>
                    <a:cubicBezTo>
                      <a:pt x="2632253" y="557711"/>
                      <a:pt x="2629396" y="564378"/>
                      <a:pt x="2626538" y="563426"/>
                    </a:cubicBezTo>
                    <a:cubicBezTo>
                      <a:pt x="2615584" y="567236"/>
                      <a:pt x="2604392" y="569141"/>
                      <a:pt x="2593082" y="570689"/>
                    </a:cubicBezTo>
                    <a:lnTo>
                      <a:pt x="2586098" y="571735"/>
                    </a:lnTo>
                    <a:lnTo>
                      <a:pt x="2574151" y="572951"/>
                    </a:lnTo>
                    <a:lnTo>
                      <a:pt x="2572928" y="573708"/>
                    </a:lnTo>
                    <a:lnTo>
                      <a:pt x="2558911" y="575808"/>
                    </a:lnTo>
                    <a:cubicBezTo>
                      <a:pt x="2533193" y="580571"/>
                      <a:pt x="2516048" y="563426"/>
                      <a:pt x="2506523" y="541518"/>
                    </a:cubicBezTo>
                    <a:cubicBezTo>
                      <a:pt x="2496998" y="519611"/>
                      <a:pt x="2487473" y="498656"/>
                      <a:pt x="2512238" y="480558"/>
                    </a:cubicBezTo>
                    <a:cubicBezTo>
                      <a:pt x="2520811" y="474843"/>
                      <a:pt x="2527478" y="467223"/>
                      <a:pt x="2533193" y="458651"/>
                    </a:cubicBezTo>
                    <a:cubicBezTo>
                      <a:pt x="2537003" y="452936"/>
                      <a:pt x="2541766" y="446268"/>
                      <a:pt x="2534146" y="440553"/>
                    </a:cubicBezTo>
                    <a:cubicBezTo>
                      <a:pt x="2526526" y="434838"/>
                      <a:pt x="2515096" y="437696"/>
                      <a:pt x="2513191" y="445316"/>
                    </a:cubicBezTo>
                    <a:cubicBezTo>
                      <a:pt x="2506523" y="474843"/>
                      <a:pt x="2482711" y="489131"/>
                      <a:pt x="2464613" y="509133"/>
                    </a:cubicBezTo>
                    <a:cubicBezTo>
                      <a:pt x="2452231" y="523421"/>
                      <a:pt x="2455088" y="538661"/>
                      <a:pt x="2467471" y="551996"/>
                    </a:cubicBezTo>
                    <a:cubicBezTo>
                      <a:pt x="2481758" y="567236"/>
                      <a:pt x="2481758" y="582476"/>
                      <a:pt x="2468423" y="597716"/>
                    </a:cubicBezTo>
                    <a:cubicBezTo>
                      <a:pt x="2457946" y="610098"/>
                      <a:pt x="2455088" y="623433"/>
                      <a:pt x="2453183" y="638673"/>
                    </a:cubicBezTo>
                    <a:cubicBezTo>
                      <a:pt x="2451278" y="657723"/>
                      <a:pt x="2442706" y="671058"/>
                      <a:pt x="2423656" y="676773"/>
                    </a:cubicBezTo>
                    <a:cubicBezTo>
                      <a:pt x="2413178" y="682488"/>
                      <a:pt x="2402701" y="690108"/>
                      <a:pt x="2389366" y="683441"/>
                    </a:cubicBezTo>
                    <a:cubicBezTo>
                      <a:pt x="2381746" y="676773"/>
                      <a:pt x="2376983" y="670106"/>
                      <a:pt x="2383651" y="659628"/>
                    </a:cubicBezTo>
                    <a:cubicBezTo>
                      <a:pt x="2377936" y="649151"/>
                      <a:pt x="2372221" y="638673"/>
                      <a:pt x="2367458" y="627243"/>
                    </a:cubicBezTo>
                    <a:cubicBezTo>
                      <a:pt x="2348408" y="585333"/>
                      <a:pt x="2348408" y="584381"/>
                      <a:pt x="2308403" y="612003"/>
                    </a:cubicBezTo>
                    <a:cubicBezTo>
                      <a:pt x="2273161" y="616766"/>
                      <a:pt x="2265541" y="608193"/>
                      <a:pt x="2270303" y="571046"/>
                    </a:cubicBezTo>
                    <a:cubicBezTo>
                      <a:pt x="2271256" y="560568"/>
                      <a:pt x="2287448" y="545328"/>
                      <a:pt x="2260778" y="543423"/>
                    </a:cubicBezTo>
                    <a:cubicBezTo>
                      <a:pt x="2255063" y="542471"/>
                      <a:pt x="2255063" y="530088"/>
                      <a:pt x="2259826" y="522468"/>
                    </a:cubicBezTo>
                    <a:cubicBezTo>
                      <a:pt x="2313166" y="486273"/>
                      <a:pt x="2361743" y="445316"/>
                      <a:pt x="2390318" y="385308"/>
                    </a:cubicBezTo>
                    <a:cubicBezTo>
                      <a:pt x="2396986" y="372926"/>
                      <a:pt x="2403653" y="362448"/>
                      <a:pt x="2416988" y="357686"/>
                    </a:cubicBezTo>
                    <a:cubicBezTo>
                      <a:pt x="2416988" y="355781"/>
                      <a:pt x="2416988" y="353876"/>
                      <a:pt x="2417941" y="351971"/>
                    </a:cubicBezTo>
                    <a:cubicBezTo>
                      <a:pt x="2419846" y="352923"/>
                      <a:pt x="2423656" y="354828"/>
                      <a:pt x="2424608" y="353876"/>
                    </a:cubicBezTo>
                    <a:cubicBezTo>
                      <a:pt x="2434371" y="344351"/>
                      <a:pt x="2443539" y="338934"/>
                      <a:pt x="2452245" y="336582"/>
                    </a:cubicBezTo>
                    <a:cubicBezTo>
                      <a:pt x="2458775" y="334818"/>
                      <a:pt x="2465045" y="334779"/>
                      <a:pt x="2471113" y="336025"/>
                    </a:cubicBezTo>
                    <a:close/>
                    <a:moveTo>
                      <a:pt x="761544" y="194808"/>
                    </a:moveTo>
                    <a:cubicBezTo>
                      <a:pt x="773926" y="196713"/>
                      <a:pt x="774879" y="206238"/>
                      <a:pt x="773926" y="216716"/>
                    </a:cubicBezTo>
                    <a:cubicBezTo>
                      <a:pt x="755829" y="237671"/>
                      <a:pt x="760591" y="257673"/>
                      <a:pt x="773926" y="278628"/>
                    </a:cubicBezTo>
                    <a:cubicBezTo>
                      <a:pt x="748209" y="302441"/>
                      <a:pt x="720586" y="315776"/>
                      <a:pt x="687249" y="293868"/>
                    </a:cubicBezTo>
                    <a:cubicBezTo>
                      <a:pt x="682486" y="291011"/>
                      <a:pt x="675819" y="292916"/>
                      <a:pt x="671056" y="292916"/>
                    </a:cubicBezTo>
                    <a:cubicBezTo>
                      <a:pt x="660579" y="294821"/>
                      <a:pt x="650101" y="296726"/>
                      <a:pt x="640576" y="298631"/>
                    </a:cubicBezTo>
                    <a:cubicBezTo>
                      <a:pt x="627241" y="300536"/>
                      <a:pt x="613906" y="302441"/>
                      <a:pt x="603429" y="291011"/>
                    </a:cubicBezTo>
                    <a:cubicBezTo>
                      <a:pt x="636766" y="258626"/>
                      <a:pt x="678676" y="239576"/>
                      <a:pt x="715824" y="211953"/>
                    </a:cubicBezTo>
                    <a:cubicBezTo>
                      <a:pt x="719634" y="209096"/>
                      <a:pt x="724396" y="211953"/>
                      <a:pt x="727254" y="215763"/>
                    </a:cubicBezTo>
                    <a:cubicBezTo>
                      <a:pt x="746304" y="220526"/>
                      <a:pt x="741541" y="187188"/>
                      <a:pt x="761544" y="194808"/>
                    </a:cubicBezTo>
                    <a:close/>
                    <a:moveTo>
                      <a:pt x="873343" y="184331"/>
                    </a:moveTo>
                    <a:cubicBezTo>
                      <a:pt x="879653" y="185283"/>
                      <a:pt x="886320" y="188617"/>
                      <a:pt x="891083" y="191951"/>
                    </a:cubicBezTo>
                    <a:cubicBezTo>
                      <a:pt x="904418" y="200523"/>
                      <a:pt x="892988" y="209096"/>
                      <a:pt x="888226" y="217668"/>
                    </a:cubicBezTo>
                    <a:lnTo>
                      <a:pt x="879241" y="234820"/>
                    </a:lnTo>
                    <a:lnTo>
                      <a:pt x="895370" y="235036"/>
                    </a:lnTo>
                    <a:cubicBezTo>
                      <a:pt x="907514" y="238206"/>
                      <a:pt x="906800" y="249815"/>
                      <a:pt x="899656" y="266246"/>
                    </a:cubicBezTo>
                    <a:cubicBezTo>
                      <a:pt x="894893" y="277676"/>
                      <a:pt x="884416" y="289106"/>
                      <a:pt x="892988" y="303393"/>
                    </a:cubicBezTo>
                    <a:cubicBezTo>
                      <a:pt x="897751" y="310061"/>
                      <a:pt x="901561" y="309108"/>
                      <a:pt x="905371" y="303393"/>
                    </a:cubicBezTo>
                    <a:cubicBezTo>
                      <a:pt x="923468" y="307203"/>
                      <a:pt x="923468" y="307203"/>
                      <a:pt x="915848" y="337683"/>
                    </a:cubicBezTo>
                    <a:cubicBezTo>
                      <a:pt x="926326" y="330063"/>
                      <a:pt x="936803" y="329111"/>
                      <a:pt x="946328" y="324348"/>
                    </a:cubicBezTo>
                    <a:lnTo>
                      <a:pt x="973409" y="303804"/>
                    </a:lnTo>
                    <a:lnTo>
                      <a:pt x="975260" y="292796"/>
                    </a:lnTo>
                    <a:cubicBezTo>
                      <a:pt x="974903" y="288629"/>
                      <a:pt x="972522" y="284819"/>
                      <a:pt x="965378" y="281485"/>
                    </a:cubicBezTo>
                    <a:cubicBezTo>
                      <a:pt x="944423" y="270055"/>
                      <a:pt x="942518" y="249100"/>
                      <a:pt x="962521" y="233860"/>
                    </a:cubicBezTo>
                    <a:cubicBezTo>
                      <a:pt x="977761" y="221478"/>
                      <a:pt x="993953" y="208143"/>
                      <a:pt x="1013956" y="203380"/>
                    </a:cubicBezTo>
                    <a:cubicBezTo>
                      <a:pt x="1018718" y="201475"/>
                      <a:pt x="1023481" y="200046"/>
                      <a:pt x="1028243" y="200165"/>
                    </a:cubicBezTo>
                    <a:cubicBezTo>
                      <a:pt x="1033006" y="200284"/>
                      <a:pt x="1037768" y="201951"/>
                      <a:pt x="1042531" y="206238"/>
                    </a:cubicBezTo>
                    <a:cubicBezTo>
                      <a:pt x="1037768" y="220525"/>
                      <a:pt x="1018718" y="221478"/>
                      <a:pt x="1016813" y="234813"/>
                    </a:cubicBezTo>
                    <a:cubicBezTo>
                      <a:pt x="1029196" y="212905"/>
                      <a:pt x="1052056" y="208143"/>
                      <a:pt x="1075868" y="204333"/>
                    </a:cubicBezTo>
                    <a:cubicBezTo>
                      <a:pt x="1082536" y="204333"/>
                      <a:pt x="1089203" y="204333"/>
                      <a:pt x="1095871" y="204333"/>
                    </a:cubicBezTo>
                    <a:cubicBezTo>
                      <a:pt x="1106348" y="211953"/>
                      <a:pt x="1099681" y="223383"/>
                      <a:pt x="1099681" y="232908"/>
                    </a:cubicBezTo>
                    <a:cubicBezTo>
                      <a:pt x="1112063" y="235765"/>
                      <a:pt x="1123493" y="229098"/>
                      <a:pt x="1133971" y="231003"/>
                    </a:cubicBezTo>
                    <a:cubicBezTo>
                      <a:pt x="1140638" y="231003"/>
                      <a:pt x="1146353" y="233860"/>
                      <a:pt x="1151116" y="238623"/>
                    </a:cubicBezTo>
                    <a:cubicBezTo>
                      <a:pt x="1162546" y="262435"/>
                      <a:pt x="1192073" y="265293"/>
                      <a:pt x="1205408" y="287200"/>
                    </a:cubicBezTo>
                    <a:cubicBezTo>
                      <a:pt x="1219696" y="305298"/>
                      <a:pt x="1210171" y="320538"/>
                      <a:pt x="1198741" y="334825"/>
                    </a:cubicBezTo>
                    <a:cubicBezTo>
                      <a:pt x="1205408" y="359590"/>
                      <a:pt x="1234936" y="358638"/>
                      <a:pt x="1248271" y="377688"/>
                    </a:cubicBezTo>
                    <a:cubicBezTo>
                      <a:pt x="1257796" y="391023"/>
                      <a:pt x="1257796" y="393880"/>
                      <a:pt x="1246366" y="402453"/>
                    </a:cubicBezTo>
                    <a:cubicBezTo>
                      <a:pt x="1226363" y="415788"/>
                      <a:pt x="1207313" y="445315"/>
                      <a:pt x="1187311" y="402453"/>
                    </a:cubicBezTo>
                    <a:cubicBezTo>
                      <a:pt x="1184453" y="396738"/>
                      <a:pt x="1176833" y="390070"/>
                      <a:pt x="1171118" y="396738"/>
                    </a:cubicBezTo>
                    <a:cubicBezTo>
                      <a:pt x="1161593" y="407215"/>
                      <a:pt x="1163498" y="418645"/>
                      <a:pt x="1171118" y="431028"/>
                    </a:cubicBezTo>
                    <a:cubicBezTo>
                      <a:pt x="1186358" y="457698"/>
                      <a:pt x="1180643" y="471033"/>
                      <a:pt x="1151116" y="479605"/>
                    </a:cubicBezTo>
                    <a:cubicBezTo>
                      <a:pt x="1147306" y="475795"/>
                      <a:pt x="1141591" y="474843"/>
                      <a:pt x="1136828" y="476748"/>
                    </a:cubicBezTo>
                    <a:cubicBezTo>
                      <a:pt x="1132066" y="478653"/>
                      <a:pt x="1134923" y="483415"/>
                      <a:pt x="1136828" y="487225"/>
                    </a:cubicBezTo>
                    <a:cubicBezTo>
                      <a:pt x="1135876" y="500560"/>
                      <a:pt x="1128256" y="503418"/>
                      <a:pt x="1118731" y="497703"/>
                    </a:cubicBezTo>
                    <a:cubicBezTo>
                      <a:pt x="1098728" y="487225"/>
                      <a:pt x="1074916" y="482463"/>
                      <a:pt x="1066343" y="455793"/>
                    </a:cubicBezTo>
                    <a:cubicBezTo>
                      <a:pt x="1058723" y="432933"/>
                      <a:pt x="1039673" y="427218"/>
                      <a:pt x="1016813" y="433885"/>
                    </a:cubicBezTo>
                    <a:cubicBezTo>
                      <a:pt x="1008241" y="436743"/>
                      <a:pt x="999668" y="438648"/>
                      <a:pt x="996811" y="428170"/>
                    </a:cubicBezTo>
                    <a:cubicBezTo>
                      <a:pt x="993001" y="415788"/>
                      <a:pt x="1007288" y="411025"/>
                      <a:pt x="1013003" y="411978"/>
                    </a:cubicBezTo>
                    <a:cubicBezTo>
                      <a:pt x="1055866" y="420550"/>
                      <a:pt x="1078726" y="386260"/>
                      <a:pt x="1109206" y="369115"/>
                    </a:cubicBezTo>
                    <a:cubicBezTo>
                      <a:pt x="1117778" y="343398"/>
                      <a:pt x="1089203" y="330063"/>
                      <a:pt x="1089203" y="307203"/>
                    </a:cubicBezTo>
                    <a:cubicBezTo>
                      <a:pt x="1085393" y="301488"/>
                      <a:pt x="1081583" y="296725"/>
                      <a:pt x="1077773" y="291010"/>
                    </a:cubicBezTo>
                    <a:cubicBezTo>
                      <a:pt x="1057771" y="307203"/>
                      <a:pt x="1036816" y="290058"/>
                      <a:pt x="1016813" y="292915"/>
                    </a:cubicBezTo>
                    <a:cubicBezTo>
                      <a:pt x="1012050" y="293391"/>
                      <a:pt x="1008717" y="294106"/>
                      <a:pt x="1007169" y="296011"/>
                    </a:cubicBezTo>
                    <a:lnTo>
                      <a:pt x="1007866" y="302667"/>
                    </a:lnTo>
                    <a:lnTo>
                      <a:pt x="1009193" y="303393"/>
                    </a:lnTo>
                    <a:cubicBezTo>
                      <a:pt x="1013003" y="324348"/>
                      <a:pt x="986333" y="363401"/>
                      <a:pt x="962521" y="370068"/>
                    </a:cubicBezTo>
                    <a:cubicBezTo>
                      <a:pt x="943471" y="375783"/>
                      <a:pt x="924421" y="377688"/>
                      <a:pt x="905371" y="371973"/>
                    </a:cubicBezTo>
                    <a:cubicBezTo>
                      <a:pt x="896798" y="389118"/>
                      <a:pt x="879653" y="396738"/>
                      <a:pt x="868223" y="410073"/>
                    </a:cubicBezTo>
                    <a:cubicBezTo>
                      <a:pt x="859651" y="419598"/>
                      <a:pt x="849173" y="424361"/>
                      <a:pt x="836791" y="426266"/>
                    </a:cubicBezTo>
                    <a:cubicBezTo>
                      <a:pt x="830123" y="425313"/>
                      <a:pt x="820598" y="421503"/>
                      <a:pt x="816788" y="424361"/>
                    </a:cubicBezTo>
                    <a:cubicBezTo>
                      <a:pt x="772973" y="455793"/>
                      <a:pt x="714871" y="464366"/>
                      <a:pt x="677723" y="507228"/>
                    </a:cubicBezTo>
                    <a:cubicBezTo>
                      <a:pt x="667246" y="519611"/>
                      <a:pt x="646291" y="531993"/>
                      <a:pt x="668198" y="553901"/>
                    </a:cubicBezTo>
                    <a:cubicBezTo>
                      <a:pt x="672961" y="558663"/>
                      <a:pt x="665341" y="574856"/>
                      <a:pt x="662483" y="586286"/>
                    </a:cubicBezTo>
                    <a:cubicBezTo>
                      <a:pt x="685343" y="585333"/>
                      <a:pt x="702488" y="596763"/>
                      <a:pt x="716776" y="612956"/>
                    </a:cubicBezTo>
                    <a:cubicBezTo>
                      <a:pt x="731063" y="630101"/>
                      <a:pt x="747256" y="644388"/>
                      <a:pt x="771068" y="645341"/>
                    </a:cubicBezTo>
                    <a:cubicBezTo>
                      <a:pt x="789166" y="646293"/>
                      <a:pt x="788213" y="653913"/>
                      <a:pt x="782498" y="667248"/>
                    </a:cubicBezTo>
                    <a:cubicBezTo>
                      <a:pt x="774878" y="685346"/>
                      <a:pt x="766306" y="702491"/>
                      <a:pt x="772973" y="726303"/>
                    </a:cubicBezTo>
                    <a:cubicBezTo>
                      <a:pt x="779641" y="752973"/>
                      <a:pt x="789166" y="747258"/>
                      <a:pt x="805358" y="736781"/>
                    </a:cubicBezTo>
                    <a:cubicBezTo>
                      <a:pt x="823456" y="725351"/>
                      <a:pt x="826313" y="706301"/>
                      <a:pt x="828218" y="689156"/>
                    </a:cubicBezTo>
                    <a:cubicBezTo>
                      <a:pt x="831076" y="669153"/>
                      <a:pt x="841553" y="660581"/>
                      <a:pt x="858698" y="652961"/>
                    </a:cubicBezTo>
                    <a:cubicBezTo>
                      <a:pt x="901561" y="638673"/>
                      <a:pt x="911086" y="619623"/>
                      <a:pt x="901561" y="573903"/>
                    </a:cubicBezTo>
                    <a:cubicBezTo>
                      <a:pt x="900608" y="569141"/>
                      <a:pt x="899656" y="563426"/>
                      <a:pt x="904418" y="561521"/>
                    </a:cubicBezTo>
                    <a:cubicBezTo>
                      <a:pt x="937756" y="550091"/>
                      <a:pt x="937756" y="514848"/>
                      <a:pt x="953948" y="491988"/>
                    </a:cubicBezTo>
                    <a:cubicBezTo>
                      <a:pt x="957758" y="486273"/>
                      <a:pt x="961568" y="480558"/>
                      <a:pt x="968236" y="478653"/>
                    </a:cubicBezTo>
                    <a:cubicBezTo>
                      <a:pt x="991096" y="471986"/>
                      <a:pt x="1037768" y="491036"/>
                      <a:pt x="1049198" y="512943"/>
                    </a:cubicBezTo>
                    <a:cubicBezTo>
                      <a:pt x="1061581" y="517706"/>
                      <a:pt x="1074916" y="522468"/>
                      <a:pt x="1063486" y="539613"/>
                    </a:cubicBezTo>
                    <a:cubicBezTo>
                      <a:pt x="1048246" y="555806"/>
                      <a:pt x="1052056" y="572951"/>
                      <a:pt x="1067296" y="583428"/>
                    </a:cubicBezTo>
                    <a:cubicBezTo>
                      <a:pt x="1084441" y="593906"/>
                      <a:pt x="1099681" y="578666"/>
                      <a:pt x="1112063" y="568188"/>
                    </a:cubicBezTo>
                    <a:cubicBezTo>
                      <a:pt x="1139686" y="545328"/>
                      <a:pt x="1138733" y="544376"/>
                      <a:pt x="1146353" y="580571"/>
                    </a:cubicBezTo>
                    <a:cubicBezTo>
                      <a:pt x="1149211" y="592953"/>
                      <a:pt x="1154926" y="606288"/>
                      <a:pt x="1151116" y="616766"/>
                    </a:cubicBezTo>
                    <a:cubicBezTo>
                      <a:pt x="1138733" y="656771"/>
                      <a:pt x="1163498" y="672011"/>
                      <a:pt x="1193026" y="684393"/>
                    </a:cubicBezTo>
                    <a:cubicBezTo>
                      <a:pt x="1193026" y="693918"/>
                      <a:pt x="1188501" y="696537"/>
                      <a:pt x="1182905" y="697847"/>
                    </a:cubicBezTo>
                    <a:lnTo>
                      <a:pt x="1179024" y="699159"/>
                    </a:lnTo>
                    <a:lnTo>
                      <a:pt x="1177845" y="699023"/>
                    </a:lnTo>
                    <a:cubicBezTo>
                      <a:pt x="1174214" y="699455"/>
                      <a:pt x="1170404" y="700824"/>
                      <a:pt x="1166356" y="703443"/>
                    </a:cubicBezTo>
                    <a:lnTo>
                      <a:pt x="1179024" y="699159"/>
                    </a:lnTo>
                    <a:lnTo>
                      <a:pt x="1188263" y="700229"/>
                    </a:lnTo>
                    <a:cubicBezTo>
                      <a:pt x="1194931" y="702491"/>
                      <a:pt x="1201122" y="707253"/>
                      <a:pt x="1207313" y="712016"/>
                    </a:cubicBezTo>
                    <a:cubicBezTo>
                      <a:pt x="1210647" y="727732"/>
                      <a:pt x="1209694" y="741781"/>
                      <a:pt x="1205051" y="754402"/>
                    </a:cubicBezTo>
                    <a:lnTo>
                      <a:pt x="1180854" y="787924"/>
                    </a:lnTo>
                    <a:lnTo>
                      <a:pt x="1187073" y="807504"/>
                    </a:lnTo>
                    <a:cubicBezTo>
                      <a:pt x="1190883" y="812504"/>
                      <a:pt x="1196836" y="815362"/>
                      <a:pt x="1206361" y="814886"/>
                    </a:cubicBezTo>
                    <a:cubicBezTo>
                      <a:pt x="1214934" y="814886"/>
                      <a:pt x="1223506" y="816791"/>
                      <a:pt x="1213981" y="828221"/>
                    </a:cubicBezTo>
                    <a:cubicBezTo>
                      <a:pt x="1208266" y="850128"/>
                      <a:pt x="1205409" y="874893"/>
                      <a:pt x="1172071" y="862511"/>
                    </a:cubicBezTo>
                    <a:cubicBezTo>
                      <a:pt x="1153021" y="859653"/>
                      <a:pt x="1123494" y="872036"/>
                      <a:pt x="1115874" y="854891"/>
                    </a:cubicBezTo>
                    <a:cubicBezTo>
                      <a:pt x="1109206" y="839651"/>
                      <a:pt x="1133971" y="821553"/>
                      <a:pt x="1148259" y="807266"/>
                    </a:cubicBezTo>
                    <a:cubicBezTo>
                      <a:pt x="1157784" y="799646"/>
                      <a:pt x="1159689" y="785358"/>
                      <a:pt x="1173024" y="780596"/>
                    </a:cubicBezTo>
                    <a:lnTo>
                      <a:pt x="1173125" y="780684"/>
                    </a:lnTo>
                    <a:lnTo>
                      <a:pt x="1174333" y="770475"/>
                    </a:lnTo>
                    <a:cubicBezTo>
                      <a:pt x="1173023" y="767975"/>
                      <a:pt x="1169689" y="766784"/>
                      <a:pt x="1163498" y="767261"/>
                    </a:cubicBezTo>
                    <a:cubicBezTo>
                      <a:pt x="1147306" y="769166"/>
                      <a:pt x="1137781" y="780596"/>
                      <a:pt x="1124446" y="787263"/>
                    </a:cubicBezTo>
                    <a:cubicBezTo>
                      <a:pt x="1097776" y="793931"/>
                      <a:pt x="1070153" y="791073"/>
                      <a:pt x="1043483" y="789168"/>
                    </a:cubicBezTo>
                    <a:cubicBezTo>
                      <a:pt x="1026338" y="788216"/>
                      <a:pt x="1010146" y="786311"/>
                      <a:pt x="993953" y="794883"/>
                    </a:cubicBezTo>
                    <a:cubicBezTo>
                      <a:pt x="987286" y="810123"/>
                      <a:pt x="971093" y="808218"/>
                      <a:pt x="959663" y="814886"/>
                    </a:cubicBezTo>
                    <a:cubicBezTo>
                      <a:pt x="951091" y="825363"/>
                      <a:pt x="939661" y="831078"/>
                      <a:pt x="929183" y="839651"/>
                    </a:cubicBezTo>
                    <a:lnTo>
                      <a:pt x="925100" y="843462"/>
                    </a:lnTo>
                    <a:lnTo>
                      <a:pt x="915848" y="851081"/>
                    </a:lnTo>
                    <a:cubicBezTo>
                      <a:pt x="915848" y="851081"/>
                      <a:pt x="912991" y="851081"/>
                      <a:pt x="912991" y="851081"/>
                    </a:cubicBezTo>
                    <a:cubicBezTo>
                      <a:pt x="912991" y="851081"/>
                      <a:pt x="914896" y="852986"/>
                      <a:pt x="914896" y="852986"/>
                    </a:cubicBezTo>
                    <a:lnTo>
                      <a:pt x="925100" y="843462"/>
                    </a:lnTo>
                    <a:lnTo>
                      <a:pt x="932041" y="837746"/>
                    </a:lnTo>
                    <a:cubicBezTo>
                      <a:pt x="942518" y="824411"/>
                      <a:pt x="959663" y="826316"/>
                      <a:pt x="972998" y="820601"/>
                    </a:cubicBezTo>
                    <a:cubicBezTo>
                      <a:pt x="979666" y="818696"/>
                      <a:pt x="986333" y="814886"/>
                      <a:pt x="992048" y="814886"/>
                    </a:cubicBezTo>
                    <a:cubicBezTo>
                      <a:pt x="1003478" y="813933"/>
                      <a:pt x="1017766" y="809171"/>
                      <a:pt x="1023481" y="819648"/>
                    </a:cubicBezTo>
                    <a:cubicBezTo>
                      <a:pt x="1032053" y="834888"/>
                      <a:pt x="1013003" y="835841"/>
                      <a:pt x="1005383" y="842508"/>
                    </a:cubicBezTo>
                    <a:cubicBezTo>
                      <a:pt x="1003478" y="844413"/>
                      <a:pt x="1005383" y="851081"/>
                      <a:pt x="1006336" y="854891"/>
                    </a:cubicBezTo>
                    <a:cubicBezTo>
                      <a:pt x="997763" y="866321"/>
                      <a:pt x="1011098" y="877751"/>
                      <a:pt x="1005383" y="889181"/>
                    </a:cubicBezTo>
                    <a:cubicBezTo>
                      <a:pt x="1001573" y="899658"/>
                      <a:pt x="992048" y="903468"/>
                      <a:pt x="984428" y="910136"/>
                    </a:cubicBezTo>
                    <a:cubicBezTo>
                      <a:pt x="974903" y="918708"/>
                      <a:pt x="961568" y="909183"/>
                      <a:pt x="952043" y="916803"/>
                    </a:cubicBezTo>
                    <a:cubicBezTo>
                      <a:pt x="937756" y="931091"/>
                      <a:pt x="916801" y="932043"/>
                      <a:pt x="899656" y="938711"/>
                    </a:cubicBezTo>
                    <a:cubicBezTo>
                      <a:pt x="876796" y="947283"/>
                      <a:pt x="858698" y="959666"/>
                      <a:pt x="855841" y="985383"/>
                    </a:cubicBezTo>
                    <a:cubicBezTo>
                      <a:pt x="853936" y="1001576"/>
                      <a:pt x="839648" y="1003481"/>
                      <a:pt x="831076" y="1003481"/>
                    </a:cubicBezTo>
                    <a:cubicBezTo>
                      <a:pt x="779641" y="1006338"/>
                      <a:pt x="763448" y="1048248"/>
                      <a:pt x="738683" y="1081586"/>
                    </a:cubicBezTo>
                    <a:cubicBezTo>
                      <a:pt x="708203" y="1076823"/>
                      <a:pt x="712013" y="1097778"/>
                      <a:pt x="711061" y="1115876"/>
                    </a:cubicBezTo>
                    <a:cubicBezTo>
                      <a:pt x="707251" y="1144451"/>
                      <a:pt x="692011" y="1163501"/>
                      <a:pt x="666293" y="1175883"/>
                    </a:cubicBezTo>
                    <a:cubicBezTo>
                      <a:pt x="636766" y="1191123"/>
                      <a:pt x="610096" y="1209221"/>
                      <a:pt x="585331" y="1230176"/>
                    </a:cubicBezTo>
                    <a:cubicBezTo>
                      <a:pt x="565328" y="1247320"/>
                      <a:pt x="557708" y="1270181"/>
                      <a:pt x="559613" y="1297803"/>
                    </a:cubicBezTo>
                    <a:cubicBezTo>
                      <a:pt x="561518" y="1327331"/>
                      <a:pt x="564376" y="1356858"/>
                      <a:pt x="557708" y="1386386"/>
                    </a:cubicBezTo>
                    <a:cubicBezTo>
                      <a:pt x="555803" y="1394958"/>
                      <a:pt x="551993" y="1406388"/>
                      <a:pt x="542468" y="1407341"/>
                    </a:cubicBezTo>
                    <a:cubicBezTo>
                      <a:pt x="530086" y="1409246"/>
                      <a:pt x="531038" y="1394958"/>
                      <a:pt x="528181" y="1387338"/>
                    </a:cubicBezTo>
                    <a:cubicBezTo>
                      <a:pt x="522466" y="1365431"/>
                      <a:pt x="516751" y="1344476"/>
                      <a:pt x="519608" y="1320663"/>
                    </a:cubicBezTo>
                    <a:cubicBezTo>
                      <a:pt x="521513" y="1300661"/>
                      <a:pt x="522466" y="1280658"/>
                      <a:pt x="488176" y="1283516"/>
                    </a:cubicBezTo>
                    <a:cubicBezTo>
                      <a:pt x="470078" y="1285421"/>
                      <a:pt x="452933" y="1262561"/>
                      <a:pt x="429121" y="1267323"/>
                    </a:cubicBezTo>
                    <a:cubicBezTo>
                      <a:pt x="422453" y="1268276"/>
                      <a:pt x="411023" y="1265418"/>
                      <a:pt x="409118" y="1268276"/>
                    </a:cubicBezTo>
                    <a:cubicBezTo>
                      <a:pt x="391973" y="1307328"/>
                      <a:pt x="364351" y="1288278"/>
                      <a:pt x="336728" y="1284468"/>
                    </a:cubicBezTo>
                    <a:cubicBezTo>
                      <a:pt x="279578" y="1275896"/>
                      <a:pt x="228143" y="1315901"/>
                      <a:pt x="215761" y="1373051"/>
                    </a:cubicBezTo>
                    <a:cubicBezTo>
                      <a:pt x="210998" y="1396863"/>
                      <a:pt x="193853" y="1415913"/>
                      <a:pt x="189091" y="1441631"/>
                    </a:cubicBezTo>
                    <a:cubicBezTo>
                      <a:pt x="182423" y="1476873"/>
                      <a:pt x="183376" y="1511163"/>
                      <a:pt x="196711" y="1544501"/>
                    </a:cubicBezTo>
                    <a:cubicBezTo>
                      <a:pt x="204331" y="1564503"/>
                      <a:pt x="219571" y="1574028"/>
                      <a:pt x="244336" y="1573076"/>
                    </a:cubicBezTo>
                    <a:cubicBezTo>
                      <a:pt x="284341" y="1571171"/>
                      <a:pt x="310058" y="1555931"/>
                      <a:pt x="320536" y="1514973"/>
                    </a:cubicBezTo>
                    <a:cubicBezTo>
                      <a:pt x="324346" y="1500686"/>
                      <a:pt x="374828" y="1487351"/>
                      <a:pt x="387211" y="1494971"/>
                    </a:cubicBezTo>
                    <a:cubicBezTo>
                      <a:pt x="396736" y="1500686"/>
                      <a:pt x="392926" y="1507353"/>
                      <a:pt x="389116" y="1515926"/>
                    </a:cubicBezTo>
                    <a:cubicBezTo>
                      <a:pt x="372923" y="1552121"/>
                      <a:pt x="358636" y="1589268"/>
                      <a:pt x="340538" y="1624511"/>
                    </a:cubicBezTo>
                    <a:cubicBezTo>
                      <a:pt x="329108" y="1646418"/>
                      <a:pt x="340538" y="1644513"/>
                      <a:pt x="354826" y="1644513"/>
                    </a:cubicBezTo>
                    <a:cubicBezTo>
                      <a:pt x="372923" y="1644513"/>
                      <a:pt x="391973" y="1642608"/>
                      <a:pt x="410071" y="1645466"/>
                    </a:cubicBezTo>
                    <a:cubicBezTo>
                      <a:pt x="432931" y="1649276"/>
                      <a:pt x="449123" y="1658801"/>
                      <a:pt x="439598" y="1687376"/>
                    </a:cubicBezTo>
                    <a:cubicBezTo>
                      <a:pt x="433883" y="1705473"/>
                      <a:pt x="432931" y="1725476"/>
                      <a:pt x="426263" y="1743573"/>
                    </a:cubicBezTo>
                    <a:cubicBezTo>
                      <a:pt x="414833" y="1774053"/>
                      <a:pt x="432931" y="1793103"/>
                      <a:pt x="450076" y="1813106"/>
                    </a:cubicBezTo>
                    <a:cubicBezTo>
                      <a:pt x="466268" y="1832156"/>
                      <a:pt x="483413" y="1819773"/>
                      <a:pt x="499606" y="1812153"/>
                    </a:cubicBezTo>
                    <a:cubicBezTo>
                      <a:pt x="512941" y="1806438"/>
                      <a:pt x="528181" y="1806438"/>
                      <a:pt x="536753" y="1818821"/>
                    </a:cubicBezTo>
                    <a:cubicBezTo>
                      <a:pt x="554851" y="1843586"/>
                      <a:pt x="571996" y="1829298"/>
                      <a:pt x="577711" y="1813106"/>
                    </a:cubicBezTo>
                    <a:cubicBezTo>
                      <a:pt x="591998" y="1771196"/>
                      <a:pt x="630098" y="1768338"/>
                      <a:pt x="661531" y="1754051"/>
                    </a:cubicBezTo>
                    <a:cubicBezTo>
                      <a:pt x="671056" y="1754051"/>
                      <a:pt x="673913" y="1755956"/>
                      <a:pt x="672008" y="1763576"/>
                    </a:cubicBezTo>
                    <a:cubicBezTo>
                      <a:pt x="676771" y="1783578"/>
                      <a:pt x="689153" y="1777863"/>
                      <a:pt x="695821" y="1768338"/>
                    </a:cubicBezTo>
                    <a:cubicBezTo>
                      <a:pt x="713918" y="1745478"/>
                      <a:pt x="729158" y="1761671"/>
                      <a:pt x="741541" y="1772148"/>
                    </a:cubicBezTo>
                    <a:cubicBezTo>
                      <a:pt x="769163" y="1795008"/>
                      <a:pt x="799643" y="1798818"/>
                      <a:pt x="832028" y="1788341"/>
                    </a:cubicBezTo>
                    <a:cubicBezTo>
                      <a:pt x="845363" y="1783578"/>
                      <a:pt x="854888" y="1779768"/>
                      <a:pt x="865366" y="1796913"/>
                    </a:cubicBezTo>
                    <a:cubicBezTo>
                      <a:pt x="875843" y="1814058"/>
                      <a:pt x="896798" y="1823583"/>
                      <a:pt x="910133" y="1838823"/>
                    </a:cubicBezTo>
                    <a:cubicBezTo>
                      <a:pt x="947281" y="1881686"/>
                      <a:pt x="990143" y="1906451"/>
                      <a:pt x="1047293" y="1918833"/>
                    </a:cubicBezTo>
                    <a:cubicBezTo>
                      <a:pt x="1093966" y="1928358"/>
                      <a:pt x="1124446" y="1995986"/>
                      <a:pt x="1116826" y="2036943"/>
                    </a:cubicBezTo>
                    <a:cubicBezTo>
                      <a:pt x="1113968" y="2044563"/>
                      <a:pt x="1111111" y="2051231"/>
                      <a:pt x="1106348" y="2056946"/>
                    </a:cubicBezTo>
                    <a:cubicBezTo>
                      <a:pt x="1092061" y="2071233"/>
                      <a:pt x="1112063" y="2086473"/>
                      <a:pt x="1104443" y="2099808"/>
                    </a:cubicBezTo>
                    <a:cubicBezTo>
                      <a:pt x="1110158" y="2107428"/>
                      <a:pt x="1117778" y="2102666"/>
                      <a:pt x="1124446" y="2102666"/>
                    </a:cubicBezTo>
                    <a:cubicBezTo>
                      <a:pt x="1147306" y="2095046"/>
                      <a:pt x="1161593" y="2062661"/>
                      <a:pt x="1193026" y="2077901"/>
                    </a:cubicBezTo>
                    <a:cubicBezTo>
                      <a:pt x="1225411" y="2087426"/>
                      <a:pt x="1244461" y="2125526"/>
                      <a:pt x="1280656" y="2123621"/>
                    </a:cubicBezTo>
                    <a:cubicBezTo>
                      <a:pt x="1325423" y="2121716"/>
                      <a:pt x="1360666" y="2136956"/>
                      <a:pt x="1387336" y="2172198"/>
                    </a:cubicBezTo>
                    <a:cubicBezTo>
                      <a:pt x="1398766" y="2187438"/>
                      <a:pt x="1427341" y="2172198"/>
                      <a:pt x="1434008" y="2199821"/>
                    </a:cubicBezTo>
                    <a:cubicBezTo>
                      <a:pt x="1440676" y="2228396"/>
                      <a:pt x="1444486" y="2256018"/>
                      <a:pt x="1430198" y="2282688"/>
                    </a:cubicBezTo>
                    <a:cubicBezTo>
                      <a:pt x="1413053" y="2315073"/>
                      <a:pt x="1388288" y="2341743"/>
                      <a:pt x="1370191" y="2373176"/>
                    </a:cubicBezTo>
                    <a:cubicBezTo>
                      <a:pt x="1359713" y="2391273"/>
                      <a:pt x="1356856" y="2406513"/>
                      <a:pt x="1358761" y="2423658"/>
                    </a:cubicBezTo>
                    <a:cubicBezTo>
                      <a:pt x="1366381" y="2486523"/>
                      <a:pt x="1352093" y="2544626"/>
                      <a:pt x="1327328" y="2600823"/>
                    </a:cubicBezTo>
                    <a:cubicBezTo>
                      <a:pt x="1321613" y="2612253"/>
                      <a:pt x="1313041" y="2629398"/>
                      <a:pt x="1293991" y="2626541"/>
                    </a:cubicBezTo>
                    <a:cubicBezTo>
                      <a:pt x="1261606" y="2622731"/>
                      <a:pt x="1241603" y="2647496"/>
                      <a:pt x="1218743" y="2661783"/>
                    </a:cubicBezTo>
                    <a:cubicBezTo>
                      <a:pt x="1203503" y="2671308"/>
                      <a:pt x="1187311" y="2690358"/>
                      <a:pt x="1193026" y="2710361"/>
                    </a:cubicBezTo>
                    <a:cubicBezTo>
                      <a:pt x="1205408" y="2757033"/>
                      <a:pt x="1178738" y="2793228"/>
                      <a:pt x="1164451" y="2832281"/>
                    </a:cubicBezTo>
                    <a:cubicBezTo>
                      <a:pt x="1154926" y="2859903"/>
                      <a:pt x="1136828" y="2884668"/>
                      <a:pt x="1122541" y="2910386"/>
                    </a:cubicBezTo>
                    <a:cubicBezTo>
                      <a:pt x="1116826" y="2920863"/>
                      <a:pt x="1109206" y="2929436"/>
                      <a:pt x="1095871" y="2929436"/>
                    </a:cubicBezTo>
                    <a:cubicBezTo>
                      <a:pt x="1085393" y="2920863"/>
                      <a:pt x="1072058" y="2930388"/>
                      <a:pt x="1061581" y="2922768"/>
                    </a:cubicBezTo>
                    <a:cubicBezTo>
                      <a:pt x="1053961" y="2919911"/>
                      <a:pt x="1044436" y="2911338"/>
                      <a:pt x="1047293" y="2929436"/>
                    </a:cubicBezTo>
                    <a:cubicBezTo>
                      <a:pt x="1052056" y="2938961"/>
                      <a:pt x="1062533" y="2944676"/>
                      <a:pt x="1061581" y="2956106"/>
                    </a:cubicBezTo>
                    <a:cubicBezTo>
                      <a:pt x="1055866" y="2964678"/>
                      <a:pt x="1048246" y="2962773"/>
                      <a:pt x="1040626" y="2959916"/>
                    </a:cubicBezTo>
                    <a:cubicBezTo>
                      <a:pt x="952043" y="2929436"/>
                      <a:pt x="865366" y="2895146"/>
                      <a:pt x="783451" y="2850378"/>
                    </a:cubicBezTo>
                    <a:cubicBezTo>
                      <a:pt x="762496" y="2838948"/>
                      <a:pt x="762496" y="2820851"/>
                      <a:pt x="752971" y="2805611"/>
                    </a:cubicBezTo>
                    <a:cubicBezTo>
                      <a:pt x="730111" y="2799896"/>
                      <a:pt x="738683" y="2779893"/>
                      <a:pt x="737731" y="2765606"/>
                    </a:cubicBezTo>
                    <a:cubicBezTo>
                      <a:pt x="736778" y="2697978"/>
                      <a:pt x="732968" y="2631303"/>
                      <a:pt x="721538" y="2564628"/>
                    </a:cubicBezTo>
                    <a:cubicBezTo>
                      <a:pt x="715823" y="2532243"/>
                      <a:pt x="700583" y="2503668"/>
                      <a:pt x="670103" y="2492238"/>
                    </a:cubicBezTo>
                    <a:cubicBezTo>
                      <a:pt x="596761" y="2464616"/>
                      <a:pt x="568186" y="2400798"/>
                      <a:pt x="539611" y="2337933"/>
                    </a:cubicBezTo>
                    <a:cubicBezTo>
                      <a:pt x="520561" y="2296976"/>
                      <a:pt x="502463" y="2256971"/>
                      <a:pt x="473888" y="2221728"/>
                    </a:cubicBezTo>
                    <a:cubicBezTo>
                      <a:pt x="456743" y="2200773"/>
                      <a:pt x="450076" y="2174103"/>
                      <a:pt x="468173" y="2148386"/>
                    </a:cubicBezTo>
                    <a:cubicBezTo>
                      <a:pt x="473888" y="2140766"/>
                      <a:pt x="477698" y="2133146"/>
                      <a:pt x="471983" y="2122668"/>
                    </a:cubicBezTo>
                    <a:cubicBezTo>
                      <a:pt x="452933" y="2083616"/>
                      <a:pt x="471983" y="2052183"/>
                      <a:pt x="493891" y="2021703"/>
                    </a:cubicBezTo>
                    <a:cubicBezTo>
                      <a:pt x="518656" y="1987413"/>
                      <a:pt x="546278" y="1955028"/>
                      <a:pt x="538658" y="1907403"/>
                    </a:cubicBezTo>
                    <a:cubicBezTo>
                      <a:pt x="535801" y="1889306"/>
                      <a:pt x="531991" y="1871208"/>
                      <a:pt x="524371" y="1854063"/>
                    </a:cubicBezTo>
                    <a:cubicBezTo>
                      <a:pt x="517703" y="1837871"/>
                      <a:pt x="507226" y="1834061"/>
                      <a:pt x="499606" y="1853111"/>
                    </a:cubicBezTo>
                    <a:cubicBezTo>
                      <a:pt x="489128" y="1876923"/>
                      <a:pt x="475793" y="1875018"/>
                      <a:pt x="459601" y="1860731"/>
                    </a:cubicBezTo>
                    <a:cubicBezTo>
                      <a:pt x="443408" y="1847396"/>
                      <a:pt x="425311" y="1838823"/>
                      <a:pt x="408166" y="1827393"/>
                    </a:cubicBezTo>
                    <a:cubicBezTo>
                      <a:pt x="375781" y="1806438"/>
                      <a:pt x="371971" y="1771196"/>
                      <a:pt x="354826" y="1742621"/>
                    </a:cubicBezTo>
                    <a:cubicBezTo>
                      <a:pt x="346253" y="1729286"/>
                      <a:pt x="337681" y="1720713"/>
                      <a:pt x="322441" y="1715951"/>
                    </a:cubicBezTo>
                    <a:cubicBezTo>
                      <a:pt x="289103" y="1705473"/>
                      <a:pt x="255766" y="1691186"/>
                      <a:pt x="234811" y="1658801"/>
                    </a:cubicBezTo>
                    <a:cubicBezTo>
                      <a:pt x="228143" y="1649276"/>
                      <a:pt x="218618" y="1639751"/>
                      <a:pt x="206236" y="1644513"/>
                    </a:cubicBezTo>
                    <a:cubicBezTo>
                      <a:pt x="170993" y="1656896"/>
                      <a:pt x="143371" y="1639751"/>
                      <a:pt x="116701" y="1622606"/>
                    </a:cubicBezTo>
                    <a:cubicBezTo>
                      <a:pt x="85268" y="1603556"/>
                      <a:pt x="54788" y="1583553"/>
                      <a:pt x="28118" y="1557836"/>
                    </a:cubicBezTo>
                    <a:cubicBezTo>
                      <a:pt x="11926" y="1541643"/>
                      <a:pt x="1448" y="1523546"/>
                      <a:pt x="12878" y="1499733"/>
                    </a:cubicBezTo>
                    <a:cubicBezTo>
                      <a:pt x="20498" y="1482588"/>
                      <a:pt x="16688" y="1463538"/>
                      <a:pt x="10021" y="1446393"/>
                    </a:cubicBezTo>
                    <a:cubicBezTo>
                      <a:pt x="6211" y="1434963"/>
                      <a:pt x="-1409" y="1423533"/>
                      <a:pt x="5258" y="1410198"/>
                    </a:cubicBezTo>
                    <a:cubicBezTo>
                      <a:pt x="-12839" y="1304471"/>
                      <a:pt x="19546" y="1205411"/>
                      <a:pt x="45263" y="1105398"/>
                    </a:cubicBezTo>
                    <a:cubicBezTo>
                      <a:pt x="94793" y="912993"/>
                      <a:pt x="185281" y="739638"/>
                      <a:pt x="304343" y="581523"/>
                    </a:cubicBezTo>
                    <a:cubicBezTo>
                      <a:pt x="374828" y="487226"/>
                      <a:pt x="458648" y="405311"/>
                      <a:pt x="548183" y="329111"/>
                    </a:cubicBezTo>
                    <a:cubicBezTo>
                      <a:pt x="568186" y="311966"/>
                      <a:pt x="591046" y="303393"/>
                      <a:pt x="617716" y="317681"/>
                    </a:cubicBezTo>
                    <a:cubicBezTo>
                      <a:pt x="628193" y="324348"/>
                      <a:pt x="628193" y="314823"/>
                      <a:pt x="631051" y="309108"/>
                    </a:cubicBezTo>
                    <a:cubicBezTo>
                      <a:pt x="652006" y="308156"/>
                      <a:pt x="669151" y="289106"/>
                      <a:pt x="692011" y="299583"/>
                    </a:cubicBezTo>
                    <a:cubicBezTo>
                      <a:pt x="712013" y="311966"/>
                      <a:pt x="732968" y="317681"/>
                      <a:pt x="756781" y="316728"/>
                    </a:cubicBezTo>
                    <a:cubicBezTo>
                      <a:pt x="764401" y="317681"/>
                      <a:pt x="772973" y="320538"/>
                      <a:pt x="780593" y="315776"/>
                    </a:cubicBezTo>
                    <a:cubicBezTo>
                      <a:pt x="786308" y="312918"/>
                      <a:pt x="792023" y="311966"/>
                      <a:pt x="797738" y="314823"/>
                    </a:cubicBezTo>
                    <a:cubicBezTo>
                      <a:pt x="808216" y="327206"/>
                      <a:pt x="819646" y="321491"/>
                      <a:pt x="831076" y="316728"/>
                    </a:cubicBezTo>
                    <a:cubicBezTo>
                      <a:pt x="837743" y="304346"/>
                      <a:pt x="858698" y="297678"/>
                      <a:pt x="841553" y="277676"/>
                    </a:cubicBezTo>
                    <a:cubicBezTo>
                      <a:pt x="834886" y="270056"/>
                      <a:pt x="846316" y="263388"/>
                      <a:pt x="852031" y="259578"/>
                    </a:cubicBezTo>
                    <a:cubicBezTo>
                      <a:pt x="857269" y="255768"/>
                      <a:pt x="862508" y="252434"/>
                      <a:pt x="867152" y="248624"/>
                    </a:cubicBezTo>
                    <a:lnTo>
                      <a:pt x="876026" y="238011"/>
                    </a:lnTo>
                    <a:lnTo>
                      <a:pt x="858921" y="241392"/>
                    </a:lnTo>
                    <a:cubicBezTo>
                      <a:pt x="840303" y="244874"/>
                      <a:pt x="823694" y="244338"/>
                      <a:pt x="821551" y="210048"/>
                    </a:cubicBezTo>
                    <a:cubicBezTo>
                      <a:pt x="833933" y="208143"/>
                      <a:pt x="848221" y="208143"/>
                      <a:pt x="857746" y="190998"/>
                    </a:cubicBezTo>
                    <a:cubicBezTo>
                      <a:pt x="861079" y="184807"/>
                      <a:pt x="867032" y="183378"/>
                      <a:pt x="873343" y="184331"/>
                    </a:cubicBezTo>
                    <a:close/>
                    <a:moveTo>
                      <a:pt x="798215" y="181949"/>
                    </a:moveTo>
                    <a:cubicBezTo>
                      <a:pt x="801310" y="182187"/>
                      <a:pt x="803930" y="183378"/>
                      <a:pt x="805359" y="187188"/>
                    </a:cubicBezTo>
                    <a:cubicBezTo>
                      <a:pt x="808216" y="194808"/>
                      <a:pt x="800596" y="194808"/>
                      <a:pt x="795834" y="196713"/>
                    </a:cubicBezTo>
                    <a:cubicBezTo>
                      <a:pt x="790119" y="193856"/>
                      <a:pt x="788214" y="189093"/>
                      <a:pt x="788214" y="182426"/>
                    </a:cubicBezTo>
                    <a:cubicBezTo>
                      <a:pt x="791547" y="182426"/>
                      <a:pt x="795119" y="181711"/>
                      <a:pt x="798215" y="181949"/>
                    </a:cubicBezTo>
                    <a:close/>
                    <a:moveTo>
                      <a:pt x="938708" y="121466"/>
                    </a:moveTo>
                    <a:cubicBezTo>
                      <a:pt x="943471" y="128133"/>
                      <a:pt x="953948" y="130038"/>
                      <a:pt x="952043" y="141468"/>
                    </a:cubicBezTo>
                    <a:lnTo>
                      <a:pt x="951037" y="142501"/>
                    </a:lnTo>
                    <a:lnTo>
                      <a:pt x="953949" y="140516"/>
                    </a:lnTo>
                    <a:cubicBezTo>
                      <a:pt x="952996" y="143373"/>
                      <a:pt x="952996" y="146231"/>
                      <a:pt x="952996" y="148136"/>
                    </a:cubicBezTo>
                    <a:cubicBezTo>
                      <a:pt x="952996" y="154803"/>
                      <a:pt x="952996" y="161471"/>
                      <a:pt x="952996" y="169091"/>
                    </a:cubicBezTo>
                    <a:cubicBezTo>
                      <a:pt x="949662" y="166709"/>
                      <a:pt x="947281" y="162899"/>
                      <a:pt x="944424" y="159804"/>
                    </a:cubicBezTo>
                    <a:lnTo>
                      <a:pt x="933131" y="154863"/>
                    </a:lnTo>
                    <a:lnTo>
                      <a:pt x="931088" y="155756"/>
                    </a:lnTo>
                    <a:cubicBezTo>
                      <a:pt x="931088" y="155756"/>
                      <a:pt x="930136" y="155756"/>
                      <a:pt x="930136" y="155756"/>
                    </a:cubicBezTo>
                    <a:cubicBezTo>
                      <a:pt x="925373" y="152898"/>
                      <a:pt x="906323" y="162423"/>
                      <a:pt x="918706" y="144326"/>
                    </a:cubicBezTo>
                    <a:cubicBezTo>
                      <a:pt x="923468" y="137658"/>
                      <a:pt x="931088" y="131943"/>
                      <a:pt x="931088" y="122418"/>
                    </a:cubicBezTo>
                    <a:cubicBezTo>
                      <a:pt x="934898" y="118608"/>
                      <a:pt x="936803" y="118608"/>
                      <a:pt x="938708" y="121466"/>
                    </a:cubicBezTo>
                    <a:close/>
                    <a:moveTo>
                      <a:pt x="925373" y="107178"/>
                    </a:moveTo>
                    <a:cubicBezTo>
                      <a:pt x="930136" y="111940"/>
                      <a:pt x="934898" y="116703"/>
                      <a:pt x="938708" y="121465"/>
                    </a:cubicBezTo>
                    <a:lnTo>
                      <a:pt x="935851" y="121465"/>
                    </a:lnTo>
                    <a:cubicBezTo>
                      <a:pt x="935851" y="121465"/>
                      <a:pt x="932993" y="121465"/>
                      <a:pt x="932993" y="121465"/>
                    </a:cubicBezTo>
                    <a:cubicBezTo>
                      <a:pt x="923468" y="125275"/>
                      <a:pt x="912991" y="131943"/>
                      <a:pt x="901561" y="123370"/>
                    </a:cubicBezTo>
                    <a:cubicBezTo>
                      <a:pt x="904418" y="109083"/>
                      <a:pt x="915848" y="109083"/>
                      <a:pt x="925373" y="107178"/>
                    </a:cubicBezTo>
                    <a:close/>
                    <a:moveTo>
                      <a:pt x="1021576" y="71936"/>
                    </a:moveTo>
                    <a:cubicBezTo>
                      <a:pt x="1037768" y="75746"/>
                      <a:pt x="1038721" y="87176"/>
                      <a:pt x="1031101" y="97653"/>
                    </a:cubicBezTo>
                    <a:cubicBezTo>
                      <a:pt x="1019671" y="115751"/>
                      <a:pt x="1011098" y="95748"/>
                      <a:pt x="1000621" y="92891"/>
                    </a:cubicBezTo>
                    <a:cubicBezTo>
                      <a:pt x="1002526" y="88128"/>
                      <a:pt x="1005383" y="83366"/>
                      <a:pt x="1007288" y="79556"/>
                    </a:cubicBezTo>
                    <a:cubicBezTo>
                      <a:pt x="1012051" y="76698"/>
                      <a:pt x="1016813" y="74793"/>
                      <a:pt x="1021576" y="71936"/>
                    </a:cubicBezTo>
                    <a:close/>
                    <a:moveTo>
                      <a:pt x="1113849" y="40265"/>
                    </a:moveTo>
                    <a:cubicBezTo>
                      <a:pt x="1128732" y="39074"/>
                      <a:pt x="1143972" y="42885"/>
                      <a:pt x="1159689" y="51933"/>
                    </a:cubicBezTo>
                    <a:cubicBezTo>
                      <a:pt x="1175881" y="68126"/>
                      <a:pt x="1166356" y="76698"/>
                      <a:pt x="1151116" y="84318"/>
                    </a:cubicBezTo>
                    <a:cubicBezTo>
                      <a:pt x="1137781" y="90986"/>
                      <a:pt x="1123494" y="86223"/>
                      <a:pt x="1111111" y="92891"/>
                    </a:cubicBezTo>
                    <a:cubicBezTo>
                      <a:pt x="1083489" y="98606"/>
                      <a:pt x="1067296" y="90033"/>
                      <a:pt x="1070153" y="58601"/>
                    </a:cubicBezTo>
                    <a:cubicBezTo>
                      <a:pt x="1084441" y="47647"/>
                      <a:pt x="1098967" y="41456"/>
                      <a:pt x="1113849" y="40265"/>
                    </a:cubicBezTo>
                    <a:close/>
                    <a:moveTo>
                      <a:pt x="1400760" y="96"/>
                    </a:moveTo>
                    <a:cubicBezTo>
                      <a:pt x="1426031" y="498"/>
                      <a:pt x="1451392" y="2164"/>
                      <a:pt x="1476871" y="5260"/>
                    </a:cubicBezTo>
                    <a:cubicBezTo>
                      <a:pt x="1521639" y="13833"/>
                      <a:pt x="1566406" y="14785"/>
                      <a:pt x="1611174" y="9070"/>
                    </a:cubicBezTo>
                    <a:cubicBezTo>
                      <a:pt x="1614984" y="7165"/>
                      <a:pt x="1619746" y="9070"/>
                      <a:pt x="1619746" y="17643"/>
                    </a:cubicBezTo>
                    <a:cubicBezTo>
                      <a:pt x="1631176" y="13833"/>
                      <a:pt x="1639748" y="20500"/>
                      <a:pt x="1646416" y="28120"/>
                    </a:cubicBezTo>
                    <a:cubicBezTo>
                      <a:pt x="1652131" y="36693"/>
                      <a:pt x="1659751" y="35740"/>
                      <a:pt x="1667371" y="31930"/>
                    </a:cubicBezTo>
                    <a:cubicBezTo>
                      <a:pt x="1693088" y="18119"/>
                      <a:pt x="1717377" y="11690"/>
                      <a:pt x="1742261" y="11690"/>
                    </a:cubicBezTo>
                    <a:cubicBezTo>
                      <a:pt x="1767145" y="11690"/>
                      <a:pt x="1792624" y="18119"/>
                      <a:pt x="1820723" y="30025"/>
                    </a:cubicBezTo>
                    <a:cubicBezTo>
                      <a:pt x="1845488" y="40503"/>
                      <a:pt x="1874063" y="40503"/>
                      <a:pt x="1901686" y="45265"/>
                    </a:cubicBezTo>
                    <a:cubicBezTo>
                      <a:pt x="1905496" y="54790"/>
                      <a:pt x="1888351" y="56695"/>
                      <a:pt x="1894066" y="69078"/>
                    </a:cubicBezTo>
                    <a:cubicBezTo>
                      <a:pt x="1913116" y="57648"/>
                      <a:pt x="1934071" y="52885"/>
                      <a:pt x="1955978" y="55743"/>
                    </a:cubicBezTo>
                    <a:cubicBezTo>
                      <a:pt x="1961693" y="62410"/>
                      <a:pt x="1959788" y="69078"/>
                      <a:pt x="1954073" y="71935"/>
                    </a:cubicBezTo>
                    <a:cubicBezTo>
                      <a:pt x="1939786" y="78603"/>
                      <a:pt x="1939786" y="91938"/>
                      <a:pt x="1935976" y="103368"/>
                    </a:cubicBezTo>
                    <a:cubicBezTo>
                      <a:pt x="1904543" y="124323"/>
                      <a:pt x="1914068" y="142420"/>
                      <a:pt x="1949311" y="161470"/>
                    </a:cubicBezTo>
                    <a:cubicBezTo>
                      <a:pt x="1923593" y="162423"/>
                      <a:pt x="1905496" y="153850"/>
                      <a:pt x="1894066" y="171948"/>
                    </a:cubicBezTo>
                    <a:cubicBezTo>
                      <a:pt x="1899781" y="177663"/>
                      <a:pt x="1909306" y="175758"/>
                      <a:pt x="1913116" y="183378"/>
                    </a:cubicBezTo>
                    <a:cubicBezTo>
                      <a:pt x="1917878" y="187188"/>
                      <a:pt x="1922641" y="195760"/>
                      <a:pt x="1907401" y="196713"/>
                    </a:cubicBezTo>
                    <a:cubicBezTo>
                      <a:pt x="1907401" y="221478"/>
                      <a:pt x="1903591" y="242433"/>
                      <a:pt x="1873111" y="245290"/>
                    </a:cubicBezTo>
                    <a:cubicBezTo>
                      <a:pt x="1842631" y="244338"/>
                      <a:pt x="1879778" y="263388"/>
                      <a:pt x="1866443" y="267198"/>
                    </a:cubicBezTo>
                    <a:cubicBezTo>
                      <a:pt x="1860728" y="271008"/>
                      <a:pt x="1855013" y="271960"/>
                      <a:pt x="1851203" y="270055"/>
                    </a:cubicBezTo>
                    <a:cubicBezTo>
                      <a:pt x="1860728" y="280533"/>
                      <a:pt x="1876921" y="291963"/>
                      <a:pt x="1866443" y="313870"/>
                    </a:cubicBezTo>
                    <a:cubicBezTo>
                      <a:pt x="1859776" y="319585"/>
                      <a:pt x="1852156" y="321490"/>
                      <a:pt x="1843583" y="319585"/>
                    </a:cubicBezTo>
                    <a:cubicBezTo>
                      <a:pt x="1833106" y="315775"/>
                      <a:pt x="1827391" y="307203"/>
                      <a:pt x="1819771" y="300535"/>
                    </a:cubicBezTo>
                    <a:cubicBezTo>
                      <a:pt x="1811198" y="310060"/>
                      <a:pt x="1800721" y="314823"/>
                      <a:pt x="1788338" y="313870"/>
                    </a:cubicBezTo>
                    <a:cubicBezTo>
                      <a:pt x="1791196" y="322443"/>
                      <a:pt x="1796911" y="313870"/>
                      <a:pt x="1800721" y="315775"/>
                    </a:cubicBezTo>
                    <a:cubicBezTo>
                      <a:pt x="1808341" y="314823"/>
                      <a:pt x="1815961" y="312918"/>
                      <a:pt x="1823581" y="314823"/>
                    </a:cubicBezTo>
                    <a:cubicBezTo>
                      <a:pt x="1826438" y="315775"/>
                      <a:pt x="1830248" y="316728"/>
                      <a:pt x="1833106" y="317680"/>
                    </a:cubicBezTo>
                    <a:cubicBezTo>
                      <a:pt x="1838821" y="322443"/>
                      <a:pt x="1842631" y="327205"/>
                      <a:pt x="1838821" y="334825"/>
                    </a:cubicBezTo>
                    <a:cubicBezTo>
                      <a:pt x="1800721" y="354828"/>
                      <a:pt x="1760716" y="371020"/>
                      <a:pt x="1715948" y="370068"/>
                    </a:cubicBezTo>
                    <a:cubicBezTo>
                      <a:pt x="1707376" y="370068"/>
                      <a:pt x="1695946" y="372925"/>
                      <a:pt x="1691183" y="379593"/>
                    </a:cubicBezTo>
                    <a:cubicBezTo>
                      <a:pt x="1662608" y="411025"/>
                      <a:pt x="1627366" y="425313"/>
                      <a:pt x="1586408" y="430075"/>
                    </a:cubicBezTo>
                    <a:cubicBezTo>
                      <a:pt x="1564501" y="432933"/>
                      <a:pt x="1554976" y="450078"/>
                      <a:pt x="1542593" y="468175"/>
                    </a:cubicBezTo>
                    <a:cubicBezTo>
                      <a:pt x="1522591" y="497703"/>
                      <a:pt x="1501636" y="527230"/>
                      <a:pt x="1480681" y="555805"/>
                    </a:cubicBezTo>
                    <a:cubicBezTo>
                      <a:pt x="1475918" y="562473"/>
                      <a:pt x="1469251" y="562473"/>
                      <a:pt x="1462583" y="562473"/>
                    </a:cubicBezTo>
                    <a:cubicBezTo>
                      <a:pt x="1419721" y="558663"/>
                      <a:pt x="1380668" y="507228"/>
                      <a:pt x="1385431" y="462460"/>
                    </a:cubicBezTo>
                    <a:cubicBezTo>
                      <a:pt x="1388288" y="441505"/>
                      <a:pt x="1374001" y="421503"/>
                      <a:pt x="1379716" y="398643"/>
                    </a:cubicBezTo>
                    <a:cubicBezTo>
                      <a:pt x="1387336" y="363400"/>
                      <a:pt x="1418768" y="354828"/>
                      <a:pt x="1441628" y="335778"/>
                    </a:cubicBezTo>
                    <a:cubicBezTo>
                      <a:pt x="1443533" y="331015"/>
                      <a:pt x="1445438" y="325300"/>
                      <a:pt x="1449248" y="321490"/>
                    </a:cubicBezTo>
                    <a:cubicBezTo>
                      <a:pt x="1454011" y="314823"/>
                      <a:pt x="1454963" y="306250"/>
                      <a:pt x="1461631" y="300535"/>
                    </a:cubicBezTo>
                    <a:cubicBezTo>
                      <a:pt x="1451153" y="280533"/>
                      <a:pt x="1439723" y="265293"/>
                      <a:pt x="1412101" y="280533"/>
                    </a:cubicBezTo>
                    <a:cubicBezTo>
                      <a:pt x="1425436" y="259578"/>
                      <a:pt x="1438771" y="241480"/>
                      <a:pt x="1434961" y="215763"/>
                    </a:cubicBezTo>
                    <a:cubicBezTo>
                      <a:pt x="1430198" y="178615"/>
                      <a:pt x="1409243" y="158613"/>
                      <a:pt x="1371143" y="160518"/>
                    </a:cubicBezTo>
                    <a:cubicBezTo>
                      <a:pt x="1357808" y="161470"/>
                      <a:pt x="1343521" y="159565"/>
                      <a:pt x="1331138" y="162423"/>
                    </a:cubicBezTo>
                    <a:cubicBezTo>
                      <a:pt x="1317803" y="165280"/>
                      <a:pt x="1310183" y="161470"/>
                      <a:pt x="1303516" y="150040"/>
                    </a:cubicBezTo>
                    <a:cubicBezTo>
                      <a:pt x="1296848" y="136705"/>
                      <a:pt x="1300658" y="131943"/>
                      <a:pt x="1313993" y="130038"/>
                    </a:cubicBezTo>
                    <a:cubicBezTo>
                      <a:pt x="1321613" y="129085"/>
                      <a:pt x="1316851" y="124323"/>
                      <a:pt x="1313041" y="121465"/>
                    </a:cubicBezTo>
                    <a:cubicBezTo>
                      <a:pt x="1283513" y="99558"/>
                      <a:pt x="1311136" y="99558"/>
                      <a:pt x="1323518" y="96700"/>
                    </a:cubicBezTo>
                    <a:cubicBezTo>
                      <a:pt x="1344473" y="92890"/>
                      <a:pt x="1365428" y="88128"/>
                      <a:pt x="1387336" y="88128"/>
                    </a:cubicBezTo>
                    <a:cubicBezTo>
                      <a:pt x="1399718" y="88128"/>
                      <a:pt x="1414006" y="81460"/>
                      <a:pt x="1394003" y="68125"/>
                    </a:cubicBezTo>
                    <a:cubicBezTo>
                      <a:pt x="1402576" y="42408"/>
                      <a:pt x="1427341" y="49075"/>
                      <a:pt x="1445438" y="41455"/>
                    </a:cubicBezTo>
                    <a:lnTo>
                      <a:pt x="1471104" y="35589"/>
                    </a:lnTo>
                    <a:lnTo>
                      <a:pt x="1469608" y="35026"/>
                    </a:lnTo>
                    <a:cubicBezTo>
                      <a:pt x="1465441" y="34550"/>
                      <a:pt x="1461155" y="34788"/>
                      <a:pt x="1456869" y="34788"/>
                    </a:cubicBezTo>
                    <a:cubicBezTo>
                      <a:pt x="1424484" y="38598"/>
                      <a:pt x="1396861" y="56695"/>
                      <a:pt x="1365429" y="60505"/>
                    </a:cubicBezTo>
                    <a:cubicBezTo>
                      <a:pt x="1307326" y="66220"/>
                      <a:pt x="1264464" y="112893"/>
                      <a:pt x="1208266" y="122418"/>
                    </a:cubicBezTo>
                    <a:cubicBezTo>
                      <a:pt x="1196836" y="130038"/>
                      <a:pt x="1186359" y="129085"/>
                      <a:pt x="1175881" y="122418"/>
                    </a:cubicBezTo>
                    <a:cubicBezTo>
                      <a:pt x="1178739" y="129085"/>
                      <a:pt x="1197789" y="127180"/>
                      <a:pt x="1187311" y="142420"/>
                    </a:cubicBezTo>
                    <a:cubicBezTo>
                      <a:pt x="1185406" y="144325"/>
                      <a:pt x="1182549" y="146230"/>
                      <a:pt x="1180644" y="149088"/>
                    </a:cubicBezTo>
                    <a:cubicBezTo>
                      <a:pt x="1173262" y="152183"/>
                      <a:pt x="1165939" y="153434"/>
                      <a:pt x="1158647" y="153642"/>
                    </a:cubicBezTo>
                    <a:lnTo>
                      <a:pt x="1143520" y="152466"/>
                    </a:lnTo>
                    <a:lnTo>
                      <a:pt x="1148259" y="153731"/>
                    </a:lnTo>
                    <a:cubicBezTo>
                      <a:pt x="1153498" y="157422"/>
                      <a:pt x="1155879" y="163851"/>
                      <a:pt x="1152069" y="175758"/>
                    </a:cubicBezTo>
                    <a:cubicBezTo>
                      <a:pt x="1112064" y="198618"/>
                      <a:pt x="1069201" y="175758"/>
                      <a:pt x="1029196" y="182425"/>
                    </a:cubicBezTo>
                    <a:cubicBezTo>
                      <a:pt x="1020624" y="171948"/>
                      <a:pt x="980619" y="182425"/>
                      <a:pt x="1006336" y="148135"/>
                    </a:cubicBezTo>
                    <a:cubicBezTo>
                      <a:pt x="1011099" y="141468"/>
                      <a:pt x="1003479" y="136705"/>
                      <a:pt x="995859" y="134800"/>
                    </a:cubicBezTo>
                    <a:cubicBezTo>
                      <a:pt x="984429" y="131943"/>
                      <a:pt x="981571" y="125275"/>
                      <a:pt x="987286" y="114798"/>
                    </a:cubicBezTo>
                    <a:cubicBezTo>
                      <a:pt x="1010146" y="115750"/>
                      <a:pt x="1027291" y="130990"/>
                      <a:pt x="1049199" y="134800"/>
                    </a:cubicBezTo>
                    <a:cubicBezTo>
                      <a:pt x="1053009" y="140515"/>
                      <a:pt x="1055866" y="147183"/>
                      <a:pt x="1064439" y="149088"/>
                    </a:cubicBezTo>
                    <a:cubicBezTo>
                      <a:pt x="1074916" y="150993"/>
                      <a:pt x="1085394" y="150278"/>
                      <a:pt x="1095871" y="149326"/>
                    </a:cubicBezTo>
                    <a:lnTo>
                      <a:pt x="1106484" y="148924"/>
                    </a:lnTo>
                    <a:lnTo>
                      <a:pt x="1093014" y="149088"/>
                    </a:lnTo>
                    <a:cubicBezTo>
                      <a:pt x="1081584" y="144325"/>
                      <a:pt x="1067296" y="146230"/>
                      <a:pt x="1062534" y="131943"/>
                    </a:cubicBezTo>
                    <a:cubicBezTo>
                      <a:pt x="1083489" y="115750"/>
                      <a:pt x="1102539" y="93843"/>
                      <a:pt x="1133971" y="110988"/>
                    </a:cubicBezTo>
                    <a:cubicBezTo>
                      <a:pt x="1150164" y="112893"/>
                      <a:pt x="1147306" y="91938"/>
                      <a:pt x="1158736" y="88128"/>
                    </a:cubicBezTo>
                    <a:cubicBezTo>
                      <a:pt x="1164451" y="84318"/>
                      <a:pt x="1172071" y="81460"/>
                      <a:pt x="1173024" y="73840"/>
                    </a:cubicBezTo>
                    <a:cubicBezTo>
                      <a:pt x="1176834" y="44313"/>
                      <a:pt x="1193979" y="46218"/>
                      <a:pt x="1214934" y="54790"/>
                    </a:cubicBezTo>
                    <a:cubicBezTo>
                      <a:pt x="1234936" y="51933"/>
                      <a:pt x="1254939" y="44313"/>
                      <a:pt x="1275894" y="44313"/>
                    </a:cubicBezTo>
                    <a:cubicBezTo>
                      <a:pt x="1253986" y="44313"/>
                      <a:pt x="1233031" y="51933"/>
                      <a:pt x="1211124" y="51933"/>
                    </a:cubicBezTo>
                    <a:cubicBezTo>
                      <a:pt x="1199694" y="46218"/>
                      <a:pt x="1184454" y="50028"/>
                      <a:pt x="1174929" y="39550"/>
                    </a:cubicBezTo>
                    <a:cubicBezTo>
                      <a:pt x="1174929" y="34788"/>
                      <a:pt x="1174929" y="30978"/>
                      <a:pt x="1174929" y="26215"/>
                    </a:cubicBezTo>
                    <a:cubicBezTo>
                      <a:pt x="1249938" y="9070"/>
                      <a:pt x="1324947" y="-1110"/>
                      <a:pt x="1400760" y="96"/>
                    </a:cubicBezTo>
                    <a:close/>
                  </a:path>
                </a:pathLst>
              </a:custGeom>
              <a:solidFill>
                <a:schemeClr val="accent4">
                  <a:lumMod val="40000"/>
                  <a:lumOff val="60000"/>
                </a:schemeClr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  <p:grpSp>
          <p:nvGrpSpPr>
            <p:cNvPr id="22" name="그룹 21">
              <a:extLst>
                <a:ext uri="{FF2B5EF4-FFF2-40B4-BE49-F238E27FC236}">
                  <a16:creationId xmlns:a16="http://schemas.microsoft.com/office/drawing/2014/main" id="{B1830DF5-8308-492A-91F6-7B4F9174CFD3}"/>
                </a:ext>
              </a:extLst>
            </p:cNvPr>
            <p:cNvGrpSpPr/>
            <p:nvPr/>
          </p:nvGrpSpPr>
          <p:grpSpPr>
            <a:xfrm>
              <a:off x="7504991" y="1553562"/>
              <a:ext cx="2943855" cy="1040245"/>
              <a:chOff x="7389382" y="1763600"/>
              <a:chExt cx="2943855" cy="1040245"/>
            </a:xfrm>
          </p:grpSpPr>
          <p:sp>
            <p:nvSpPr>
              <p:cNvPr id="9" name="자유형: 도형 8">
                <a:extLst>
                  <a:ext uri="{FF2B5EF4-FFF2-40B4-BE49-F238E27FC236}">
                    <a16:creationId xmlns:a16="http://schemas.microsoft.com/office/drawing/2014/main" id="{C62A16A2-A4A0-44E8-8BEC-D27AA6E652EB}"/>
                  </a:ext>
                </a:extLst>
              </p:cNvPr>
              <p:cNvSpPr/>
              <p:nvPr/>
            </p:nvSpPr>
            <p:spPr>
              <a:xfrm>
                <a:off x="7389382" y="1763600"/>
                <a:ext cx="2943855" cy="478089"/>
              </a:xfrm>
              <a:custGeom>
                <a:avLst/>
                <a:gdLst>
                  <a:gd name="connsiteX0" fmla="*/ 40989 w 4186687"/>
                  <a:gd name="connsiteY0" fmla="*/ 590150 h 679928"/>
                  <a:gd name="connsiteX1" fmla="*/ 89 w 4186687"/>
                  <a:gd name="connsiteY1" fmla="*/ 548754 h 679928"/>
                  <a:gd name="connsiteX2" fmla="*/ 12235 w 4186687"/>
                  <a:gd name="connsiteY2" fmla="*/ 41840 h 679928"/>
                  <a:gd name="connsiteX3" fmla="*/ 60984 w 4186687"/>
                  <a:gd name="connsiteY3" fmla="*/ 114 h 679928"/>
                  <a:gd name="connsiteX4" fmla="*/ 4125713 w 4186687"/>
                  <a:gd name="connsiteY4" fmla="*/ 87285 h 679928"/>
                  <a:gd name="connsiteX5" fmla="*/ 4186195 w 4186687"/>
                  <a:gd name="connsiteY5" fmla="*/ 151155 h 679928"/>
                  <a:gd name="connsiteX6" fmla="*/ 4174214 w 4186687"/>
                  <a:gd name="connsiteY6" fmla="*/ 641544 h 679928"/>
                  <a:gd name="connsiteX7" fmla="*/ 4134554 w 4186687"/>
                  <a:gd name="connsiteY7" fmla="*/ 679882 h 679928"/>
                  <a:gd name="connsiteX8" fmla="*/ 40989 w 4186687"/>
                  <a:gd name="connsiteY8" fmla="*/ 590150 h 6799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4186687" h="679928">
                    <a:moveTo>
                      <a:pt x="40989" y="590150"/>
                    </a:moveTo>
                    <a:cubicBezTo>
                      <a:pt x="8930" y="589654"/>
                      <a:pt x="-1068" y="581805"/>
                      <a:pt x="89" y="548754"/>
                    </a:cubicBezTo>
                    <a:cubicBezTo>
                      <a:pt x="5872" y="379865"/>
                      <a:pt x="10830" y="210812"/>
                      <a:pt x="12235" y="41840"/>
                    </a:cubicBezTo>
                    <a:cubicBezTo>
                      <a:pt x="12565" y="1105"/>
                      <a:pt x="29338" y="-630"/>
                      <a:pt x="60984" y="114"/>
                    </a:cubicBezTo>
                    <a:cubicBezTo>
                      <a:pt x="458500" y="9451"/>
                      <a:pt x="3875354" y="81666"/>
                      <a:pt x="4125713" y="87285"/>
                    </a:cubicBezTo>
                    <a:cubicBezTo>
                      <a:pt x="4188509" y="88690"/>
                      <a:pt x="4187930" y="88937"/>
                      <a:pt x="4186195" y="151155"/>
                    </a:cubicBezTo>
                    <a:cubicBezTo>
                      <a:pt x="4181651" y="314590"/>
                      <a:pt x="4176776" y="478108"/>
                      <a:pt x="4174214" y="641544"/>
                    </a:cubicBezTo>
                    <a:cubicBezTo>
                      <a:pt x="4173719" y="672528"/>
                      <a:pt x="4165291" y="680626"/>
                      <a:pt x="4134554" y="679882"/>
                    </a:cubicBezTo>
                    <a:cubicBezTo>
                      <a:pt x="3877255" y="673190"/>
                      <a:pt x="301014" y="594364"/>
                      <a:pt x="40989" y="590150"/>
                    </a:cubicBezTo>
                    <a:close/>
                  </a:path>
                </a:pathLst>
              </a:custGeom>
              <a:solidFill>
                <a:srgbClr val="474343"/>
              </a:solidFill>
              <a:ln w="826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0" name="자유형: 도형 9">
                <a:extLst>
                  <a:ext uri="{FF2B5EF4-FFF2-40B4-BE49-F238E27FC236}">
                    <a16:creationId xmlns:a16="http://schemas.microsoft.com/office/drawing/2014/main" id="{FC26EA02-CC61-405A-986B-B17E3C06B5FB}"/>
                  </a:ext>
                </a:extLst>
              </p:cNvPr>
              <p:cNvSpPr/>
              <p:nvPr/>
            </p:nvSpPr>
            <p:spPr>
              <a:xfrm>
                <a:off x="7951352" y="2175695"/>
                <a:ext cx="1832403" cy="628150"/>
              </a:xfrm>
              <a:custGeom>
                <a:avLst/>
                <a:gdLst>
                  <a:gd name="connsiteX0" fmla="*/ 61173 w 2606003"/>
                  <a:gd name="connsiteY0" fmla="*/ 2337 h 893342"/>
                  <a:gd name="connsiteX1" fmla="*/ 2563599 w 2606003"/>
                  <a:gd name="connsiteY1" fmla="*/ 51912 h 893342"/>
                  <a:gd name="connsiteX2" fmla="*/ 2548975 w 2606003"/>
                  <a:gd name="connsiteY2" fmla="*/ 676238 h 893342"/>
                  <a:gd name="connsiteX3" fmla="*/ 2564343 w 2606003"/>
                  <a:gd name="connsiteY3" fmla="*/ 722261 h 893342"/>
                  <a:gd name="connsiteX4" fmla="*/ 2581199 w 2606003"/>
                  <a:gd name="connsiteY4" fmla="*/ 833890 h 893342"/>
                  <a:gd name="connsiteX5" fmla="*/ 2351910 w 2606003"/>
                  <a:gd name="connsiteY5" fmla="*/ 876360 h 893342"/>
                  <a:gd name="connsiteX6" fmla="*/ 1700566 w 2606003"/>
                  <a:gd name="connsiteY6" fmla="*/ 893050 h 893342"/>
                  <a:gd name="connsiteX7" fmla="*/ 1264050 w 2606003"/>
                  <a:gd name="connsiteY7" fmla="*/ 885118 h 893342"/>
                  <a:gd name="connsiteX8" fmla="*/ 355571 w 2606003"/>
                  <a:gd name="connsiteY8" fmla="*/ 834633 h 893342"/>
                  <a:gd name="connsiteX9" fmla="*/ 70840 w 2606003"/>
                  <a:gd name="connsiteY9" fmla="*/ 799765 h 893342"/>
                  <a:gd name="connsiteX10" fmla="*/ 17050 w 2606003"/>
                  <a:gd name="connsiteY10" fmla="*/ 761261 h 893342"/>
                  <a:gd name="connsiteX11" fmla="*/ 33245 w 2606003"/>
                  <a:gd name="connsiteY11" fmla="*/ 662275 h 893342"/>
                  <a:gd name="connsiteX12" fmla="*/ 47374 w 2606003"/>
                  <a:gd name="connsiteY12" fmla="*/ 618152 h 893342"/>
                  <a:gd name="connsiteX13" fmla="*/ 61173 w 2606003"/>
                  <a:gd name="connsiteY13" fmla="*/ 2337 h 8933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606003" h="893342">
                    <a:moveTo>
                      <a:pt x="61173" y="2337"/>
                    </a:moveTo>
                    <a:cubicBezTo>
                      <a:pt x="83647" y="-12701"/>
                      <a:pt x="2486757" y="49682"/>
                      <a:pt x="2563599" y="51912"/>
                    </a:cubicBezTo>
                    <a:cubicBezTo>
                      <a:pt x="2558642" y="260049"/>
                      <a:pt x="2553602" y="468102"/>
                      <a:pt x="2548975" y="676238"/>
                    </a:cubicBezTo>
                    <a:cubicBezTo>
                      <a:pt x="2548644" y="692599"/>
                      <a:pt x="2543191" y="708711"/>
                      <a:pt x="2564343" y="722261"/>
                    </a:cubicBezTo>
                    <a:cubicBezTo>
                      <a:pt x="2615076" y="754734"/>
                      <a:pt x="2617968" y="784810"/>
                      <a:pt x="2581199" y="833890"/>
                    </a:cubicBezTo>
                    <a:cubicBezTo>
                      <a:pt x="2508735" y="869419"/>
                      <a:pt x="2429497" y="870493"/>
                      <a:pt x="2351910" y="876360"/>
                    </a:cubicBezTo>
                    <a:cubicBezTo>
                      <a:pt x="2135098" y="892555"/>
                      <a:pt x="1917873" y="894207"/>
                      <a:pt x="1700566" y="893050"/>
                    </a:cubicBezTo>
                    <a:cubicBezTo>
                      <a:pt x="1690981" y="892968"/>
                      <a:pt x="1399970" y="888671"/>
                      <a:pt x="1264050" y="885118"/>
                    </a:cubicBezTo>
                    <a:cubicBezTo>
                      <a:pt x="960728" y="877269"/>
                      <a:pt x="657819" y="862065"/>
                      <a:pt x="355571" y="834633"/>
                    </a:cubicBezTo>
                    <a:cubicBezTo>
                      <a:pt x="331031" y="832403"/>
                      <a:pt x="129505" y="817612"/>
                      <a:pt x="70840" y="799765"/>
                    </a:cubicBezTo>
                    <a:cubicBezTo>
                      <a:pt x="49027" y="793155"/>
                      <a:pt x="25644" y="787123"/>
                      <a:pt x="17050" y="761261"/>
                    </a:cubicBezTo>
                    <a:cubicBezTo>
                      <a:pt x="-8564" y="714742"/>
                      <a:pt x="-6994" y="696234"/>
                      <a:pt x="33245" y="662275"/>
                    </a:cubicBezTo>
                    <a:cubicBezTo>
                      <a:pt x="49357" y="648724"/>
                      <a:pt x="46961" y="633603"/>
                      <a:pt x="47374" y="618152"/>
                    </a:cubicBezTo>
                    <a:cubicBezTo>
                      <a:pt x="52332" y="412825"/>
                      <a:pt x="56629" y="207581"/>
                      <a:pt x="61173" y="2337"/>
                    </a:cubicBezTo>
                    <a:close/>
                  </a:path>
                </a:pathLst>
              </a:custGeom>
              <a:solidFill>
                <a:srgbClr val="000000"/>
              </a:solidFill>
              <a:ln w="826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</p:grpSp>
        <p:grpSp>
          <p:nvGrpSpPr>
            <p:cNvPr id="20" name="그룹 19">
              <a:extLst>
                <a:ext uri="{FF2B5EF4-FFF2-40B4-BE49-F238E27FC236}">
                  <a16:creationId xmlns:a16="http://schemas.microsoft.com/office/drawing/2014/main" id="{D48887BF-57C8-40DA-852B-38B03BFF1F63}"/>
                </a:ext>
              </a:extLst>
            </p:cNvPr>
            <p:cNvGrpSpPr/>
            <p:nvPr/>
          </p:nvGrpSpPr>
          <p:grpSpPr>
            <a:xfrm flipH="1">
              <a:off x="6110127" y="3895561"/>
              <a:ext cx="4542854" cy="2622930"/>
              <a:chOff x="7422723" y="4330492"/>
              <a:chExt cx="3910228" cy="2257668"/>
            </a:xfrm>
          </p:grpSpPr>
          <p:sp>
            <p:nvSpPr>
              <p:cNvPr id="7" name="자유형: 도형 6">
                <a:extLst>
                  <a:ext uri="{FF2B5EF4-FFF2-40B4-BE49-F238E27FC236}">
                    <a16:creationId xmlns:a16="http://schemas.microsoft.com/office/drawing/2014/main" id="{A2736757-018B-4BAE-8AD3-45161ABC5CCA}"/>
                  </a:ext>
                </a:extLst>
              </p:cNvPr>
              <p:cNvSpPr/>
              <p:nvPr/>
            </p:nvSpPr>
            <p:spPr>
              <a:xfrm>
                <a:off x="10676438" y="4771152"/>
                <a:ext cx="656513" cy="947007"/>
              </a:xfrm>
              <a:custGeom>
                <a:avLst/>
                <a:gdLst>
                  <a:gd name="connsiteX0" fmla="*/ 933680 w 933679"/>
                  <a:gd name="connsiteY0" fmla="*/ 673406 h 1346812"/>
                  <a:gd name="connsiteX1" fmla="*/ 466840 w 933679"/>
                  <a:gd name="connsiteY1" fmla="*/ 1346812 h 1346812"/>
                  <a:gd name="connsiteX2" fmla="*/ 0 w 933679"/>
                  <a:gd name="connsiteY2" fmla="*/ 673406 h 1346812"/>
                  <a:gd name="connsiteX3" fmla="*/ 466840 w 933679"/>
                  <a:gd name="connsiteY3" fmla="*/ 0 h 1346812"/>
                  <a:gd name="connsiteX4" fmla="*/ 933680 w 933679"/>
                  <a:gd name="connsiteY4" fmla="*/ 673406 h 13468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33679" h="1346812">
                    <a:moveTo>
                      <a:pt x="933680" y="673406"/>
                    </a:moveTo>
                    <a:cubicBezTo>
                      <a:pt x="933680" y="1045318"/>
                      <a:pt x="724669" y="1346812"/>
                      <a:pt x="466840" y="1346812"/>
                    </a:cubicBezTo>
                    <a:cubicBezTo>
                      <a:pt x="209011" y="1346812"/>
                      <a:pt x="0" y="1045318"/>
                      <a:pt x="0" y="673406"/>
                    </a:cubicBezTo>
                    <a:cubicBezTo>
                      <a:pt x="0" y="301494"/>
                      <a:pt x="209011" y="0"/>
                      <a:pt x="466840" y="0"/>
                    </a:cubicBezTo>
                    <a:cubicBezTo>
                      <a:pt x="724669" y="0"/>
                      <a:pt x="933680" y="301494"/>
                      <a:pt x="933680" y="673406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826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8" name="자유형: 도형 7">
                <a:extLst>
                  <a:ext uri="{FF2B5EF4-FFF2-40B4-BE49-F238E27FC236}">
                    <a16:creationId xmlns:a16="http://schemas.microsoft.com/office/drawing/2014/main" id="{95EF7A2C-A606-436C-A5EB-1D863830CF4C}"/>
                  </a:ext>
                </a:extLst>
              </p:cNvPr>
              <p:cNvSpPr/>
              <p:nvPr/>
            </p:nvSpPr>
            <p:spPr>
              <a:xfrm>
                <a:off x="10972683" y="5049965"/>
                <a:ext cx="63966" cy="255691"/>
              </a:xfrm>
              <a:custGeom>
                <a:avLst/>
                <a:gdLst>
                  <a:gd name="connsiteX0" fmla="*/ 67175 w 90971"/>
                  <a:gd name="connsiteY0" fmla="*/ 363639 h 363639"/>
                  <a:gd name="connsiteX1" fmla="*/ 23796 w 90971"/>
                  <a:gd name="connsiteY1" fmla="*/ 363639 h 363639"/>
                  <a:gd name="connsiteX2" fmla="*/ 0 w 90971"/>
                  <a:gd name="connsiteY2" fmla="*/ 339843 h 363639"/>
                  <a:gd name="connsiteX3" fmla="*/ 0 w 90971"/>
                  <a:gd name="connsiteY3" fmla="*/ 23796 h 363639"/>
                  <a:gd name="connsiteX4" fmla="*/ 23796 w 90971"/>
                  <a:gd name="connsiteY4" fmla="*/ 0 h 363639"/>
                  <a:gd name="connsiteX5" fmla="*/ 67175 w 90971"/>
                  <a:gd name="connsiteY5" fmla="*/ 0 h 363639"/>
                  <a:gd name="connsiteX6" fmla="*/ 90972 w 90971"/>
                  <a:gd name="connsiteY6" fmla="*/ 23796 h 363639"/>
                  <a:gd name="connsiteX7" fmla="*/ 90972 w 90971"/>
                  <a:gd name="connsiteY7" fmla="*/ 339843 h 363639"/>
                  <a:gd name="connsiteX8" fmla="*/ 67175 w 90971"/>
                  <a:gd name="connsiteY8" fmla="*/ 363639 h 3636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90971" h="363639">
                    <a:moveTo>
                      <a:pt x="67175" y="363639"/>
                    </a:moveTo>
                    <a:lnTo>
                      <a:pt x="23796" y="363639"/>
                    </a:lnTo>
                    <a:cubicBezTo>
                      <a:pt x="10659" y="363639"/>
                      <a:pt x="0" y="352981"/>
                      <a:pt x="0" y="339843"/>
                    </a:cubicBezTo>
                    <a:lnTo>
                      <a:pt x="0" y="23796"/>
                    </a:lnTo>
                    <a:cubicBezTo>
                      <a:pt x="0" y="10659"/>
                      <a:pt x="10659" y="0"/>
                      <a:pt x="23796" y="0"/>
                    </a:cubicBezTo>
                    <a:lnTo>
                      <a:pt x="67175" y="0"/>
                    </a:lnTo>
                    <a:cubicBezTo>
                      <a:pt x="80313" y="0"/>
                      <a:pt x="90972" y="10659"/>
                      <a:pt x="90972" y="23796"/>
                    </a:cubicBezTo>
                    <a:lnTo>
                      <a:pt x="90972" y="339843"/>
                    </a:lnTo>
                    <a:cubicBezTo>
                      <a:pt x="90972" y="353063"/>
                      <a:pt x="80313" y="363639"/>
                      <a:pt x="67175" y="363639"/>
                    </a:cubicBezTo>
                    <a:close/>
                  </a:path>
                </a:pathLst>
              </a:custGeom>
              <a:solidFill>
                <a:srgbClr val="010101"/>
              </a:solidFill>
              <a:ln w="826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1" name="자유형: 도형 10">
                <a:extLst>
                  <a:ext uri="{FF2B5EF4-FFF2-40B4-BE49-F238E27FC236}">
                    <a16:creationId xmlns:a16="http://schemas.microsoft.com/office/drawing/2014/main" id="{5E4F7E5B-1864-401C-8139-9DD6DC72821D}"/>
                  </a:ext>
                </a:extLst>
              </p:cNvPr>
              <p:cNvSpPr/>
              <p:nvPr/>
            </p:nvSpPr>
            <p:spPr>
              <a:xfrm>
                <a:off x="10672712" y="5025797"/>
                <a:ext cx="200041" cy="546765"/>
              </a:xfrm>
              <a:custGeom>
                <a:avLst/>
                <a:gdLst>
                  <a:gd name="connsiteX0" fmla="*/ 55287 w 284493"/>
                  <a:gd name="connsiteY0" fmla="*/ 0 h 777597"/>
                  <a:gd name="connsiteX1" fmla="*/ 284493 w 284493"/>
                  <a:gd name="connsiteY1" fmla="*/ 0 h 777597"/>
                  <a:gd name="connsiteX2" fmla="*/ 142458 w 284493"/>
                  <a:gd name="connsiteY2" fmla="*/ 160956 h 777597"/>
                  <a:gd name="connsiteX3" fmla="*/ 68177 w 284493"/>
                  <a:gd name="connsiteY3" fmla="*/ 516581 h 777597"/>
                  <a:gd name="connsiteX4" fmla="*/ 137005 w 284493"/>
                  <a:gd name="connsiteY4" fmla="*/ 777598 h 777597"/>
                  <a:gd name="connsiteX5" fmla="*/ 31573 w 284493"/>
                  <a:gd name="connsiteY5" fmla="*/ 552358 h 777597"/>
                  <a:gd name="connsiteX6" fmla="*/ 176 w 284493"/>
                  <a:gd name="connsiteY6" fmla="*/ 317451 h 777597"/>
                  <a:gd name="connsiteX7" fmla="*/ 55287 w 284493"/>
                  <a:gd name="connsiteY7" fmla="*/ 0 h 7775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84493" h="777597">
                    <a:moveTo>
                      <a:pt x="55287" y="0"/>
                    </a:moveTo>
                    <a:cubicBezTo>
                      <a:pt x="130064" y="0"/>
                      <a:pt x="204841" y="0"/>
                      <a:pt x="284493" y="0"/>
                    </a:cubicBezTo>
                    <a:cubicBezTo>
                      <a:pt x="241610" y="63705"/>
                      <a:pt x="186911" y="107827"/>
                      <a:pt x="142458" y="160956"/>
                    </a:cubicBezTo>
                    <a:cubicBezTo>
                      <a:pt x="53965" y="266884"/>
                      <a:pt x="43719" y="386857"/>
                      <a:pt x="68177" y="516581"/>
                    </a:cubicBezTo>
                    <a:cubicBezTo>
                      <a:pt x="84950" y="605405"/>
                      <a:pt x="116679" y="689931"/>
                      <a:pt x="137005" y="777598"/>
                    </a:cubicBezTo>
                    <a:cubicBezTo>
                      <a:pt x="79744" y="712902"/>
                      <a:pt x="56774" y="631845"/>
                      <a:pt x="31573" y="552358"/>
                    </a:cubicBezTo>
                    <a:cubicBezTo>
                      <a:pt x="7446" y="476177"/>
                      <a:pt x="-1394" y="395863"/>
                      <a:pt x="176" y="317451"/>
                    </a:cubicBezTo>
                    <a:cubicBezTo>
                      <a:pt x="2158" y="209872"/>
                      <a:pt x="11247" y="101300"/>
                      <a:pt x="55287" y="0"/>
                    </a:cubicBezTo>
                    <a:close/>
                  </a:path>
                </a:pathLst>
              </a:custGeom>
              <a:solidFill>
                <a:schemeClr val="bg1">
                  <a:lumMod val="50000"/>
                  <a:alpha val="40000"/>
                </a:schemeClr>
              </a:solidFill>
              <a:ln w="826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2" name="자유형: 도형 11">
                <a:extLst>
                  <a:ext uri="{FF2B5EF4-FFF2-40B4-BE49-F238E27FC236}">
                    <a16:creationId xmlns:a16="http://schemas.microsoft.com/office/drawing/2014/main" id="{FC5E3A68-AEF2-4886-899E-5072462E81ED}"/>
                  </a:ext>
                </a:extLst>
              </p:cNvPr>
              <p:cNvSpPr/>
              <p:nvPr/>
            </p:nvSpPr>
            <p:spPr>
              <a:xfrm>
                <a:off x="10721697" y="4782015"/>
                <a:ext cx="221537" cy="221614"/>
              </a:xfrm>
              <a:custGeom>
                <a:avLst/>
                <a:gdLst>
                  <a:gd name="connsiteX0" fmla="*/ 314642 w 315065"/>
                  <a:gd name="connsiteY0" fmla="*/ 0 h 315176"/>
                  <a:gd name="connsiteX1" fmla="*/ 272750 w 315065"/>
                  <a:gd name="connsiteY1" fmla="*/ 264405 h 315176"/>
                  <a:gd name="connsiteX2" fmla="*/ 200865 w 315065"/>
                  <a:gd name="connsiteY2" fmla="*/ 314890 h 315176"/>
                  <a:gd name="connsiteX3" fmla="*/ 0 w 315065"/>
                  <a:gd name="connsiteY3" fmla="*/ 312080 h 315176"/>
                  <a:gd name="connsiteX4" fmla="*/ 314642 w 315065"/>
                  <a:gd name="connsiteY4" fmla="*/ 0 h 3151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15065" h="315176">
                    <a:moveTo>
                      <a:pt x="314642" y="0"/>
                    </a:moveTo>
                    <a:cubicBezTo>
                      <a:pt x="317616" y="90807"/>
                      <a:pt x="305057" y="179134"/>
                      <a:pt x="272750" y="264405"/>
                    </a:cubicBezTo>
                    <a:cubicBezTo>
                      <a:pt x="260191" y="297455"/>
                      <a:pt x="242757" y="317864"/>
                      <a:pt x="200865" y="314890"/>
                    </a:cubicBezTo>
                    <a:cubicBezTo>
                      <a:pt x="134185" y="310180"/>
                      <a:pt x="67010" y="312659"/>
                      <a:pt x="0" y="312080"/>
                    </a:cubicBezTo>
                    <a:cubicBezTo>
                      <a:pt x="61887" y="164757"/>
                      <a:pt x="149058" y="42883"/>
                      <a:pt x="314642" y="0"/>
                    </a:cubicBezTo>
                    <a:close/>
                  </a:path>
                </a:pathLst>
              </a:custGeom>
              <a:solidFill>
                <a:schemeClr val="bg1">
                  <a:lumMod val="50000"/>
                  <a:alpha val="40000"/>
                </a:schemeClr>
              </a:solidFill>
              <a:ln w="826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3" name="자유형: 도형 12">
                <a:extLst>
                  <a:ext uri="{FF2B5EF4-FFF2-40B4-BE49-F238E27FC236}">
                    <a16:creationId xmlns:a16="http://schemas.microsoft.com/office/drawing/2014/main" id="{82F29F07-96AE-4BDB-9807-CAD0EDDC0106}"/>
                  </a:ext>
                </a:extLst>
              </p:cNvPr>
              <p:cNvSpPr/>
              <p:nvPr/>
            </p:nvSpPr>
            <p:spPr>
              <a:xfrm>
                <a:off x="10969839" y="4723395"/>
                <a:ext cx="62439" cy="264407"/>
              </a:xfrm>
              <a:custGeom>
                <a:avLst/>
                <a:gdLst>
                  <a:gd name="connsiteX0" fmla="*/ 82951 w 88800"/>
                  <a:gd name="connsiteY0" fmla="*/ 67340 h 376033"/>
                  <a:gd name="connsiteX1" fmla="*/ 57750 w 88800"/>
                  <a:gd name="connsiteY1" fmla="*/ 97086 h 376033"/>
                  <a:gd name="connsiteX2" fmla="*/ 57667 w 88800"/>
                  <a:gd name="connsiteY2" fmla="*/ 347857 h 376033"/>
                  <a:gd name="connsiteX3" fmla="*/ 46017 w 88800"/>
                  <a:gd name="connsiteY3" fmla="*/ 376033 h 376033"/>
                  <a:gd name="connsiteX4" fmla="*/ 37589 w 88800"/>
                  <a:gd name="connsiteY4" fmla="*/ 348766 h 376033"/>
                  <a:gd name="connsiteX5" fmla="*/ 36763 w 88800"/>
                  <a:gd name="connsiteY5" fmla="*/ 97995 h 376033"/>
                  <a:gd name="connsiteX6" fmla="*/ 18090 w 88800"/>
                  <a:gd name="connsiteY6" fmla="*/ 69737 h 376033"/>
                  <a:gd name="connsiteX7" fmla="*/ 20568 w 88800"/>
                  <a:gd name="connsiteY7" fmla="*/ 1570 h 376033"/>
                  <a:gd name="connsiteX8" fmla="*/ 63286 w 88800"/>
                  <a:gd name="connsiteY8" fmla="*/ 0 h 376033"/>
                  <a:gd name="connsiteX9" fmla="*/ 82951 w 88800"/>
                  <a:gd name="connsiteY9" fmla="*/ 67340 h 3760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88800" h="376033">
                    <a:moveTo>
                      <a:pt x="82951" y="67340"/>
                    </a:moveTo>
                    <a:cubicBezTo>
                      <a:pt x="61964" y="76181"/>
                      <a:pt x="57667" y="78743"/>
                      <a:pt x="57750" y="97086"/>
                    </a:cubicBezTo>
                    <a:cubicBezTo>
                      <a:pt x="58329" y="180704"/>
                      <a:pt x="58246" y="264322"/>
                      <a:pt x="57667" y="347857"/>
                    </a:cubicBezTo>
                    <a:cubicBezTo>
                      <a:pt x="57585" y="358268"/>
                      <a:pt x="61964" y="373637"/>
                      <a:pt x="46017" y="376033"/>
                    </a:cubicBezTo>
                    <a:cubicBezTo>
                      <a:pt x="28914" y="373637"/>
                      <a:pt x="37672" y="358351"/>
                      <a:pt x="37589" y="348766"/>
                    </a:cubicBezTo>
                    <a:cubicBezTo>
                      <a:pt x="37011" y="265148"/>
                      <a:pt x="37589" y="181530"/>
                      <a:pt x="36763" y="97995"/>
                    </a:cubicBezTo>
                    <a:cubicBezTo>
                      <a:pt x="36681" y="86510"/>
                      <a:pt x="37094" y="76181"/>
                      <a:pt x="18090" y="69737"/>
                    </a:cubicBezTo>
                    <a:cubicBezTo>
                      <a:pt x="-7029" y="50319"/>
                      <a:pt x="-5790" y="16360"/>
                      <a:pt x="20568" y="1570"/>
                    </a:cubicBezTo>
                    <a:cubicBezTo>
                      <a:pt x="34780" y="1074"/>
                      <a:pt x="49075" y="578"/>
                      <a:pt x="63286" y="0"/>
                    </a:cubicBezTo>
                    <a:cubicBezTo>
                      <a:pt x="101129" y="13385"/>
                      <a:pt x="86752" y="59656"/>
                      <a:pt x="82951" y="67340"/>
                    </a:cubicBezTo>
                    <a:close/>
                  </a:path>
                </a:pathLst>
              </a:custGeom>
              <a:solidFill>
                <a:srgbClr val="151616"/>
              </a:solidFill>
              <a:ln w="826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4" name="자유형: 도형 13">
                <a:extLst>
                  <a:ext uri="{FF2B5EF4-FFF2-40B4-BE49-F238E27FC236}">
                    <a16:creationId xmlns:a16="http://schemas.microsoft.com/office/drawing/2014/main" id="{E4BC1F87-1C60-45C9-A538-330870AB105C}"/>
                  </a:ext>
                </a:extLst>
              </p:cNvPr>
              <p:cNvSpPr/>
              <p:nvPr/>
            </p:nvSpPr>
            <p:spPr>
              <a:xfrm>
                <a:off x="10715945" y="5014421"/>
                <a:ext cx="576164" cy="5334"/>
              </a:xfrm>
              <a:custGeom>
                <a:avLst/>
                <a:gdLst>
                  <a:gd name="connsiteX0" fmla="*/ 819242 w 819408"/>
                  <a:gd name="connsiteY0" fmla="*/ 7586 h 7585"/>
                  <a:gd name="connsiteX1" fmla="*/ 0 w 819408"/>
                  <a:gd name="connsiteY1" fmla="*/ 7503 h 7585"/>
                  <a:gd name="connsiteX2" fmla="*/ 1653 w 819408"/>
                  <a:gd name="connsiteY2" fmla="*/ 1058 h 7585"/>
                  <a:gd name="connsiteX3" fmla="*/ 814945 w 819408"/>
                  <a:gd name="connsiteY3" fmla="*/ 66 h 7585"/>
                  <a:gd name="connsiteX4" fmla="*/ 819242 w 819408"/>
                  <a:gd name="connsiteY4" fmla="*/ 7586 h 75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19408" h="7585">
                    <a:moveTo>
                      <a:pt x="819242" y="7586"/>
                    </a:moveTo>
                    <a:cubicBezTo>
                      <a:pt x="546161" y="7586"/>
                      <a:pt x="273081" y="7503"/>
                      <a:pt x="0" y="7503"/>
                    </a:cubicBezTo>
                    <a:cubicBezTo>
                      <a:pt x="1653" y="1058"/>
                      <a:pt x="-1570" y="10312"/>
                      <a:pt x="1653" y="1058"/>
                    </a:cubicBezTo>
                    <a:cubicBezTo>
                      <a:pt x="255151" y="728"/>
                      <a:pt x="561447" y="-264"/>
                      <a:pt x="814945" y="66"/>
                    </a:cubicBezTo>
                    <a:cubicBezTo>
                      <a:pt x="819655" y="9321"/>
                      <a:pt x="819655" y="1058"/>
                      <a:pt x="819242" y="7586"/>
                    </a:cubicBezTo>
                    <a:close/>
                  </a:path>
                </a:pathLst>
              </a:custGeom>
              <a:solidFill>
                <a:srgbClr val="151515"/>
              </a:solidFill>
              <a:ln w="826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5" name="자유형: 도형 14">
                <a:extLst>
                  <a:ext uri="{FF2B5EF4-FFF2-40B4-BE49-F238E27FC236}">
                    <a16:creationId xmlns:a16="http://schemas.microsoft.com/office/drawing/2014/main" id="{AFA5E6D1-8FA0-453D-B8BD-ED6B39F523A7}"/>
                  </a:ext>
                </a:extLst>
              </p:cNvPr>
              <p:cNvSpPr/>
              <p:nvPr/>
            </p:nvSpPr>
            <p:spPr>
              <a:xfrm>
                <a:off x="7422723" y="4330492"/>
                <a:ext cx="3591631" cy="2257668"/>
              </a:xfrm>
              <a:custGeom>
                <a:avLst/>
                <a:gdLst>
                  <a:gd name="connsiteX0" fmla="*/ 5089246 w 5107940"/>
                  <a:gd name="connsiteY0" fmla="*/ 329157 h 3210806"/>
                  <a:gd name="connsiteX1" fmla="*/ 4955722 w 5107940"/>
                  <a:gd name="connsiteY1" fmla="*/ 71693 h 3210806"/>
                  <a:gd name="connsiteX2" fmla="*/ 4446578 w 5107940"/>
                  <a:gd name="connsiteY2" fmla="*/ 110362 h 3210806"/>
                  <a:gd name="connsiteX3" fmla="*/ 4309087 w 5107940"/>
                  <a:gd name="connsiteY3" fmla="*/ 567700 h 3210806"/>
                  <a:gd name="connsiteX4" fmla="*/ 4400720 w 5107940"/>
                  <a:gd name="connsiteY4" fmla="*/ 998019 h 3210806"/>
                  <a:gd name="connsiteX5" fmla="*/ 4581093 w 5107940"/>
                  <a:gd name="connsiteY5" fmla="*/ 1900135 h 3210806"/>
                  <a:gd name="connsiteX6" fmla="*/ 4490617 w 5107940"/>
                  <a:gd name="connsiteY6" fmla="*/ 2381187 h 3210806"/>
                  <a:gd name="connsiteX7" fmla="*/ 4044930 w 5107940"/>
                  <a:gd name="connsiteY7" fmla="*/ 2811919 h 3210806"/>
                  <a:gd name="connsiteX8" fmla="*/ 3219656 w 5107940"/>
                  <a:gd name="connsiteY8" fmla="*/ 3076736 h 3210806"/>
                  <a:gd name="connsiteX9" fmla="*/ 2458170 w 5107940"/>
                  <a:gd name="connsiteY9" fmla="*/ 3162916 h 3210806"/>
                  <a:gd name="connsiteX10" fmla="*/ 1493093 w 5107940"/>
                  <a:gd name="connsiteY10" fmla="*/ 3100698 h 3210806"/>
                  <a:gd name="connsiteX11" fmla="*/ 1110450 w 5107940"/>
                  <a:gd name="connsiteY11" fmla="*/ 2954862 h 3210806"/>
                  <a:gd name="connsiteX12" fmla="*/ 997912 w 5107940"/>
                  <a:gd name="connsiteY12" fmla="*/ 2663687 h 3210806"/>
                  <a:gd name="connsiteX13" fmla="*/ 1098303 w 5107940"/>
                  <a:gd name="connsiteY13" fmla="*/ 2443818 h 3210806"/>
                  <a:gd name="connsiteX14" fmla="*/ 1584230 w 5107940"/>
                  <a:gd name="connsiteY14" fmla="*/ 1906414 h 3210806"/>
                  <a:gd name="connsiteX15" fmla="*/ 1697676 w 5107940"/>
                  <a:gd name="connsiteY15" fmla="*/ 1865018 h 3210806"/>
                  <a:gd name="connsiteX16" fmla="*/ 1821368 w 5107940"/>
                  <a:gd name="connsiteY16" fmla="*/ 1869894 h 3210806"/>
                  <a:gd name="connsiteX17" fmla="*/ 3578916 w 5107940"/>
                  <a:gd name="connsiteY17" fmla="*/ 1821227 h 3210806"/>
                  <a:gd name="connsiteX18" fmla="*/ 4089879 w 5107940"/>
                  <a:gd name="connsiteY18" fmla="*/ 1755704 h 3210806"/>
                  <a:gd name="connsiteX19" fmla="*/ 4255462 w 5107940"/>
                  <a:gd name="connsiteY19" fmla="*/ 1706541 h 3210806"/>
                  <a:gd name="connsiteX20" fmla="*/ 4305286 w 5107940"/>
                  <a:gd name="connsiteY20" fmla="*/ 1652751 h 3210806"/>
                  <a:gd name="connsiteX21" fmla="*/ 4254058 w 5107940"/>
                  <a:gd name="connsiteY21" fmla="*/ 1599953 h 3210806"/>
                  <a:gd name="connsiteX22" fmla="*/ 4184403 w 5107940"/>
                  <a:gd name="connsiteY22" fmla="*/ 1574752 h 3210806"/>
                  <a:gd name="connsiteX23" fmla="*/ 3745739 w 5107940"/>
                  <a:gd name="connsiteY23" fmla="*/ 1501627 h 3210806"/>
                  <a:gd name="connsiteX24" fmla="*/ 3124388 w 5107940"/>
                  <a:gd name="connsiteY24" fmla="*/ 1456844 h 3210806"/>
                  <a:gd name="connsiteX25" fmla="*/ 3073738 w 5107940"/>
                  <a:gd name="connsiteY25" fmla="*/ 1483449 h 3210806"/>
                  <a:gd name="connsiteX26" fmla="*/ 3081422 w 5107940"/>
                  <a:gd name="connsiteY26" fmla="*/ 1498074 h 3210806"/>
                  <a:gd name="connsiteX27" fmla="*/ 3649479 w 5107940"/>
                  <a:gd name="connsiteY27" fmla="*/ 1534512 h 3210806"/>
                  <a:gd name="connsiteX28" fmla="*/ 4171266 w 5107940"/>
                  <a:gd name="connsiteY28" fmla="*/ 1608629 h 3210806"/>
                  <a:gd name="connsiteX29" fmla="*/ 4218281 w 5107940"/>
                  <a:gd name="connsiteY29" fmla="*/ 1623584 h 3210806"/>
                  <a:gd name="connsiteX30" fmla="*/ 4259759 w 5107940"/>
                  <a:gd name="connsiteY30" fmla="*/ 1652586 h 3210806"/>
                  <a:gd name="connsiteX31" fmla="*/ 4216215 w 5107940"/>
                  <a:gd name="connsiteY31" fmla="*/ 1683984 h 3210806"/>
                  <a:gd name="connsiteX32" fmla="*/ 4048152 w 5107940"/>
                  <a:gd name="connsiteY32" fmla="*/ 1723893 h 3210806"/>
                  <a:gd name="connsiteX33" fmla="*/ 3256425 w 5107940"/>
                  <a:gd name="connsiteY33" fmla="*/ 1799496 h 3210806"/>
                  <a:gd name="connsiteX34" fmla="*/ 1965221 w 5107940"/>
                  <a:gd name="connsiteY34" fmla="*/ 1829242 h 3210806"/>
                  <a:gd name="connsiteX35" fmla="*/ 1684043 w 5107940"/>
                  <a:gd name="connsiteY35" fmla="*/ 1829159 h 3210806"/>
                  <a:gd name="connsiteX36" fmla="*/ 1749979 w 5107940"/>
                  <a:gd name="connsiteY36" fmla="*/ 1789002 h 3210806"/>
                  <a:gd name="connsiteX37" fmla="*/ 2270030 w 5107940"/>
                  <a:gd name="connsiteY37" fmla="*/ 1794869 h 3210806"/>
                  <a:gd name="connsiteX38" fmla="*/ 3122818 w 5107940"/>
                  <a:gd name="connsiteY38" fmla="*/ 1755456 h 3210806"/>
                  <a:gd name="connsiteX39" fmla="*/ 3406557 w 5107940"/>
                  <a:gd name="connsiteY39" fmla="*/ 1706128 h 3210806"/>
                  <a:gd name="connsiteX40" fmla="*/ 3471667 w 5107940"/>
                  <a:gd name="connsiteY40" fmla="*/ 1653578 h 3210806"/>
                  <a:gd name="connsiteX41" fmla="*/ 3406971 w 5107940"/>
                  <a:gd name="connsiteY41" fmla="*/ 1600696 h 3210806"/>
                  <a:gd name="connsiteX42" fmla="*/ 2975165 w 5107940"/>
                  <a:gd name="connsiteY42" fmla="*/ 1539553 h 3210806"/>
                  <a:gd name="connsiteX43" fmla="*/ 2975165 w 5107940"/>
                  <a:gd name="connsiteY43" fmla="*/ 1539553 h 3210806"/>
                  <a:gd name="connsiteX44" fmla="*/ 2975165 w 5107940"/>
                  <a:gd name="connsiteY44" fmla="*/ 1539553 h 3210806"/>
                  <a:gd name="connsiteX45" fmla="*/ 2891299 w 5107940"/>
                  <a:gd name="connsiteY45" fmla="*/ 1575495 h 3210806"/>
                  <a:gd name="connsiteX46" fmla="*/ 3165371 w 5107940"/>
                  <a:gd name="connsiteY46" fmla="*/ 1600366 h 3210806"/>
                  <a:gd name="connsiteX47" fmla="*/ 3425396 w 5107940"/>
                  <a:gd name="connsiteY47" fmla="*/ 1650933 h 3210806"/>
                  <a:gd name="connsiteX48" fmla="*/ 3289310 w 5107940"/>
                  <a:gd name="connsiteY48" fmla="*/ 1690016 h 3210806"/>
                  <a:gd name="connsiteX49" fmla="*/ 2896091 w 5107940"/>
                  <a:gd name="connsiteY49" fmla="*/ 1729842 h 3210806"/>
                  <a:gd name="connsiteX50" fmla="*/ 2187321 w 5107940"/>
                  <a:gd name="connsiteY50" fmla="*/ 1749011 h 3210806"/>
                  <a:gd name="connsiteX51" fmla="*/ 2187321 w 5107940"/>
                  <a:gd name="connsiteY51" fmla="*/ 1749011 h 3210806"/>
                  <a:gd name="connsiteX52" fmla="*/ 2187238 w 5107940"/>
                  <a:gd name="connsiteY52" fmla="*/ 1749011 h 3210806"/>
                  <a:gd name="connsiteX53" fmla="*/ 1680572 w 5107940"/>
                  <a:gd name="connsiteY53" fmla="*/ 1741905 h 3210806"/>
                  <a:gd name="connsiteX54" fmla="*/ 976347 w 5107940"/>
                  <a:gd name="connsiteY54" fmla="*/ 1682084 h 3210806"/>
                  <a:gd name="connsiteX55" fmla="*/ 882566 w 5107940"/>
                  <a:gd name="connsiteY55" fmla="*/ 1651595 h 3210806"/>
                  <a:gd name="connsiteX56" fmla="*/ 1191093 w 5107940"/>
                  <a:gd name="connsiteY56" fmla="*/ 1592434 h 3210806"/>
                  <a:gd name="connsiteX57" fmla="*/ 1191093 w 5107940"/>
                  <a:gd name="connsiteY57" fmla="*/ 1592434 h 3210806"/>
                  <a:gd name="connsiteX58" fmla="*/ 1110202 w 5107940"/>
                  <a:gd name="connsiteY58" fmla="*/ 1559053 h 3210806"/>
                  <a:gd name="connsiteX59" fmla="*/ 916029 w 5107940"/>
                  <a:gd name="connsiteY59" fmla="*/ 1596069 h 3210806"/>
                  <a:gd name="connsiteX60" fmla="*/ 865792 w 5107940"/>
                  <a:gd name="connsiteY60" fmla="*/ 1614330 h 3210806"/>
                  <a:gd name="connsiteX61" fmla="*/ 834642 w 5107940"/>
                  <a:gd name="connsiteY61" fmla="*/ 1653578 h 3210806"/>
                  <a:gd name="connsiteX62" fmla="*/ 866371 w 5107940"/>
                  <a:gd name="connsiteY62" fmla="*/ 1692577 h 3210806"/>
                  <a:gd name="connsiteX63" fmla="*/ 1066162 w 5107940"/>
                  <a:gd name="connsiteY63" fmla="*/ 1739922 h 3210806"/>
                  <a:gd name="connsiteX64" fmla="*/ 1650496 w 5107940"/>
                  <a:gd name="connsiteY64" fmla="*/ 1784706 h 3210806"/>
                  <a:gd name="connsiteX65" fmla="*/ 1586874 w 5107940"/>
                  <a:gd name="connsiteY65" fmla="*/ 1822466 h 3210806"/>
                  <a:gd name="connsiteX66" fmla="*/ 705332 w 5107940"/>
                  <a:gd name="connsiteY66" fmla="*/ 1775534 h 3210806"/>
                  <a:gd name="connsiteX67" fmla="*/ 174209 w 5107940"/>
                  <a:gd name="connsiteY67" fmla="*/ 1707037 h 3210806"/>
                  <a:gd name="connsiteX68" fmla="*/ 94970 w 5107940"/>
                  <a:gd name="connsiteY68" fmla="*/ 1684645 h 3210806"/>
                  <a:gd name="connsiteX69" fmla="*/ 47790 w 5107940"/>
                  <a:gd name="connsiteY69" fmla="*/ 1652338 h 3210806"/>
                  <a:gd name="connsiteX70" fmla="*/ 93235 w 5107940"/>
                  <a:gd name="connsiteY70" fmla="*/ 1622427 h 3210806"/>
                  <a:gd name="connsiteX71" fmla="*/ 310212 w 5107940"/>
                  <a:gd name="connsiteY71" fmla="*/ 1574752 h 3210806"/>
                  <a:gd name="connsiteX72" fmla="*/ 1007745 w 5107940"/>
                  <a:gd name="connsiteY72" fmla="*/ 1507824 h 3210806"/>
                  <a:gd name="connsiteX73" fmla="*/ 1007745 w 5107940"/>
                  <a:gd name="connsiteY73" fmla="*/ 1507824 h 3210806"/>
                  <a:gd name="connsiteX74" fmla="*/ 935281 w 5107940"/>
                  <a:gd name="connsiteY74" fmla="*/ 1468411 h 3210806"/>
                  <a:gd name="connsiteX75" fmla="*/ 912146 w 5107940"/>
                  <a:gd name="connsiteY75" fmla="*/ 1475600 h 3210806"/>
                  <a:gd name="connsiteX76" fmla="*/ 260553 w 5107940"/>
                  <a:gd name="connsiteY76" fmla="*/ 1543436 h 3210806"/>
                  <a:gd name="connsiteX77" fmla="*/ 32587 w 5107940"/>
                  <a:gd name="connsiteY77" fmla="*/ 1611273 h 3210806"/>
                  <a:gd name="connsiteX78" fmla="*/ 33165 w 5107940"/>
                  <a:gd name="connsiteY78" fmla="*/ 1695634 h 3210806"/>
                  <a:gd name="connsiteX79" fmla="*/ 112652 w 5107940"/>
                  <a:gd name="connsiteY79" fmla="*/ 1729098 h 3210806"/>
                  <a:gd name="connsiteX80" fmla="*/ 485380 w 5107940"/>
                  <a:gd name="connsiteY80" fmla="*/ 1796687 h 3210806"/>
                  <a:gd name="connsiteX81" fmla="*/ 1395098 w 5107940"/>
                  <a:gd name="connsiteY81" fmla="*/ 1857747 h 3210806"/>
                  <a:gd name="connsiteX82" fmla="*/ 1557789 w 5107940"/>
                  <a:gd name="connsiteY82" fmla="*/ 1865432 h 3210806"/>
                  <a:gd name="connsiteX83" fmla="*/ 1528292 w 5107940"/>
                  <a:gd name="connsiteY83" fmla="*/ 1901457 h 3210806"/>
                  <a:gd name="connsiteX84" fmla="*/ 1199769 w 5107940"/>
                  <a:gd name="connsiteY84" fmla="*/ 2237829 h 3210806"/>
                  <a:gd name="connsiteX85" fmla="*/ 964531 w 5107940"/>
                  <a:gd name="connsiteY85" fmla="*/ 2621960 h 3210806"/>
                  <a:gd name="connsiteX86" fmla="*/ 1104005 w 5107940"/>
                  <a:gd name="connsiteY86" fmla="*/ 3002786 h 3210806"/>
                  <a:gd name="connsiteX87" fmla="*/ 1232406 w 5107940"/>
                  <a:gd name="connsiteY87" fmla="*/ 3068143 h 3210806"/>
                  <a:gd name="connsiteX88" fmla="*/ 1802860 w 5107940"/>
                  <a:gd name="connsiteY88" fmla="*/ 3191092 h 3210806"/>
                  <a:gd name="connsiteX89" fmla="*/ 2524520 w 5107940"/>
                  <a:gd name="connsiteY89" fmla="*/ 3202494 h 3210806"/>
                  <a:gd name="connsiteX90" fmla="*/ 3389536 w 5107940"/>
                  <a:gd name="connsiteY90" fmla="*/ 3084834 h 3210806"/>
                  <a:gd name="connsiteX91" fmla="*/ 4158211 w 5107940"/>
                  <a:gd name="connsiteY91" fmla="*/ 2796302 h 3210806"/>
                  <a:gd name="connsiteX92" fmla="*/ 4605385 w 5107940"/>
                  <a:gd name="connsiteY92" fmla="*/ 2159086 h 3210806"/>
                  <a:gd name="connsiteX93" fmla="*/ 4580515 w 5107940"/>
                  <a:gd name="connsiteY93" fmla="*/ 1533025 h 3210806"/>
                  <a:gd name="connsiteX94" fmla="*/ 4415262 w 5107940"/>
                  <a:gd name="connsiteY94" fmla="*/ 887051 h 3210806"/>
                  <a:gd name="connsiteX95" fmla="*/ 4353457 w 5107940"/>
                  <a:gd name="connsiteY95" fmla="*/ 399803 h 3210806"/>
                  <a:gd name="connsiteX96" fmla="*/ 4642816 w 5107940"/>
                  <a:gd name="connsiteY96" fmla="*/ 54424 h 3210806"/>
                  <a:gd name="connsiteX97" fmla="*/ 5034630 w 5107940"/>
                  <a:gd name="connsiteY97" fmla="*/ 282804 h 3210806"/>
                  <a:gd name="connsiteX98" fmla="*/ 5065119 w 5107940"/>
                  <a:gd name="connsiteY98" fmla="*/ 560346 h 3210806"/>
                  <a:gd name="connsiteX99" fmla="*/ 5107837 w 5107940"/>
                  <a:gd name="connsiteY99" fmla="*/ 558776 h 3210806"/>
                  <a:gd name="connsiteX100" fmla="*/ 5089246 w 5107940"/>
                  <a:gd name="connsiteY100" fmla="*/ 329157 h 32108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</a:cxnLst>
                <a:rect l="l" t="t" r="r" b="b"/>
                <a:pathLst>
                  <a:path w="5107940" h="3210806">
                    <a:moveTo>
                      <a:pt x="5089246" y="329157"/>
                    </a:moveTo>
                    <a:cubicBezTo>
                      <a:pt x="5070242" y="230253"/>
                      <a:pt x="5039010" y="137051"/>
                      <a:pt x="4955722" y="71693"/>
                    </a:cubicBezTo>
                    <a:cubicBezTo>
                      <a:pt x="4816496" y="-37457"/>
                      <a:pt x="4580185" y="-19940"/>
                      <a:pt x="4446578" y="110362"/>
                    </a:cubicBezTo>
                    <a:cubicBezTo>
                      <a:pt x="4316771" y="237029"/>
                      <a:pt x="4295619" y="397985"/>
                      <a:pt x="4309087" y="567700"/>
                    </a:cubicBezTo>
                    <a:cubicBezTo>
                      <a:pt x="4320820" y="714858"/>
                      <a:pt x="4362216" y="856232"/>
                      <a:pt x="4400720" y="998019"/>
                    </a:cubicBezTo>
                    <a:cubicBezTo>
                      <a:pt x="4481281" y="1294648"/>
                      <a:pt x="4572831" y="1589046"/>
                      <a:pt x="4581093" y="1900135"/>
                    </a:cubicBezTo>
                    <a:cubicBezTo>
                      <a:pt x="4585473" y="2067123"/>
                      <a:pt x="4563163" y="2228989"/>
                      <a:pt x="4490617" y="2381187"/>
                    </a:cubicBezTo>
                    <a:cubicBezTo>
                      <a:pt x="4395845" y="2580069"/>
                      <a:pt x="4236128" y="2712519"/>
                      <a:pt x="4044930" y="2811919"/>
                    </a:cubicBezTo>
                    <a:cubicBezTo>
                      <a:pt x="3784987" y="2947013"/>
                      <a:pt x="3505461" y="3022203"/>
                      <a:pt x="3219656" y="3076736"/>
                    </a:cubicBezTo>
                    <a:cubicBezTo>
                      <a:pt x="2968141" y="3124825"/>
                      <a:pt x="2714230" y="3152257"/>
                      <a:pt x="2458170" y="3162916"/>
                    </a:cubicBezTo>
                    <a:cubicBezTo>
                      <a:pt x="2134109" y="3176384"/>
                      <a:pt x="1811618" y="3166551"/>
                      <a:pt x="1493093" y="3100698"/>
                    </a:cubicBezTo>
                    <a:cubicBezTo>
                      <a:pt x="1358164" y="3072771"/>
                      <a:pt x="1225466" y="3035754"/>
                      <a:pt x="1110450" y="2954862"/>
                    </a:cubicBezTo>
                    <a:cubicBezTo>
                      <a:pt x="1007580" y="2882481"/>
                      <a:pt x="971141" y="2786139"/>
                      <a:pt x="997912" y="2663687"/>
                    </a:cubicBezTo>
                    <a:cubicBezTo>
                      <a:pt x="1015512" y="2583043"/>
                      <a:pt x="1053685" y="2511902"/>
                      <a:pt x="1098303" y="2443818"/>
                    </a:cubicBezTo>
                    <a:cubicBezTo>
                      <a:pt x="1232158" y="2239317"/>
                      <a:pt x="1409144" y="2073816"/>
                      <a:pt x="1584230" y="1906414"/>
                    </a:cubicBezTo>
                    <a:cubicBezTo>
                      <a:pt x="1617776" y="1874355"/>
                      <a:pt x="1651653" y="1859731"/>
                      <a:pt x="1697676" y="1865018"/>
                    </a:cubicBezTo>
                    <a:cubicBezTo>
                      <a:pt x="1738576" y="1869728"/>
                      <a:pt x="1780137" y="1869398"/>
                      <a:pt x="1821368" y="1869894"/>
                    </a:cubicBezTo>
                    <a:cubicBezTo>
                      <a:pt x="2407851" y="1876256"/>
                      <a:pt x="2994003" y="1867415"/>
                      <a:pt x="3578916" y="1821227"/>
                    </a:cubicBezTo>
                    <a:cubicBezTo>
                      <a:pt x="3750201" y="1807676"/>
                      <a:pt x="3921155" y="1789416"/>
                      <a:pt x="4089879" y="1755704"/>
                    </a:cubicBezTo>
                    <a:cubicBezTo>
                      <a:pt x="4146478" y="1744384"/>
                      <a:pt x="4202912" y="1731329"/>
                      <a:pt x="4255462" y="1706541"/>
                    </a:cubicBezTo>
                    <a:cubicBezTo>
                      <a:pt x="4278598" y="1695634"/>
                      <a:pt x="4305947" y="1685389"/>
                      <a:pt x="4305286" y="1652751"/>
                    </a:cubicBezTo>
                    <a:cubicBezTo>
                      <a:pt x="4304625" y="1620527"/>
                      <a:pt x="4277276" y="1610777"/>
                      <a:pt x="4254058" y="1599953"/>
                    </a:cubicBezTo>
                    <a:cubicBezTo>
                      <a:pt x="4231749" y="1589625"/>
                      <a:pt x="4208117" y="1581527"/>
                      <a:pt x="4184403" y="1574752"/>
                    </a:cubicBezTo>
                    <a:cubicBezTo>
                      <a:pt x="4040964" y="1533934"/>
                      <a:pt x="3893310" y="1517409"/>
                      <a:pt x="3745739" y="1501627"/>
                    </a:cubicBezTo>
                    <a:cubicBezTo>
                      <a:pt x="3539173" y="1479566"/>
                      <a:pt x="3331946" y="1466015"/>
                      <a:pt x="3124388" y="1456844"/>
                    </a:cubicBezTo>
                    <a:cubicBezTo>
                      <a:pt x="3107367" y="1465602"/>
                      <a:pt x="3089107" y="1472543"/>
                      <a:pt x="3073738" y="1483449"/>
                    </a:cubicBezTo>
                    <a:cubicBezTo>
                      <a:pt x="3050768" y="1499810"/>
                      <a:pt x="3083240" y="1490721"/>
                      <a:pt x="3081422" y="1498074"/>
                    </a:cubicBezTo>
                    <a:cubicBezTo>
                      <a:pt x="3271050" y="1505759"/>
                      <a:pt x="3460513" y="1516996"/>
                      <a:pt x="3649479" y="1534512"/>
                    </a:cubicBezTo>
                    <a:cubicBezTo>
                      <a:pt x="3824482" y="1550707"/>
                      <a:pt x="3999816" y="1566572"/>
                      <a:pt x="4171266" y="1608629"/>
                    </a:cubicBezTo>
                    <a:cubicBezTo>
                      <a:pt x="4187213" y="1612512"/>
                      <a:pt x="4202994" y="1617717"/>
                      <a:pt x="4218281" y="1623584"/>
                    </a:cubicBezTo>
                    <a:cubicBezTo>
                      <a:pt x="4234723" y="1629864"/>
                      <a:pt x="4259759" y="1634904"/>
                      <a:pt x="4259759" y="1652586"/>
                    </a:cubicBezTo>
                    <a:cubicBezTo>
                      <a:pt x="4259759" y="1673325"/>
                      <a:pt x="4233649" y="1677457"/>
                      <a:pt x="4216215" y="1683984"/>
                    </a:cubicBezTo>
                    <a:cubicBezTo>
                      <a:pt x="4161929" y="1704228"/>
                      <a:pt x="4105082" y="1714721"/>
                      <a:pt x="4048152" y="1723893"/>
                    </a:cubicBezTo>
                    <a:cubicBezTo>
                      <a:pt x="3785896" y="1765867"/>
                      <a:pt x="3521408" y="1784623"/>
                      <a:pt x="3256425" y="1799496"/>
                    </a:cubicBezTo>
                    <a:cubicBezTo>
                      <a:pt x="2826354" y="1823705"/>
                      <a:pt x="2395870" y="1831225"/>
                      <a:pt x="1965221" y="1829242"/>
                    </a:cubicBezTo>
                    <a:cubicBezTo>
                      <a:pt x="1873671" y="1828828"/>
                      <a:pt x="1782120" y="1829159"/>
                      <a:pt x="1684043" y="1829159"/>
                    </a:cubicBezTo>
                    <a:cubicBezTo>
                      <a:pt x="1702386" y="1793960"/>
                      <a:pt x="1723208" y="1788589"/>
                      <a:pt x="1749979" y="1789002"/>
                    </a:cubicBezTo>
                    <a:cubicBezTo>
                      <a:pt x="1923329" y="1791894"/>
                      <a:pt x="2096679" y="1796687"/>
                      <a:pt x="2270030" y="1794869"/>
                    </a:cubicBezTo>
                    <a:cubicBezTo>
                      <a:pt x="2554678" y="1791894"/>
                      <a:pt x="2839409" y="1784458"/>
                      <a:pt x="3122818" y="1755456"/>
                    </a:cubicBezTo>
                    <a:cubicBezTo>
                      <a:pt x="3218417" y="1745706"/>
                      <a:pt x="3314181" y="1734469"/>
                      <a:pt x="3406557" y="1706128"/>
                    </a:cubicBezTo>
                    <a:cubicBezTo>
                      <a:pt x="3434237" y="1697618"/>
                      <a:pt x="3471419" y="1692412"/>
                      <a:pt x="3471667" y="1653578"/>
                    </a:cubicBezTo>
                    <a:cubicBezTo>
                      <a:pt x="3471915" y="1614660"/>
                      <a:pt x="3434733" y="1608298"/>
                      <a:pt x="3406971" y="1600696"/>
                    </a:cubicBezTo>
                    <a:cubicBezTo>
                      <a:pt x="3265845" y="1561614"/>
                      <a:pt x="3120587" y="1549881"/>
                      <a:pt x="2975165" y="1539553"/>
                    </a:cubicBezTo>
                    <a:cubicBezTo>
                      <a:pt x="2975165" y="1539553"/>
                      <a:pt x="2975165" y="1539553"/>
                      <a:pt x="2975165" y="1539553"/>
                    </a:cubicBezTo>
                    <a:cubicBezTo>
                      <a:pt x="2975165" y="1539553"/>
                      <a:pt x="2975165" y="1539553"/>
                      <a:pt x="2975165" y="1539553"/>
                    </a:cubicBezTo>
                    <a:cubicBezTo>
                      <a:pt x="2944675" y="1545667"/>
                      <a:pt x="2917904" y="1560457"/>
                      <a:pt x="2891299" y="1575495"/>
                    </a:cubicBezTo>
                    <a:cubicBezTo>
                      <a:pt x="2982684" y="1583675"/>
                      <a:pt x="3074234" y="1590451"/>
                      <a:pt x="3165371" y="1600366"/>
                    </a:cubicBezTo>
                    <a:cubicBezTo>
                      <a:pt x="3250889" y="1609703"/>
                      <a:pt x="3336986" y="1617800"/>
                      <a:pt x="3425396" y="1650933"/>
                    </a:cubicBezTo>
                    <a:cubicBezTo>
                      <a:pt x="3379704" y="1679440"/>
                      <a:pt x="3333516" y="1682744"/>
                      <a:pt x="3289310" y="1690016"/>
                    </a:cubicBezTo>
                    <a:cubicBezTo>
                      <a:pt x="3159174" y="1711581"/>
                      <a:pt x="3027632" y="1722075"/>
                      <a:pt x="2896091" y="1729842"/>
                    </a:cubicBezTo>
                    <a:cubicBezTo>
                      <a:pt x="2660110" y="1743888"/>
                      <a:pt x="2423880" y="1752894"/>
                      <a:pt x="2187321" y="1749011"/>
                    </a:cubicBezTo>
                    <a:cubicBezTo>
                      <a:pt x="2187321" y="1749011"/>
                      <a:pt x="2187321" y="1749011"/>
                      <a:pt x="2187321" y="1749011"/>
                    </a:cubicBezTo>
                    <a:cubicBezTo>
                      <a:pt x="2187321" y="1749011"/>
                      <a:pt x="2187238" y="1749011"/>
                      <a:pt x="2187238" y="1749011"/>
                    </a:cubicBezTo>
                    <a:cubicBezTo>
                      <a:pt x="2125599" y="1747937"/>
                      <a:pt x="1692553" y="1742318"/>
                      <a:pt x="1680572" y="1741905"/>
                    </a:cubicBezTo>
                    <a:cubicBezTo>
                      <a:pt x="1444839" y="1733643"/>
                      <a:pt x="1209271" y="1722736"/>
                      <a:pt x="976347" y="1682084"/>
                    </a:cubicBezTo>
                    <a:cubicBezTo>
                      <a:pt x="945775" y="1676713"/>
                      <a:pt x="914377" y="1672333"/>
                      <a:pt x="882566" y="1651595"/>
                    </a:cubicBezTo>
                    <a:cubicBezTo>
                      <a:pt x="984361" y="1610199"/>
                      <a:pt x="1089710" y="1611025"/>
                      <a:pt x="1191093" y="1592434"/>
                    </a:cubicBezTo>
                    <a:lnTo>
                      <a:pt x="1191093" y="1592434"/>
                    </a:lnTo>
                    <a:cubicBezTo>
                      <a:pt x="1165231" y="1578553"/>
                      <a:pt x="1139947" y="1563432"/>
                      <a:pt x="1110202" y="1559053"/>
                    </a:cubicBezTo>
                    <a:cubicBezTo>
                      <a:pt x="1045257" y="1570455"/>
                      <a:pt x="979569" y="1577891"/>
                      <a:pt x="916029" y="1596069"/>
                    </a:cubicBezTo>
                    <a:cubicBezTo>
                      <a:pt x="898926" y="1600944"/>
                      <a:pt x="882070" y="1607306"/>
                      <a:pt x="865792" y="1614330"/>
                    </a:cubicBezTo>
                    <a:cubicBezTo>
                      <a:pt x="848854" y="1621684"/>
                      <a:pt x="834477" y="1632177"/>
                      <a:pt x="834642" y="1653578"/>
                    </a:cubicBezTo>
                    <a:cubicBezTo>
                      <a:pt x="834807" y="1674978"/>
                      <a:pt x="849432" y="1685141"/>
                      <a:pt x="866371" y="1692577"/>
                    </a:cubicBezTo>
                    <a:cubicBezTo>
                      <a:pt x="930076" y="1720422"/>
                      <a:pt x="998160" y="1730420"/>
                      <a:pt x="1066162" y="1739922"/>
                    </a:cubicBezTo>
                    <a:cubicBezTo>
                      <a:pt x="1258268" y="1766776"/>
                      <a:pt x="1451614" y="1778096"/>
                      <a:pt x="1650496" y="1784706"/>
                    </a:cubicBezTo>
                    <a:cubicBezTo>
                      <a:pt x="1632980" y="1809659"/>
                      <a:pt x="1616537" y="1823540"/>
                      <a:pt x="1586874" y="1822466"/>
                    </a:cubicBezTo>
                    <a:cubicBezTo>
                      <a:pt x="1292724" y="1811972"/>
                      <a:pt x="998656" y="1801314"/>
                      <a:pt x="705332" y="1775534"/>
                    </a:cubicBezTo>
                    <a:cubicBezTo>
                      <a:pt x="527272" y="1759918"/>
                      <a:pt x="349459" y="1743558"/>
                      <a:pt x="174209" y="1707037"/>
                    </a:cubicBezTo>
                    <a:cubicBezTo>
                      <a:pt x="147355" y="1701418"/>
                      <a:pt x="120997" y="1693321"/>
                      <a:pt x="94970" y="1684645"/>
                    </a:cubicBezTo>
                    <a:cubicBezTo>
                      <a:pt x="76048" y="1678365"/>
                      <a:pt x="47625" y="1674317"/>
                      <a:pt x="47790" y="1652338"/>
                    </a:cubicBezTo>
                    <a:cubicBezTo>
                      <a:pt x="47873" y="1633912"/>
                      <a:pt x="75139" y="1628872"/>
                      <a:pt x="93235" y="1622427"/>
                    </a:cubicBezTo>
                    <a:cubicBezTo>
                      <a:pt x="163550" y="1597392"/>
                      <a:pt x="236839" y="1585989"/>
                      <a:pt x="310212" y="1574752"/>
                    </a:cubicBezTo>
                    <a:cubicBezTo>
                      <a:pt x="541483" y="1539470"/>
                      <a:pt x="774738" y="1525011"/>
                      <a:pt x="1007745" y="1507824"/>
                    </a:cubicBezTo>
                    <a:cubicBezTo>
                      <a:pt x="1007745" y="1507824"/>
                      <a:pt x="1007745" y="1507824"/>
                      <a:pt x="1007745" y="1507824"/>
                    </a:cubicBezTo>
                    <a:cubicBezTo>
                      <a:pt x="986262" y="1489729"/>
                      <a:pt x="959739" y="1480971"/>
                      <a:pt x="935281" y="1468411"/>
                    </a:cubicBezTo>
                    <a:cubicBezTo>
                      <a:pt x="927597" y="1470890"/>
                      <a:pt x="919913" y="1475352"/>
                      <a:pt x="912146" y="1475600"/>
                    </a:cubicBezTo>
                    <a:cubicBezTo>
                      <a:pt x="693268" y="1482292"/>
                      <a:pt x="476208" y="1506915"/>
                      <a:pt x="260553" y="1543436"/>
                    </a:cubicBezTo>
                    <a:cubicBezTo>
                      <a:pt x="182141" y="1556739"/>
                      <a:pt x="102819" y="1570455"/>
                      <a:pt x="32587" y="1611273"/>
                    </a:cubicBezTo>
                    <a:cubicBezTo>
                      <a:pt x="-11123" y="1636639"/>
                      <a:pt x="-10792" y="1670599"/>
                      <a:pt x="33165" y="1695634"/>
                    </a:cubicBezTo>
                    <a:cubicBezTo>
                      <a:pt x="58036" y="1709763"/>
                      <a:pt x="85220" y="1720918"/>
                      <a:pt x="112652" y="1729098"/>
                    </a:cubicBezTo>
                    <a:cubicBezTo>
                      <a:pt x="234278" y="1765288"/>
                      <a:pt x="359788" y="1782475"/>
                      <a:pt x="485380" y="1796687"/>
                    </a:cubicBezTo>
                    <a:cubicBezTo>
                      <a:pt x="787628" y="1830894"/>
                      <a:pt x="1091032" y="1849072"/>
                      <a:pt x="1395098" y="1857747"/>
                    </a:cubicBezTo>
                    <a:cubicBezTo>
                      <a:pt x="1449383" y="1859317"/>
                      <a:pt x="1503586" y="1862788"/>
                      <a:pt x="1557789" y="1865432"/>
                    </a:cubicBezTo>
                    <a:cubicBezTo>
                      <a:pt x="1551179" y="1882949"/>
                      <a:pt x="1539116" y="1891542"/>
                      <a:pt x="1528292" y="1901457"/>
                    </a:cubicBezTo>
                    <a:cubicBezTo>
                      <a:pt x="1412780" y="2007715"/>
                      <a:pt x="1300821" y="2117525"/>
                      <a:pt x="1199769" y="2237829"/>
                    </a:cubicBezTo>
                    <a:cubicBezTo>
                      <a:pt x="1102104" y="2354002"/>
                      <a:pt x="1010058" y="2474224"/>
                      <a:pt x="964531" y="2621960"/>
                    </a:cubicBezTo>
                    <a:cubicBezTo>
                      <a:pt x="914790" y="2783247"/>
                      <a:pt x="962300" y="2910575"/>
                      <a:pt x="1104005" y="3002786"/>
                    </a:cubicBezTo>
                    <a:cubicBezTo>
                      <a:pt x="1144492" y="3029061"/>
                      <a:pt x="1187623" y="3050379"/>
                      <a:pt x="1232406" y="3068143"/>
                    </a:cubicBezTo>
                    <a:cubicBezTo>
                      <a:pt x="1415672" y="3141020"/>
                      <a:pt x="1608274" y="3172005"/>
                      <a:pt x="1802860" y="3191092"/>
                    </a:cubicBezTo>
                    <a:cubicBezTo>
                      <a:pt x="2042972" y="3214640"/>
                      <a:pt x="2283581" y="3215301"/>
                      <a:pt x="2524520" y="3202494"/>
                    </a:cubicBezTo>
                    <a:cubicBezTo>
                      <a:pt x="2816191" y="3186960"/>
                      <a:pt x="3104888" y="3150356"/>
                      <a:pt x="3389536" y="3084834"/>
                    </a:cubicBezTo>
                    <a:cubicBezTo>
                      <a:pt x="3658403" y="3022947"/>
                      <a:pt x="3920494" y="2941477"/>
                      <a:pt x="4158211" y="2796302"/>
                    </a:cubicBezTo>
                    <a:cubicBezTo>
                      <a:pt x="4399646" y="2648814"/>
                      <a:pt x="4554653" y="2440925"/>
                      <a:pt x="4605385" y="2159086"/>
                    </a:cubicBezTo>
                    <a:cubicBezTo>
                      <a:pt x="4643394" y="1948223"/>
                      <a:pt x="4620341" y="1740335"/>
                      <a:pt x="4580515" y="1533025"/>
                    </a:cubicBezTo>
                    <a:cubicBezTo>
                      <a:pt x="4538458" y="1314396"/>
                      <a:pt x="4470787" y="1102211"/>
                      <a:pt x="4415262" y="887051"/>
                    </a:cubicBezTo>
                    <a:cubicBezTo>
                      <a:pt x="4374114" y="727417"/>
                      <a:pt x="4334288" y="567948"/>
                      <a:pt x="4353457" y="399803"/>
                    </a:cubicBezTo>
                    <a:cubicBezTo>
                      <a:pt x="4373453" y="224883"/>
                      <a:pt x="4478223" y="93258"/>
                      <a:pt x="4642816" y="54424"/>
                    </a:cubicBezTo>
                    <a:cubicBezTo>
                      <a:pt x="4803689" y="16416"/>
                      <a:pt x="4982410" y="66983"/>
                      <a:pt x="5034630" y="282804"/>
                    </a:cubicBezTo>
                    <a:cubicBezTo>
                      <a:pt x="5056774" y="374271"/>
                      <a:pt x="5066607" y="466565"/>
                      <a:pt x="5065119" y="560346"/>
                    </a:cubicBezTo>
                    <a:cubicBezTo>
                      <a:pt x="5079827" y="572079"/>
                      <a:pt x="5094039" y="572740"/>
                      <a:pt x="5107837" y="558776"/>
                    </a:cubicBezTo>
                    <a:cubicBezTo>
                      <a:pt x="5108746" y="481686"/>
                      <a:pt x="5103789" y="405008"/>
                      <a:pt x="5089246" y="329157"/>
                    </a:cubicBezTo>
                    <a:close/>
                  </a:path>
                </a:pathLst>
              </a:custGeom>
              <a:solidFill>
                <a:srgbClr val="3B434C"/>
              </a:solidFill>
              <a:ln w="826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6" name="자유형: 도형 15">
                <a:extLst>
                  <a:ext uri="{FF2B5EF4-FFF2-40B4-BE49-F238E27FC236}">
                    <a16:creationId xmlns:a16="http://schemas.microsoft.com/office/drawing/2014/main" id="{138FFCFD-FB5D-490C-A165-09AD6BDBBF9E}"/>
                  </a:ext>
                </a:extLst>
              </p:cNvPr>
              <p:cNvSpPr/>
              <p:nvPr/>
            </p:nvSpPr>
            <p:spPr>
              <a:xfrm>
                <a:off x="10989705" y="5072377"/>
                <a:ext cx="27890" cy="192464"/>
              </a:xfrm>
              <a:custGeom>
                <a:avLst/>
                <a:gdLst>
                  <a:gd name="connsiteX0" fmla="*/ 39661 w 39664"/>
                  <a:gd name="connsiteY0" fmla="*/ 248726 h 273718"/>
                  <a:gd name="connsiteX1" fmla="*/ 20987 w 39664"/>
                  <a:gd name="connsiteY1" fmla="*/ 273679 h 273718"/>
                  <a:gd name="connsiteX2" fmla="*/ 0 w 39664"/>
                  <a:gd name="connsiteY2" fmla="*/ 247404 h 273718"/>
                  <a:gd name="connsiteX3" fmla="*/ 83 w 39664"/>
                  <a:gd name="connsiteY3" fmla="*/ 24973 h 273718"/>
                  <a:gd name="connsiteX4" fmla="*/ 18178 w 39664"/>
                  <a:gd name="connsiteY4" fmla="*/ 21 h 273718"/>
                  <a:gd name="connsiteX5" fmla="*/ 39661 w 39664"/>
                  <a:gd name="connsiteY5" fmla="*/ 26296 h 273718"/>
                  <a:gd name="connsiteX6" fmla="*/ 39661 w 39664"/>
                  <a:gd name="connsiteY6" fmla="*/ 248726 h 2737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9664" h="273718">
                    <a:moveTo>
                      <a:pt x="39661" y="248726"/>
                    </a:moveTo>
                    <a:cubicBezTo>
                      <a:pt x="39661" y="261781"/>
                      <a:pt x="39413" y="272853"/>
                      <a:pt x="20987" y="273679"/>
                    </a:cubicBezTo>
                    <a:cubicBezTo>
                      <a:pt x="83" y="274506"/>
                      <a:pt x="0" y="262277"/>
                      <a:pt x="0" y="247404"/>
                    </a:cubicBezTo>
                    <a:cubicBezTo>
                      <a:pt x="248" y="173288"/>
                      <a:pt x="165" y="99090"/>
                      <a:pt x="83" y="24973"/>
                    </a:cubicBezTo>
                    <a:cubicBezTo>
                      <a:pt x="83" y="12249"/>
                      <a:pt x="-826" y="516"/>
                      <a:pt x="18178" y="21"/>
                    </a:cubicBezTo>
                    <a:cubicBezTo>
                      <a:pt x="38752" y="-558"/>
                      <a:pt x="39743" y="11175"/>
                      <a:pt x="39661" y="26296"/>
                    </a:cubicBezTo>
                    <a:cubicBezTo>
                      <a:pt x="39413" y="63312"/>
                      <a:pt x="39578" y="211627"/>
                      <a:pt x="39661" y="248726"/>
                    </a:cubicBezTo>
                    <a:close/>
                  </a:path>
                </a:pathLst>
              </a:custGeom>
              <a:solidFill>
                <a:srgbClr val="7A8892"/>
              </a:solidFill>
              <a:ln w="826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</p:grpSp>
      </p:grpSp>
      <p:sp>
        <p:nvSpPr>
          <p:cNvPr id="40" name="TextBox 39">
            <a:extLst>
              <a:ext uri="{FF2B5EF4-FFF2-40B4-BE49-F238E27FC236}">
                <a16:creationId xmlns:a16="http://schemas.microsoft.com/office/drawing/2014/main" id="{B86A7BAE-90AD-48B1-A357-684FD67B5318}"/>
              </a:ext>
            </a:extLst>
          </p:cNvPr>
          <p:cNvSpPr txBox="1"/>
          <p:nvPr/>
        </p:nvSpPr>
        <p:spPr>
          <a:xfrm>
            <a:off x="545582" y="2704212"/>
            <a:ext cx="621543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600" b="1" dirty="0">
                <a:solidFill>
                  <a:srgbClr val="002060"/>
                </a:solidFill>
                <a:cs typeface="Arial" pitchFamily="34" charset="0"/>
              </a:rPr>
              <a:t>Enhanced creativity: ICT tools like graphic design software and music production apps allow us </a:t>
            </a:r>
            <a:r>
              <a:rPr lang="en-US" altLang="ko-KR" sz="1600" b="1" dirty="0" smtClean="0">
                <a:solidFill>
                  <a:srgbClr val="002060"/>
                </a:solidFill>
                <a:cs typeface="Arial" pitchFamily="34" charset="0"/>
              </a:rPr>
              <a:t>to express </a:t>
            </a:r>
            <a:r>
              <a:rPr lang="en-US" altLang="ko-KR" sz="1600" b="1" dirty="0">
                <a:solidFill>
                  <a:srgbClr val="002060"/>
                </a:solidFill>
                <a:cs typeface="Arial" pitchFamily="34" charset="0"/>
              </a:rPr>
              <a:t>ourselves in new and exciting ways.</a:t>
            </a:r>
            <a:endParaRPr lang="ko-KR" altLang="en-US" sz="1600" b="1" dirty="0">
              <a:solidFill>
                <a:srgbClr val="002060"/>
              </a:solidFill>
              <a:cs typeface="Arial" pitchFamily="34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3EF4EFB-8296-4FE3-805C-306C50383D36}"/>
              </a:ext>
            </a:extLst>
          </p:cNvPr>
          <p:cNvSpPr txBox="1"/>
          <p:nvPr/>
        </p:nvSpPr>
        <p:spPr>
          <a:xfrm>
            <a:off x="537680" y="5265702"/>
            <a:ext cx="582155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600" b="1" dirty="0">
                <a:solidFill>
                  <a:schemeClr val="accent4">
                    <a:lumMod val="50000"/>
                  </a:schemeClr>
                </a:solidFill>
                <a:cs typeface="Arial" pitchFamily="34" charset="0"/>
              </a:rPr>
              <a:t>Better career opportunities: Many jobs today require ICT skills, and knowing how to </a:t>
            </a:r>
            <a:r>
              <a:rPr lang="en-US" altLang="ko-KR" sz="1600" b="1" dirty="0" smtClean="0">
                <a:solidFill>
                  <a:schemeClr val="accent4">
                    <a:lumMod val="50000"/>
                  </a:schemeClr>
                </a:solidFill>
                <a:cs typeface="Arial" pitchFamily="34" charset="0"/>
              </a:rPr>
              <a:t>use technology </a:t>
            </a:r>
            <a:r>
              <a:rPr lang="en-US" altLang="ko-KR" sz="1600" b="1" dirty="0">
                <a:solidFill>
                  <a:schemeClr val="accent4">
                    <a:lumMod val="50000"/>
                  </a:schemeClr>
                </a:solidFill>
                <a:cs typeface="Arial" pitchFamily="34" charset="0"/>
              </a:rPr>
              <a:t>can open doors to a wider range of career paths.</a:t>
            </a:r>
            <a:endParaRPr lang="ko-KR" altLang="en-US" sz="1600" b="1" dirty="0">
              <a:solidFill>
                <a:schemeClr val="accent4">
                  <a:lumMod val="50000"/>
                </a:schemeClr>
              </a:solidFill>
              <a:cs typeface="Arial" pitchFamily="34" charset="0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4F94885E-8956-452B-9282-B9B86FA29191}"/>
              </a:ext>
            </a:extLst>
          </p:cNvPr>
          <p:cNvSpPr txBox="1"/>
          <p:nvPr/>
        </p:nvSpPr>
        <p:spPr>
          <a:xfrm>
            <a:off x="540079" y="4002149"/>
            <a:ext cx="608239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600" b="1" dirty="0">
                <a:solidFill>
                  <a:srgbClr val="7030A0"/>
                </a:solidFill>
                <a:cs typeface="Arial" pitchFamily="34" charset="0"/>
              </a:rPr>
              <a:t>Lifelong learning: With access to online resources and educational platforms, learning can </a:t>
            </a:r>
            <a:r>
              <a:rPr lang="en-US" altLang="ko-KR" sz="1600" b="1" dirty="0" smtClean="0">
                <a:solidFill>
                  <a:srgbClr val="7030A0"/>
                </a:solidFill>
                <a:cs typeface="Arial" pitchFamily="34" charset="0"/>
              </a:rPr>
              <a:t>happen anytime</a:t>
            </a:r>
            <a:r>
              <a:rPr lang="en-US" altLang="ko-KR" sz="1600" b="1" dirty="0">
                <a:solidFill>
                  <a:srgbClr val="7030A0"/>
                </a:solidFill>
                <a:cs typeface="Arial" pitchFamily="34" charset="0"/>
              </a:rPr>
              <a:t>, anywhere.</a:t>
            </a:r>
            <a:endParaRPr lang="ko-KR" altLang="en-US" sz="1600" b="1" dirty="0">
              <a:solidFill>
                <a:srgbClr val="7030A0"/>
              </a:solidFill>
              <a:cs typeface="Arial" pitchFamily="34" charset="0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DFA5CE6F-7CD6-43B6-AF9E-D39FEEA889FA}"/>
              </a:ext>
            </a:extLst>
          </p:cNvPr>
          <p:cNvSpPr txBox="1"/>
          <p:nvPr/>
        </p:nvSpPr>
        <p:spPr>
          <a:xfrm>
            <a:off x="537679" y="1482457"/>
            <a:ext cx="615406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altLang="ko-KR" sz="1600" b="1" dirty="0">
                <a:solidFill>
                  <a:schemeClr val="accent3"/>
                </a:solidFill>
                <a:cs typeface="Arial" pitchFamily="34" charset="0"/>
              </a:rPr>
              <a:t>Improved communication: ICT makes it easy to stay in touch with people near and far, </a:t>
            </a:r>
            <a:r>
              <a:rPr lang="en-US" altLang="ko-KR" sz="1600" b="1" dirty="0" smtClean="0">
                <a:solidFill>
                  <a:schemeClr val="accent3"/>
                </a:solidFill>
                <a:cs typeface="Arial" pitchFamily="34" charset="0"/>
              </a:rPr>
              <a:t>fostering collaboration </a:t>
            </a:r>
            <a:r>
              <a:rPr lang="en-US" altLang="ko-KR" sz="1600" b="1" dirty="0">
                <a:solidFill>
                  <a:schemeClr val="accent3"/>
                </a:solidFill>
                <a:cs typeface="Arial" pitchFamily="34" charset="0"/>
              </a:rPr>
              <a:t>and teamwork.</a:t>
            </a:r>
            <a:endParaRPr lang="ko-KR" altLang="en-US" sz="1600" b="1" dirty="0">
              <a:solidFill>
                <a:schemeClr val="accent3"/>
              </a:solidFill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562622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" name="그룹 76">
            <a:extLst>
              <a:ext uri="{FF2B5EF4-FFF2-40B4-BE49-F238E27FC236}">
                <a16:creationId xmlns:a16="http://schemas.microsoft.com/office/drawing/2014/main" id="{322B4577-87BB-4324-9802-FD6837A194E1}"/>
              </a:ext>
            </a:extLst>
          </p:cNvPr>
          <p:cNvGrpSpPr/>
          <p:nvPr/>
        </p:nvGrpSpPr>
        <p:grpSpPr>
          <a:xfrm>
            <a:off x="7000449" y="2280771"/>
            <a:ext cx="5191551" cy="3328465"/>
            <a:chOff x="2695954" y="2499654"/>
            <a:chExt cx="6800092" cy="4359751"/>
          </a:xfrm>
        </p:grpSpPr>
        <p:sp>
          <p:nvSpPr>
            <p:cNvPr id="78" name="자유형: 도형 77">
              <a:extLst>
                <a:ext uri="{FF2B5EF4-FFF2-40B4-BE49-F238E27FC236}">
                  <a16:creationId xmlns:a16="http://schemas.microsoft.com/office/drawing/2014/main" id="{6FAC7AFC-61C3-4BD5-857E-A7F931935B35}"/>
                </a:ext>
              </a:extLst>
            </p:cNvPr>
            <p:cNvSpPr/>
            <p:nvPr/>
          </p:nvSpPr>
          <p:spPr>
            <a:xfrm>
              <a:off x="3018586" y="2499654"/>
              <a:ext cx="6154910" cy="3904758"/>
            </a:xfrm>
            <a:custGeom>
              <a:avLst/>
              <a:gdLst>
                <a:gd name="connsiteX0" fmla="*/ 5800181 w 6154910"/>
                <a:gd name="connsiteY0" fmla="*/ 3904758 h 3904758"/>
                <a:gd name="connsiteX1" fmla="*/ 354730 w 6154910"/>
                <a:gd name="connsiteY1" fmla="*/ 3904758 h 3904758"/>
                <a:gd name="connsiteX2" fmla="*/ 0 w 6154910"/>
                <a:gd name="connsiteY2" fmla="*/ 3550028 h 3904758"/>
                <a:gd name="connsiteX3" fmla="*/ 0 w 6154910"/>
                <a:gd name="connsiteY3" fmla="*/ 354730 h 3904758"/>
                <a:gd name="connsiteX4" fmla="*/ 354730 w 6154910"/>
                <a:gd name="connsiteY4" fmla="*/ 0 h 3904758"/>
                <a:gd name="connsiteX5" fmla="*/ 5800181 w 6154910"/>
                <a:gd name="connsiteY5" fmla="*/ 0 h 3904758"/>
                <a:gd name="connsiteX6" fmla="*/ 6154911 w 6154910"/>
                <a:gd name="connsiteY6" fmla="*/ 354730 h 3904758"/>
                <a:gd name="connsiteX7" fmla="*/ 6154911 w 6154910"/>
                <a:gd name="connsiteY7" fmla="*/ 3550028 h 3904758"/>
                <a:gd name="connsiteX8" fmla="*/ 5800181 w 6154910"/>
                <a:gd name="connsiteY8" fmla="*/ 3904758 h 3904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154910" h="3904758">
                  <a:moveTo>
                    <a:pt x="5800181" y="3904758"/>
                  </a:moveTo>
                  <a:lnTo>
                    <a:pt x="354730" y="3904758"/>
                  </a:lnTo>
                  <a:cubicBezTo>
                    <a:pt x="158834" y="3904758"/>
                    <a:pt x="0" y="3745924"/>
                    <a:pt x="0" y="3550028"/>
                  </a:cubicBezTo>
                  <a:lnTo>
                    <a:pt x="0" y="354730"/>
                  </a:lnTo>
                  <a:cubicBezTo>
                    <a:pt x="0" y="158834"/>
                    <a:pt x="158834" y="0"/>
                    <a:pt x="354730" y="0"/>
                  </a:cubicBezTo>
                  <a:lnTo>
                    <a:pt x="5800181" y="0"/>
                  </a:lnTo>
                  <a:cubicBezTo>
                    <a:pt x="5996076" y="0"/>
                    <a:pt x="6154911" y="158834"/>
                    <a:pt x="6154911" y="354730"/>
                  </a:cubicBezTo>
                  <a:lnTo>
                    <a:pt x="6154911" y="3550028"/>
                  </a:lnTo>
                  <a:cubicBezTo>
                    <a:pt x="6154828" y="3745924"/>
                    <a:pt x="5995994" y="3904758"/>
                    <a:pt x="5800181" y="3904758"/>
                  </a:cubicBezTo>
                  <a:close/>
                </a:path>
              </a:pathLst>
            </a:custGeom>
            <a:solidFill>
              <a:srgbClr val="222B32"/>
            </a:solidFill>
            <a:ln w="82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79" name="자유형: 도형 78">
              <a:extLst>
                <a:ext uri="{FF2B5EF4-FFF2-40B4-BE49-F238E27FC236}">
                  <a16:creationId xmlns:a16="http://schemas.microsoft.com/office/drawing/2014/main" id="{84408A2A-7552-4E0F-A45A-9010814DA362}"/>
                </a:ext>
              </a:extLst>
            </p:cNvPr>
            <p:cNvSpPr/>
            <p:nvPr/>
          </p:nvSpPr>
          <p:spPr>
            <a:xfrm>
              <a:off x="3225401" y="2706552"/>
              <a:ext cx="5749469" cy="3491044"/>
            </a:xfrm>
            <a:custGeom>
              <a:avLst/>
              <a:gdLst>
                <a:gd name="connsiteX0" fmla="*/ 5623312 w 5749469"/>
                <a:gd name="connsiteY0" fmla="*/ 3491045 h 3491044"/>
                <a:gd name="connsiteX1" fmla="*/ 126157 w 5749469"/>
                <a:gd name="connsiteY1" fmla="*/ 3491045 h 3491044"/>
                <a:gd name="connsiteX2" fmla="*/ 0 w 5749469"/>
                <a:gd name="connsiteY2" fmla="*/ 3364887 h 3491044"/>
                <a:gd name="connsiteX3" fmla="*/ 0 w 5749469"/>
                <a:gd name="connsiteY3" fmla="*/ 126157 h 3491044"/>
                <a:gd name="connsiteX4" fmla="*/ 126157 w 5749469"/>
                <a:gd name="connsiteY4" fmla="*/ 0 h 3491044"/>
                <a:gd name="connsiteX5" fmla="*/ 5623312 w 5749469"/>
                <a:gd name="connsiteY5" fmla="*/ 0 h 3491044"/>
                <a:gd name="connsiteX6" fmla="*/ 5749470 w 5749469"/>
                <a:gd name="connsiteY6" fmla="*/ 126157 h 3491044"/>
                <a:gd name="connsiteX7" fmla="*/ 5749470 w 5749469"/>
                <a:gd name="connsiteY7" fmla="*/ 3364887 h 3491044"/>
                <a:gd name="connsiteX8" fmla="*/ 5623312 w 5749469"/>
                <a:gd name="connsiteY8" fmla="*/ 3491045 h 34910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749469" h="3491044">
                  <a:moveTo>
                    <a:pt x="5623312" y="3491045"/>
                  </a:moveTo>
                  <a:lnTo>
                    <a:pt x="126157" y="3491045"/>
                  </a:lnTo>
                  <a:cubicBezTo>
                    <a:pt x="56502" y="3491045"/>
                    <a:pt x="0" y="3434543"/>
                    <a:pt x="0" y="3364887"/>
                  </a:cubicBezTo>
                  <a:lnTo>
                    <a:pt x="0" y="126157"/>
                  </a:lnTo>
                  <a:cubicBezTo>
                    <a:pt x="0" y="56502"/>
                    <a:pt x="56502" y="0"/>
                    <a:pt x="126157" y="0"/>
                  </a:cubicBezTo>
                  <a:lnTo>
                    <a:pt x="5623312" y="0"/>
                  </a:lnTo>
                  <a:cubicBezTo>
                    <a:pt x="5692968" y="0"/>
                    <a:pt x="5749470" y="56502"/>
                    <a:pt x="5749470" y="126157"/>
                  </a:cubicBezTo>
                  <a:lnTo>
                    <a:pt x="5749470" y="3364887"/>
                  </a:lnTo>
                  <a:cubicBezTo>
                    <a:pt x="5749470" y="3434543"/>
                    <a:pt x="5692968" y="3491045"/>
                    <a:pt x="5623312" y="3491045"/>
                  </a:cubicBez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 w="82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80" name="자유형: 도형 79">
              <a:extLst>
                <a:ext uri="{FF2B5EF4-FFF2-40B4-BE49-F238E27FC236}">
                  <a16:creationId xmlns:a16="http://schemas.microsoft.com/office/drawing/2014/main" id="{14821388-BE10-4B10-A3B5-6C4910E4901A}"/>
                </a:ext>
              </a:extLst>
            </p:cNvPr>
            <p:cNvSpPr/>
            <p:nvPr/>
          </p:nvSpPr>
          <p:spPr>
            <a:xfrm>
              <a:off x="2695954" y="6462320"/>
              <a:ext cx="6800092" cy="397085"/>
            </a:xfrm>
            <a:custGeom>
              <a:avLst/>
              <a:gdLst>
                <a:gd name="connsiteX0" fmla="*/ 6448506 w 6800092"/>
                <a:gd name="connsiteY0" fmla="*/ 397086 h 397085"/>
                <a:gd name="connsiteX1" fmla="*/ 351586 w 6800092"/>
                <a:gd name="connsiteY1" fmla="*/ 397086 h 397085"/>
                <a:gd name="connsiteX2" fmla="*/ 0 w 6800092"/>
                <a:gd name="connsiteY2" fmla="*/ 45499 h 397085"/>
                <a:gd name="connsiteX3" fmla="*/ 0 w 6800092"/>
                <a:gd name="connsiteY3" fmla="*/ 45499 h 397085"/>
                <a:gd name="connsiteX4" fmla="*/ 45499 w 6800092"/>
                <a:gd name="connsiteY4" fmla="*/ 0 h 397085"/>
                <a:gd name="connsiteX5" fmla="*/ 6754593 w 6800092"/>
                <a:gd name="connsiteY5" fmla="*/ 0 h 397085"/>
                <a:gd name="connsiteX6" fmla="*/ 6800092 w 6800092"/>
                <a:gd name="connsiteY6" fmla="*/ 45499 h 397085"/>
                <a:gd name="connsiteX7" fmla="*/ 6800092 w 6800092"/>
                <a:gd name="connsiteY7" fmla="*/ 45499 h 397085"/>
                <a:gd name="connsiteX8" fmla="*/ 6448506 w 6800092"/>
                <a:gd name="connsiteY8" fmla="*/ 397086 h 3970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800092" h="397085">
                  <a:moveTo>
                    <a:pt x="6448506" y="397086"/>
                  </a:moveTo>
                  <a:lnTo>
                    <a:pt x="351586" y="397086"/>
                  </a:lnTo>
                  <a:cubicBezTo>
                    <a:pt x="157428" y="397086"/>
                    <a:pt x="0" y="239658"/>
                    <a:pt x="0" y="45499"/>
                  </a:cubicBezTo>
                  <a:lnTo>
                    <a:pt x="0" y="45499"/>
                  </a:lnTo>
                  <a:cubicBezTo>
                    <a:pt x="0" y="20351"/>
                    <a:pt x="20351" y="0"/>
                    <a:pt x="45499" y="0"/>
                  </a:cubicBezTo>
                  <a:lnTo>
                    <a:pt x="6754593" y="0"/>
                  </a:lnTo>
                  <a:cubicBezTo>
                    <a:pt x="6779741" y="0"/>
                    <a:pt x="6800092" y="20351"/>
                    <a:pt x="6800092" y="45499"/>
                  </a:cubicBezTo>
                  <a:lnTo>
                    <a:pt x="6800092" y="45499"/>
                  </a:lnTo>
                  <a:cubicBezTo>
                    <a:pt x="6800092" y="239658"/>
                    <a:pt x="6642664" y="397086"/>
                    <a:pt x="6448506" y="397086"/>
                  </a:cubicBezTo>
                  <a:close/>
                </a:path>
              </a:pathLst>
            </a:custGeom>
            <a:solidFill>
              <a:srgbClr val="222B32"/>
            </a:solidFill>
            <a:ln w="82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</p:grpSp>
      <p:sp>
        <p:nvSpPr>
          <p:cNvPr id="83" name="TextBox 82">
            <a:extLst>
              <a:ext uri="{FF2B5EF4-FFF2-40B4-BE49-F238E27FC236}">
                <a16:creationId xmlns:a16="http://schemas.microsoft.com/office/drawing/2014/main" id="{800B98B5-94C6-43D5-9769-10850C2D7D97}"/>
              </a:ext>
            </a:extLst>
          </p:cNvPr>
          <p:cNvSpPr txBox="1"/>
          <p:nvPr/>
        </p:nvSpPr>
        <p:spPr>
          <a:xfrm>
            <a:off x="180110" y="1063756"/>
            <a:ext cx="10418618" cy="13388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ko-KR" b="1" dirty="0">
                <a:solidFill>
                  <a:schemeClr val="accent2">
                    <a:lumMod val="50000"/>
                  </a:schemeClr>
                </a:solidFill>
                <a:cs typeface="Arial" pitchFamily="34" charset="0"/>
              </a:rPr>
              <a:t>Information Technology is the subset of Information and Communication Technology (ICT) </a:t>
            </a:r>
            <a:r>
              <a:rPr lang="en-US" altLang="ko-KR" b="1" dirty="0" smtClean="0">
                <a:solidFill>
                  <a:schemeClr val="accent2">
                    <a:lumMod val="50000"/>
                  </a:schemeClr>
                </a:solidFill>
                <a:cs typeface="Arial" pitchFamily="34" charset="0"/>
              </a:rPr>
              <a:t>that involves </a:t>
            </a:r>
            <a:r>
              <a:rPr lang="en-US" altLang="ko-KR" b="1" dirty="0">
                <a:solidFill>
                  <a:schemeClr val="accent2">
                    <a:lumMod val="50000"/>
                  </a:schemeClr>
                </a:solidFill>
                <a:cs typeface="Arial" pitchFamily="34" charset="0"/>
              </a:rPr>
              <a:t>the use of Computers, networks, software, process, transmit, and retrieve information.</a:t>
            </a:r>
            <a:endParaRPr lang="en-US" altLang="ko-KR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grpSp>
        <p:nvGrpSpPr>
          <p:cNvPr id="103" name="그룹 102">
            <a:extLst>
              <a:ext uri="{FF2B5EF4-FFF2-40B4-BE49-F238E27FC236}">
                <a16:creationId xmlns:a16="http://schemas.microsoft.com/office/drawing/2014/main" id="{78FC8D4B-0542-4180-89FD-386FA8739FBC}"/>
              </a:ext>
            </a:extLst>
          </p:cNvPr>
          <p:cNvGrpSpPr/>
          <p:nvPr/>
        </p:nvGrpSpPr>
        <p:grpSpPr>
          <a:xfrm flipH="1">
            <a:off x="7357895" y="3355958"/>
            <a:ext cx="3872001" cy="1694757"/>
            <a:chOff x="323529" y="4121686"/>
            <a:chExt cx="5495863" cy="2405514"/>
          </a:xfrm>
        </p:grpSpPr>
        <p:sp>
          <p:nvSpPr>
            <p:cNvPr id="104" name="자유형: 도형 103">
              <a:extLst>
                <a:ext uri="{FF2B5EF4-FFF2-40B4-BE49-F238E27FC236}">
                  <a16:creationId xmlns:a16="http://schemas.microsoft.com/office/drawing/2014/main" id="{822FFBA3-E328-4A83-A215-FB3B014CEC9B}"/>
                </a:ext>
              </a:extLst>
            </p:cNvPr>
            <p:cNvSpPr/>
            <p:nvPr/>
          </p:nvSpPr>
          <p:spPr>
            <a:xfrm>
              <a:off x="387363" y="4225002"/>
              <a:ext cx="5432029" cy="2302198"/>
            </a:xfrm>
            <a:custGeom>
              <a:avLst/>
              <a:gdLst>
                <a:gd name="connsiteX0" fmla="*/ 2432252 w 5432029"/>
                <a:gd name="connsiteY0" fmla="*/ 2056059 h 2302198"/>
                <a:gd name="connsiteX1" fmla="*/ 2442526 w 5432029"/>
                <a:gd name="connsiteY1" fmla="*/ 2063334 h 2302198"/>
                <a:gd name="connsiteX2" fmla="*/ 2442719 w 5432029"/>
                <a:gd name="connsiteY2" fmla="*/ 2063136 h 2302198"/>
                <a:gd name="connsiteX3" fmla="*/ 3045007 w 5432029"/>
                <a:gd name="connsiteY3" fmla="*/ 2039551 h 2302198"/>
                <a:gd name="connsiteX4" fmla="*/ 3045278 w 5432029"/>
                <a:gd name="connsiteY4" fmla="*/ 2039866 h 2302198"/>
                <a:gd name="connsiteX5" fmla="*/ 3038617 w 5432029"/>
                <a:gd name="connsiteY5" fmla="*/ 2044147 h 2302198"/>
                <a:gd name="connsiteX6" fmla="*/ 3047642 w 5432029"/>
                <a:gd name="connsiteY6" fmla="*/ 2039742 h 2302198"/>
                <a:gd name="connsiteX7" fmla="*/ 3045187 w 5432029"/>
                <a:gd name="connsiteY7" fmla="*/ 2039685 h 2302198"/>
                <a:gd name="connsiteX8" fmla="*/ 2408526 w 5432029"/>
                <a:gd name="connsiteY8" fmla="*/ 2032685 h 2302198"/>
                <a:gd name="connsiteX9" fmla="*/ 2404697 w 5432029"/>
                <a:gd name="connsiteY9" fmla="*/ 2036209 h 2302198"/>
                <a:gd name="connsiteX10" fmla="*/ 2402409 w 5432029"/>
                <a:gd name="connsiteY10" fmla="*/ 2036368 h 2302198"/>
                <a:gd name="connsiteX11" fmla="*/ 2405060 w 5432029"/>
                <a:gd name="connsiteY11" fmla="*/ 2036843 h 2302198"/>
                <a:gd name="connsiteX12" fmla="*/ 2405078 w 5432029"/>
                <a:gd name="connsiteY12" fmla="*/ 2036856 h 2302198"/>
                <a:gd name="connsiteX13" fmla="*/ 2560484 w 5432029"/>
                <a:gd name="connsiteY13" fmla="*/ 1962787 h 2302198"/>
                <a:gd name="connsiteX14" fmla="*/ 2505252 w 5432029"/>
                <a:gd name="connsiteY14" fmla="*/ 1998693 h 2302198"/>
                <a:gd name="connsiteX15" fmla="*/ 2490336 w 5432029"/>
                <a:gd name="connsiteY15" fmla="*/ 2014177 h 2302198"/>
                <a:gd name="connsiteX16" fmla="*/ 2503826 w 5432029"/>
                <a:gd name="connsiteY16" fmla="*/ 2000307 h 2302198"/>
                <a:gd name="connsiteX17" fmla="*/ 2662644 w 5432029"/>
                <a:gd name="connsiteY17" fmla="*/ 1870400 h 2302198"/>
                <a:gd name="connsiteX18" fmla="*/ 2643136 w 5432029"/>
                <a:gd name="connsiteY18" fmla="*/ 1872970 h 2302198"/>
                <a:gd name="connsiteX19" fmla="*/ 2621121 w 5432029"/>
                <a:gd name="connsiteY19" fmla="*/ 1880320 h 2302198"/>
                <a:gd name="connsiteX20" fmla="*/ 2707287 w 5432029"/>
                <a:gd name="connsiteY20" fmla="*/ 1864520 h 2302198"/>
                <a:gd name="connsiteX21" fmla="*/ 2684828 w 5432029"/>
                <a:gd name="connsiteY21" fmla="*/ 1867478 h 2302198"/>
                <a:gd name="connsiteX22" fmla="*/ 2738185 w 5432029"/>
                <a:gd name="connsiteY22" fmla="*/ 1866396 h 2302198"/>
                <a:gd name="connsiteX23" fmla="*/ 4919998 w 5432029"/>
                <a:gd name="connsiteY23" fmla="*/ 1837661 h 2302198"/>
                <a:gd name="connsiteX24" fmla="*/ 5005100 w 5432029"/>
                <a:gd name="connsiteY24" fmla="*/ 1847224 h 2302198"/>
                <a:gd name="connsiteX25" fmla="*/ 5043049 w 5432029"/>
                <a:gd name="connsiteY25" fmla="*/ 1849298 h 2302198"/>
                <a:gd name="connsiteX26" fmla="*/ 2712614 w 5432029"/>
                <a:gd name="connsiteY26" fmla="*/ 1771706 h 2302198"/>
                <a:gd name="connsiteX27" fmla="*/ 2730141 w 5432029"/>
                <a:gd name="connsiteY27" fmla="*/ 1788053 h 2302198"/>
                <a:gd name="connsiteX28" fmla="*/ 2745583 w 5432029"/>
                <a:gd name="connsiteY28" fmla="*/ 1794212 h 2302198"/>
                <a:gd name="connsiteX29" fmla="*/ 2750801 w 5432029"/>
                <a:gd name="connsiteY29" fmla="*/ 1788522 h 2302198"/>
                <a:gd name="connsiteX30" fmla="*/ 2752646 w 5432029"/>
                <a:gd name="connsiteY30" fmla="*/ 1784599 h 2302198"/>
                <a:gd name="connsiteX31" fmla="*/ 2746584 w 5432029"/>
                <a:gd name="connsiteY31" fmla="*/ 1791136 h 2302198"/>
                <a:gd name="connsiteX32" fmla="*/ 2746585 w 5432029"/>
                <a:gd name="connsiteY32" fmla="*/ 1791134 h 2302198"/>
                <a:gd name="connsiteX33" fmla="*/ 2746584 w 5432029"/>
                <a:gd name="connsiteY33" fmla="*/ 1791136 h 2302198"/>
                <a:gd name="connsiteX34" fmla="*/ 2733648 w 5432029"/>
                <a:gd name="connsiteY34" fmla="*/ 1788808 h 2302198"/>
                <a:gd name="connsiteX35" fmla="*/ 2781558 w 5432029"/>
                <a:gd name="connsiteY35" fmla="*/ 1757305 h 2302198"/>
                <a:gd name="connsiteX36" fmla="*/ 2771043 w 5432029"/>
                <a:gd name="connsiteY36" fmla="*/ 1766852 h 2302198"/>
                <a:gd name="connsiteX37" fmla="*/ 2763115 w 5432029"/>
                <a:gd name="connsiteY37" fmla="*/ 1776496 h 2302198"/>
                <a:gd name="connsiteX38" fmla="*/ 2770909 w 5432029"/>
                <a:gd name="connsiteY38" fmla="*/ 1769173 h 2302198"/>
                <a:gd name="connsiteX39" fmla="*/ 1060503 w 5432029"/>
                <a:gd name="connsiteY39" fmla="*/ 1755919 h 2302198"/>
                <a:gd name="connsiteX40" fmla="*/ 1028932 w 5432029"/>
                <a:gd name="connsiteY40" fmla="*/ 1764220 h 2302198"/>
                <a:gd name="connsiteX41" fmla="*/ 1043467 w 5432029"/>
                <a:gd name="connsiteY41" fmla="*/ 1761122 h 2302198"/>
                <a:gd name="connsiteX42" fmla="*/ 4393245 w 5432029"/>
                <a:gd name="connsiteY42" fmla="*/ 1747425 h 2302198"/>
                <a:gd name="connsiteX43" fmla="*/ 4409920 w 5432029"/>
                <a:gd name="connsiteY43" fmla="*/ 1752092 h 2302198"/>
                <a:gd name="connsiteX44" fmla="*/ 4419749 w 5432029"/>
                <a:gd name="connsiteY44" fmla="*/ 1754125 h 2302198"/>
                <a:gd name="connsiteX45" fmla="*/ 1149484 w 5432029"/>
                <a:gd name="connsiteY45" fmla="*/ 1728614 h 2302198"/>
                <a:gd name="connsiteX46" fmla="*/ 1146880 w 5432029"/>
                <a:gd name="connsiteY46" fmla="*/ 1729540 h 2302198"/>
                <a:gd name="connsiteX47" fmla="*/ 1147391 w 5432029"/>
                <a:gd name="connsiteY47" fmla="*/ 1729384 h 2302198"/>
                <a:gd name="connsiteX48" fmla="*/ 1366458 w 5432029"/>
                <a:gd name="connsiteY48" fmla="*/ 1652503 h 2302198"/>
                <a:gd name="connsiteX49" fmla="*/ 1362080 w 5432029"/>
                <a:gd name="connsiteY49" fmla="*/ 1653667 h 2302198"/>
                <a:gd name="connsiteX50" fmla="*/ 1353845 w 5432029"/>
                <a:gd name="connsiteY50" fmla="*/ 1656552 h 2302198"/>
                <a:gd name="connsiteX51" fmla="*/ 4020525 w 5432029"/>
                <a:gd name="connsiteY51" fmla="*/ 1643624 h 2302198"/>
                <a:gd name="connsiteX52" fmla="*/ 4085375 w 5432029"/>
                <a:gd name="connsiteY52" fmla="*/ 1660822 h 2302198"/>
                <a:gd name="connsiteX53" fmla="*/ 4031222 w 5432029"/>
                <a:gd name="connsiteY53" fmla="*/ 1645990 h 2302198"/>
                <a:gd name="connsiteX54" fmla="*/ 4031345 w 5432029"/>
                <a:gd name="connsiteY54" fmla="*/ 1645791 h 2302198"/>
                <a:gd name="connsiteX55" fmla="*/ 4031322 w 5432029"/>
                <a:gd name="connsiteY55" fmla="*/ 1645786 h 2302198"/>
                <a:gd name="connsiteX56" fmla="*/ 4031192 w 5432029"/>
                <a:gd name="connsiteY56" fmla="*/ 1645990 h 2302198"/>
                <a:gd name="connsiteX57" fmla="*/ 2478122 w 5432029"/>
                <a:gd name="connsiteY57" fmla="*/ 1614211 h 2302198"/>
                <a:gd name="connsiteX58" fmla="*/ 2494931 w 5432029"/>
                <a:gd name="connsiteY58" fmla="*/ 1622628 h 2302198"/>
                <a:gd name="connsiteX59" fmla="*/ 2485068 w 5432029"/>
                <a:gd name="connsiteY59" fmla="*/ 1616882 h 2302198"/>
                <a:gd name="connsiteX60" fmla="*/ 3120333 w 5432029"/>
                <a:gd name="connsiteY60" fmla="*/ 1562703 h 2302198"/>
                <a:gd name="connsiteX61" fmla="*/ 3108793 w 5432029"/>
                <a:gd name="connsiteY61" fmla="*/ 1565427 h 2302198"/>
                <a:gd name="connsiteX62" fmla="*/ 3103951 w 5432029"/>
                <a:gd name="connsiteY62" fmla="*/ 1567074 h 2302198"/>
                <a:gd name="connsiteX63" fmla="*/ 3428537 w 5432029"/>
                <a:gd name="connsiteY63" fmla="*/ 1537047 h 2302198"/>
                <a:gd name="connsiteX64" fmla="*/ 3471354 w 5432029"/>
                <a:gd name="connsiteY64" fmla="*/ 1540974 h 2302198"/>
                <a:gd name="connsiteX65" fmla="*/ 3435852 w 5432029"/>
                <a:gd name="connsiteY65" fmla="*/ 1537180 h 2302198"/>
                <a:gd name="connsiteX66" fmla="*/ 3310746 w 5432029"/>
                <a:gd name="connsiteY66" fmla="*/ 1534905 h 2302198"/>
                <a:gd name="connsiteX67" fmla="*/ 3310578 w 5432029"/>
                <a:gd name="connsiteY67" fmla="*/ 1534923 h 2302198"/>
                <a:gd name="connsiteX68" fmla="*/ 3311558 w 5432029"/>
                <a:gd name="connsiteY68" fmla="*/ 1534920 h 2302198"/>
                <a:gd name="connsiteX69" fmla="*/ 2118878 w 5432029"/>
                <a:gd name="connsiteY69" fmla="*/ 1529064 h 2302198"/>
                <a:gd name="connsiteX70" fmla="*/ 2174046 w 5432029"/>
                <a:gd name="connsiteY70" fmla="*/ 1532635 h 2302198"/>
                <a:gd name="connsiteX71" fmla="*/ 2247209 w 5432029"/>
                <a:gd name="connsiteY71" fmla="*/ 1542940 h 2302198"/>
                <a:gd name="connsiteX72" fmla="*/ 2204208 w 5432029"/>
                <a:gd name="connsiteY72" fmla="*/ 1533882 h 2302198"/>
                <a:gd name="connsiteX73" fmla="*/ 2043118 w 5432029"/>
                <a:gd name="connsiteY73" fmla="*/ 1524787 h 2302198"/>
                <a:gd name="connsiteX74" fmla="*/ 2034655 w 5432029"/>
                <a:gd name="connsiteY74" fmla="*/ 1525427 h 2302198"/>
                <a:gd name="connsiteX75" fmla="*/ 2049461 w 5432029"/>
                <a:gd name="connsiteY75" fmla="*/ 1525145 h 2302198"/>
                <a:gd name="connsiteX76" fmla="*/ 3144765 w 5432029"/>
                <a:gd name="connsiteY76" fmla="*/ 1171836 h 2302198"/>
                <a:gd name="connsiteX77" fmla="*/ 3125608 w 5432029"/>
                <a:gd name="connsiteY77" fmla="*/ 1195104 h 2302198"/>
                <a:gd name="connsiteX78" fmla="*/ 3104127 w 5432029"/>
                <a:gd name="connsiteY78" fmla="*/ 1223656 h 2302198"/>
                <a:gd name="connsiteX79" fmla="*/ 3931960 w 5432029"/>
                <a:gd name="connsiteY79" fmla="*/ 59 h 2302198"/>
                <a:gd name="connsiteX80" fmla="*/ 3953874 w 5432029"/>
                <a:gd name="connsiteY80" fmla="*/ 4230 h 2302198"/>
                <a:gd name="connsiteX81" fmla="*/ 4573447 w 5432029"/>
                <a:gd name="connsiteY81" fmla="*/ 201879 h 2302198"/>
                <a:gd name="connsiteX82" fmla="*/ 4071604 w 5432029"/>
                <a:gd name="connsiteY82" fmla="*/ 354339 h 2302198"/>
                <a:gd name="connsiteX83" fmla="*/ 3745042 w 5432029"/>
                <a:gd name="connsiteY83" fmla="*/ 564077 h 2302198"/>
                <a:gd name="connsiteX84" fmla="*/ 3330304 w 5432029"/>
                <a:gd name="connsiteY84" fmla="*/ 956940 h 2302198"/>
                <a:gd name="connsiteX85" fmla="*/ 3326106 w 5432029"/>
                <a:gd name="connsiteY85" fmla="*/ 961485 h 2302198"/>
                <a:gd name="connsiteX86" fmla="*/ 3349430 w 5432029"/>
                <a:gd name="connsiteY86" fmla="*/ 958104 h 2302198"/>
                <a:gd name="connsiteX87" fmla="*/ 3755229 w 5432029"/>
                <a:gd name="connsiteY87" fmla="*/ 907317 h 2302198"/>
                <a:gd name="connsiteX88" fmla="*/ 3780046 w 5432029"/>
                <a:gd name="connsiteY88" fmla="*/ 905914 h 2302198"/>
                <a:gd name="connsiteX89" fmla="*/ 3780225 w 5432029"/>
                <a:gd name="connsiteY89" fmla="*/ 905874 h 2302198"/>
                <a:gd name="connsiteX90" fmla="*/ 3830824 w 5432029"/>
                <a:gd name="connsiteY90" fmla="*/ 900494 h 2302198"/>
                <a:gd name="connsiteX91" fmla="*/ 4578466 w 5432029"/>
                <a:gd name="connsiteY91" fmla="*/ 920745 h 2302198"/>
                <a:gd name="connsiteX92" fmla="*/ 4578928 w 5432029"/>
                <a:gd name="connsiteY92" fmla="*/ 920988 h 2302198"/>
                <a:gd name="connsiteX93" fmla="*/ 4581269 w 5432029"/>
                <a:gd name="connsiteY93" fmla="*/ 921134 h 2302198"/>
                <a:gd name="connsiteX94" fmla="*/ 4596835 w 5432029"/>
                <a:gd name="connsiteY94" fmla="*/ 929295 h 2302198"/>
                <a:gd name="connsiteX95" fmla="*/ 5058448 w 5432029"/>
                <a:gd name="connsiteY95" fmla="*/ 1289711 h 2302198"/>
                <a:gd name="connsiteX96" fmla="*/ 5073319 w 5432029"/>
                <a:gd name="connsiteY96" fmla="*/ 1310264 h 2302198"/>
                <a:gd name="connsiteX97" fmla="*/ 5048594 w 5432029"/>
                <a:gd name="connsiteY97" fmla="*/ 1320451 h 2302198"/>
                <a:gd name="connsiteX98" fmla="*/ 4871469 w 5432029"/>
                <a:gd name="connsiteY98" fmla="*/ 1334990 h 2302198"/>
                <a:gd name="connsiteX99" fmla="*/ 4563980 w 5432029"/>
                <a:gd name="connsiteY99" fmla="*/ 1345115 h 2302198"/>
                <a:gd name="connsiteX100" fmla="*/ 4361499 w 5432029"/>
                <a:gd name="connsiteY100" fmla="*/ 1338643 h 2302198"/>
                <a:gd name="connsiteX101" fmla="*/ 4335829 w 5432029"/>
                <a:gd name="connsiteY101" fmla="*/ 1337339 h 2302198"/>
                <a:gd name="connsiteX102" fmla="*/ 4393207 w 5432029"/>
                <a:gd name="connsiteY102" fmla="*/ 1344633 h 2302198"/>
                <a:gd name="connsiteX103" fmla="*/ 4394896 w 5432029"/>
                <a:gd name="connsiteY103" fmla="*/ 1344880 h 2302198"/>
                <a:gd name="connsiteX104" fmla="*/ 4396011 w 5432029"/>
                <a:gd name="connsiteY104" fmla="*/ 1345022 h 2302198"/>
                <a:gd name="connsiteX105" fmla="*/ 4478974 w 5432029"/>
                <a:gd name="connsiteY105" fmla="*/ 1356877 h 2302198"/>
                <a:gd name="connsiteX106" fmla="*/ 4504704 w 5432029"/>
                <a:gd name="connsiteY106" fmla="*/ 1360950 h 2302198"/>
                <a:gd name="connsiteX107" fmla="*/ 4511028 w 5432029"/>
                <a:gd name="connsiteY107" fmla="*/ 1361875 h 2302198"/>
                <a:gd name="connsiteX108" fmla="*/ 4516761 w 5432029"/>
                <a:gd name="connsiteY108" fmla="*/ 1362858 h 2302198"/>
                <a:gd name="connsiteX109" fmla="*/ 4543525 w 5432029"/>
                <a:gd name="connsiteY109" fmla="*/ 1367094 h 2302198"/>
                <a:gd name="connsiteX110" fmla="*/ 4585168 w 5432029"/>
                <a:gd name="connsiteY110" fmla="*/ 1374495 h 2302198"/>
                <a:gd name="connsiteX111" fmla="*/ 4593600 w 5432029"/>
                <a:gd name="connsiteY111" fmla="*/ 1377245 h 2302198"/>
                <a:gd name="connsiteX112" fmla="*/ 4591418 w 5432029"/>
                <a:gd name="connsiteY112" fmla="*/ 1377363 h 2302198"/>
                <a:gd name="connsiteX113" fmla="*/ 4611321 w 5432029"/>
                <a:gd name="connsiteY113" fmla="*/ 1380884 h 2302198"/>
                <a:gd name="connsiteX114" fmla="*/ 4632751 w 5432029"/>
                <a:gd name="connsiteY114" fmla="*/ 1395325 h 2302198"/>
                <a:gd name="connsiteX115" fmla="*/ 4873260 w 5432029"/>
                <a:gd name="connsiteY115" fmla="*/ 1612197 h 2302198"/>
                <a:gd name="connsiteX116" fmla="*/ 4987544 w 5432029"/>
                <a:gd name="connsiteY116" fmla="*/ 1715480 h 2302198"/>
                <a:gd name="connsiteX117" fmla="*/ 5113708 w 5432029"/>
                <a:gd name="connsiteY117" fmla="*/ 1827528 h 2302198"/>
                <a:gd name="connsiteX118" fmla="*/ 5143519 w 5432029"/>
                <a:gd name="connsiteY118" fmla="*/ 1854789 h 2302198"/>
                <a:gd name="connsiteX119" fmla="*/ 5143570 w 5432029"/>
                <a:gd name="connsiteY119" fmla="*/ 1854792 h 2302198"/>
                <a:gd name="connsiteX120" fmla="*/ 5431746 w 5432029"/>
                <a:gd name="connsiteY120" fmla="*/ 2131754 h 2302198"/>
                <a:gd name="connsiteX121" fmla="*/ 5429827 w 5432029"/>
                <a:gd name="connsiteY121" fmla="*/ 2131690 h 2302198"/>
                <a:gd name="connsiteX122" fmla="*/ 5431898 w 5432029"/>
                <a:gd name="connsiteY122" fmla="*/ 2137738 h 2302198"/>
                <a:gd name="connsiteX123" fmla="*/ 5431958 w 5432029"/>
                <a:gd name="connsiteY123" fmla="*/ 2238904 h 2302198"/>
                <a:gd name="connsiteX124" fmla="*/ 5429902 w 5432029"/>
                <a:gd name="connsiteY124" fmla="*/ 2247337 h 2302198"/>
                <a:gd name="connsiteX125" fmla="*/ 3869201 w 5432029"/>
                <a:gd name="connsiteY125" fmla="*/ 2172300 h 2302198"/>
                <a:gd name="connsiteX126" fmla="*/ 3714353 w 5432029"/>
                <a:gd name="connsiteY126" fmla="*/ 2164080 h 2302198"/>
                <a:gd name="connsiteX127" fmla="*/ 3733616 w 5432029"/>
                <a:gd name="connsiteY127" fmla="*/ 2253564 h 2302198"/>
                <a:gd name="connsiteX128" fmla="*/ 3660703 w 5432029"/>
                <a:gd name="connsiteY128" fmla="*/ 2208811 h 2302198"/>
                <a:gd name="connsiteX129" fmla="*/ 3597291 w 5432029"/>
                <a:gd name="connsiteY129" fmla="*/ 2157843 h 2302198"/>
                <a:gd name="connsiteX130" fmla="*/ 3526437 w 5432029"/>
                <a:gd name="connsiteY130" fmla="*/ 2154061 h 2302198"/>
                <a:gd name="connsiteX131" fmla="*/ 3478327 w 5432029"/>
                <a:gd name="connsiteY131" fmla="*/ 2235459 h 2302198"/>
                <a:gd name="connsiteX132" fmla="*/ 3424434 w 5432029"/>
                <a:gd name="connsiteY132" fmla="*/ 2302198 h 2302198"/>
                <a:gd name="connsiteX133" fmla="*/ 3401646 w 5432029"/>
                <a:gd name="connsiteY133" fmla="*/ 2147377 h 2302198"/>
                <a:gd name="connsiteX134" fmla="*/ 3341903 w 5432029"/>
                <a:gd name="connsiteY134" fmla="*/ 2144174 h 2302198"/>
                <a:gd name="connsiteX135" fmla="*/ 3084784 w 5432029"/>
                <a:gd name="connsiteY135" fmla="*/ 2130332 h 2302198"/>
                <a:gd name="connsiteX136" fmla="*/ 3067162 w 5432029"/>
                <a:gd name="connsiteY136" fmla="*/ 2136529 h 2302198"/>
                <a:gd name="connsiteX137" fmla="*/ 2670324 w 5432029"/>
                <a:gd name="connsiteY137" fmla="*/ 2256042 h 2302198"/>
                <a:gd name="connsiteX138" fmla="*/ 2388919 w 5432029"/>
                <a:gd name="connsiteY138" fmla="*/ 2137980 h 2302198"/>
                <a:gd name="connsiteX139" fmla="*/ 2365766 w 5432029"/>
                <a:gd name="connsiteY139" fmla="*/ 2130877 h 2302198"/>
                <a:gd name="connsiteX140" fmla="*/ 10582 w 5432029"/>
                <a:gd name="connsiteY140" fmla="*/ 2293039 h 2302198"/>
                <a:gd name="connsiteX141" fmla="*/ 2 w 5432029"/>
                <a:gd name="connsiteY141" fmla="*/ 2285029 h 2302198"/>
                <a:gd name="connsiteX142" fmla="*/ 305 w 5432029"/>
                <a:gd name="connsiteY142" fmla="*/ 2198915 h 2302198"/>
                <a:gd name="connsiteX143" fmla="*/ 2541 w 5432029"/>
                <a:gd name="connsiteY143" fmla="*/ 2193475 h 2302198"/>
                <a:gd name="connsiteX144" fmla="*/ 2570 w 5432029"/>
                <a:gd name="connsiteY144" fmla="*/ 2193473 h 2302198"/>
                <a:gd name="connsiteX145" fmla="*/ 2511 w 5432029"/>
                <a:gd name="connsiteY145" fmla="*/ 2193476 h 2302198"/>
                <a:gd name="connsiteX146" fmla="*/ 325295 w 5432029"/>
                <a:gd name="connsiteY146" fmla="*/ 1845785 h 2302198"/>
                <a:gd name="connsiteX147" fmla="*/ 325327 w 5432029"/>
                <a:gd name="connsiteY147" fmla="*/ 1845784 h 2302198"/>
                <a:gd name="connsiteX148" fmla="*/ 351873 w 5432029"/>
                <a:gd name="connsiteY148" fmla="*/ 1822210 h 2302198"/>
                <a:gd name="connsiteX149" fmla="*/ 813508 w 5432029"/>
                <a:gd name="connsiteY149" fmla="*/ 1411284 h 2302198"/>
                <a:gd name="connsiteX150" fmla="*/ 904125 w 5432029"/>
                <a:gd name="connsiteY150" fmla="*/ 1368393 h 2302198"/>
                <a:gd name="connsiteX151" fmla="*/ 1992746 w 5432029"/>
                <a:gd name="connsiteY151" fmla="*/ 1099805 h 2302198"/>
                <a:gd name="connsiteX152" fmla="*/ 2233255 w 5432029"/>
                <a:gd name="connsiteY152" fmla="*/ 1081578 h 2302198"/>
                <a:gd name="connsiteX153" fmla="*/ 2735310 w 5432029"/>
                <a:gd name="connsiteY153" fmla="*/ 1236850 h 2302198"/>
                <a:gd name="connsiteX154" fmla="*/ 2758493 w 5432029"/>
                <a:gd name="connsiteY154" fmla="*/ 1228447 h 2302198"/>
                <a:gd name="connsiteX155" fmla="*/ 3008191 w 5432029"/>
                <a:gd name="connsiteY155" fmla="*/ 673617 h 2302198"/>
                <a:gd name="connsiteX156" fmla="*/ 3575232 w 5432029"/>
                <a:gd name="connsiteY156" fmla="*/ 135835 h 2302198"/>
                <a:gd name="connsiteX157" fmla="*/ 3909774 w 5432029"/>
                <a:gd name="connsiteY157" fmla="*/ 2779 h 2302198"/>
                <a:gd name="connsiteX158" fmla="*/ 3931960 w 5432029"/>
                <a:gd name="connsiteY158" fmla="*/ 59 h 23021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</a:cxnLst>
              <a:rect l="l" t="t" r="r" b="b"/>
              <a:pathLst>
                <a:path w="5432029" h="2302198">
                  <a:moveTo>
                    <a:pt x="2432252" y="2056059"/>
                  </a:moveTo>
                  <a:lnTo>
                    <a:pt x="2442526" y="2063334"/>
                  </a:lnTo>
                  <a:lnTo>
                    <a:pt x="2442719" y="2063136"/>
                  </a:lnTo>
                  <a:close/>
                  <a:moveTo>
                    <a:pt x="3045007" y="2039551"/>
                  </a:moveTo>
                  <a:lnTo>
                    <a:pt x="3045278" y="2039866"/>
                  </a:lnTo>
                  <a:lnTo>
                    <a:pt x="3038617" y="2044147"/>
                  </a:lnTo>
                  <a:lnTo>
                    <a:pt x="3047642" y="2039742"/>
                  </a:lnTo>
                  <a:lnTo>
                    <a:pt x="3045187" y="2039685"/>
                  </a:lnTo>
                  <a:close/>
                  <a:moveTo>
                    <a:pt x="2408526" y="2032685"/>
                  </a:moveTo>
                  <a:lnTo>
                    <a:pt x="2404697" y="2036209"/>
                  </a:lnTo>
                  <a:lnTo>
                    <a:pt x="2402409" y="2036368"/>
                  </a:lnTo>
                  <a:lnTo>
                    <a:pt x="2405060" y="2036843"/>
                  </a:lnTo>
                  <a:lnTo>
                    <a:pt x="2405078" y="2036856"/>
                  </a:lnTo>
                  <a:close/>
                  <a:moveTo>
                    <a:pt x="2560484" y="1962787"/>
                  </a:moveTo>
                  <a:lnTo>
                    <a:pt x="2505252" y="1998693"/>
                  </a:lnTo>
                  <a:lnTo>
                    <a:pt x="2490336" y="2014177"/>
                  </a:lnTo>
                  <a:lnTo>
                    <a:pt x="2503826" y="2000307"/>
                  </a:lnTo>
                  <a:close/>
                  <a:moveTo>
                    <a:pt x="2662644" y="1870400"/>
                  </a:moveTo>
                  <a:lnTo>
                    <a:pt x="2643136" y="1872970"/>
                  </a:lnTo>
                  <a:lnTo>
                    <a:pt x="2621121" y="1880320"/>
                  </a:lnTo>
                  <a:close/>
                  <a:moveTo>
                    <a:pt x="2707287" y="1864520"/>
                  </a:moveTo>
                  <a:lnTo>
                    <a:pt x="2684828" y="1867478"/>
                  </a:lnTo>
                  <a:lnTo>
                    <a:pt x="2738185" y="1866396"/>
                  </a:lnTo>
                  <a:close/>
                  <a:moveTo>
                    <a:pt x="4919998" y="1837661"/>
                  </a:moveTo>
                  <a:lnTo>
                    <a:pt x="5005100" y="1847224"/>
                  </a:lnTo>
                  <a:lnTo>
                    <a:pt x="5043049" y="1849298"/>
                  </a:lnTo>
                  <a:close/>
                  <a:moveTo>
                    <a:pt x="2712614" y="1771706"/>
                  </a:moveTo>
                  <a:lnTo>
                    <a:pt x="2730141" y="1788053"/>
                  </a:lnTo>
                  <a:cubicBezTo>
                    <a:pt x="2735718" y="1792746"/>
                    <a:pt x="2738812" y="1799020"/>
                    <a:pt x="2745583" y="1794212"/>
                  </a:cubicBezTo>
                  <a:lnTo>
                    <a:pt x="2750801" y="1788522"/>
                  </a:lnTo>
                  <a:lnTo>
                    <a:pt x="2752646" y="1784599"/>
                  </a:lnTo>
                  <a:lnTo>
                    <a:pt x="2746584" y="1791136"/>
                  </a:lnTo>
                  <a:lnTo>
                    <a:pt x="2746585" y="1791134"/>
                  </a:lnTo>
                  <a:lnTo>
                    <a:pt x="2746584" y="1791136"/>
                  </a:lnTo>
                  <a:cubicBezTo>
                    <a:pt x="2740781" y="1798692"/>
                    <a:pt x="2737366" y="1792314"/>
                    <a:pt x="2733648" y="1788808"/>
                  </a:cubicBezTo>
                  <a:close/>
                  <a:moveTo>
                    <a:pt x="2781558" y="1757305"/>
                  </a:moveTo>
                  <a:lnTo>
                    <a:pt x="2771043" y="1766852"/>
                  </a:lnTo>
                  <a:lnTo>
                    <a:pt x="2763115" y="1776496"/>
                  </a:lnTo>
                  <a:lnTo>
                    <a:pt x="2770909" y="1769173"/>
                  </a:lnTo>
                  <a:close/>
                  <a:moveTo>
                    <a:pt x="1060503" y="1755919"/>
                  </a:moveTo>
                  <a:lnTo>
                    <a:pt x="1028932" y="1764220"/>
                  </a:lnTo>
                  <a:lnTo>
                    <a:pt x="1043467" y="1761122"/>
                  </a:lnTo>
                  <a:close/>
                  <a:moveTo>
                    <a:pt x="4393245" y="1747425"/>
                  </a:moveTo>
                  <a:lnTo>
                    <a:pt x="4409920" y="1752092"/>
                  </a:lnTo>
                  <a:lnTo>
                    <a:pt x="4419749" y="1754125"/>
                  </a:lnTo>
                  <a:close/>
                  <a:moveTo>
                    <a:pt x="1149484" y="1728614"/>
                  </a:moveTo>
                  <a:lnTo>
                    <a:pt x="1146880" y="1729540"/>
                  </a:lnTo>
                  <a:lnTo>
                    <a:pt x="1147391" y="1729384"/>
                  </a:lnTo>
                  <a:close/>
                  <a:moveTo>
                    <a:pt x="1366458" y="1652503"/>
                  </a:moveTo>
                  <a:lnTo>
                    <a:pt x="1362080" y="1653667"/>
                  </a:lnTo>
                  <a:lnTo>
                    <a:pt x="1353845" y="1656552"/>
                  </a:lnTo>
                  <a:close/>
                  <a:moveTo>
                    <a:pt x="4020525" y="1643624"/>
                  </a:moveTo>
                  <a:lnTo>
                    <a:pt x="4085375" y="1660822"/>
                  </a:lnTo>
                  <a:lnTo>
                    <a:pt x="4031222" y="1645990"/>
                  </a:lnTo>
                  <a:lnTo>
                    <a:pt x="4031345" y="1645791"/>
                  </a:lnTo>
                  <a:lnTo>
                    <a:pt x="4031322" y="1645786"/>
                  </a:lnTo>
                  <a:lnTo>
                    <a:pt x="4031192" y="1645990"/>
                  </a:lnTo>
                  <a:close/>
                  <a:moveTo>
                    <a:pt x="2478122" y="1614211"/>
                  </a:moveTo>
                  <a:lnTo>
                    <a:pt x="2494931" y="1622628"/>
                  </a:lnTo>
                  <a:lnTo>
                    <a:pt x="2485068" y="1616882"/>
                  </a:lnTo>
                  <a:close/>
                  <a:moveTo>
                    <a:pt x="3120333" y="1562703"/>
                  </a:moveTo>
                  <a:lnTo>
                    <a:pt x="3108793" y="1565427"/>
                  </a:lnTo>
                  <a:lnTo>
                    <a:pt x="3103951" y="1567074"/>
                  </a:lnTo>
                  <a:close/>
                  <a:moveTo>
                    <a:pt x="3428537" y="1537047"/>
                  </a:moveTo>
                  <a:lnTo>
                    <a:pt x="3471354" y="1540974"/>
                  </a:lnTo>
                  <a:lnTo>
                    <a:pt x="3435852" y="1537180"/>
                  </a:lnTo>
                  <a:close/>
                  <a:moveTo>
                    <a:pt x="3310746" y="1534905"/>
                  </a:moveTo>
                  <a:lnTo>
                    <a:pt x="3310578" y="1534923"/>
                  </a:lnTo>
                  <a:lnTo>
                    <a:pt x="3311558" y="1534920"/>
                  </a:lnTo>
                  <a:close/>
                  <a:moveTo>
                    <a:pt x="2118878" y="1529064"/>
                  </a:moveTo>
                  <a:lnTo>
                    <a:pt x="2174046" y="1532635"/>
                  </a:lnTo>
                  <a:lnTo>
                    <a:pt x="2247209" y="1542940"/>
                  </a:lnTo>
                  <a:lnTo>
                    <a:pt x="2204208" y="1533882"/>
                  </a:lnTo>
                  <a:close/>
                  <a:moveTo>
                    <a:pt x="2043118" y="1524787"/>
                  </a:moveTo>
                  <a:lnTo>
                    <a:pt x="2034655" y="1525427"/>
                  </a:lnTo>
                  <a:lnTo>
                    <a:pt x="2049461" y="1525145"/>
                  </a:lnTo>
                  <a:close/>
                  <a:moveTo>
                    <a:pt x="3144765" y="1171836"/>
                  </a:moveTo>
                  <a:lnTo>
                    <a:pt x="3125608" y="1195104"/>
                  </a:lnTo>
                  <a:lnTo>
                    <a:pt x="3104127" y="1223656"/>
                  </a:lnTo>
                  <a:close/>
                  <a:moveTo>
                    <a:pt x="3931960" y="59"/>
                  </a:moveTo>
                  <a:cubicBezTo>
                    <a:pt x="3939206" y="362"/>
                    <a:pt x="3946408" y="1812"/>
                    <a:pt x="3953874" y="4230"/>
                  </a:cubicBezTo>
                  <a:cubicBezTo>
                    <a:pt x="4063473" y="39655"/>
                    <a:pt x="4476634" y="171078"/>
                    <a:pt x="4573447" y="201879"/>
                  </a:cubicBezTo>
                  <a:cubicBezTo>
                    <a:pt x="4575744" y="202604"/>
                    <a:pt x="4212276" y="289081"/>
                    <a:pt x="4071604" y="354339"/>
                  </a:cubicBezTo>
                  <a:cubicBezTo>
                    <a:pt x="3953027" y="409350"/>
                    <a:pt x="3844093" y="478840"/>
                    <a:pt x="3745042" y="564077"/>
                  </a:cubicBezTo>
                  <a:cubicBezTo>
                    <a:pt x="3682474" y="617918"/>
                    <a:pt x="3388411" y="896612"/>
                    <a:pt x="3330304" y="956940"/>
                  </a:cubicBezTo>
                  <a:lnTo>
                    <a:pt x="3326106" y="961485"/>
                  </a:lnTo>
                  <a:lnTo>
                    <a:pt x="3349430" y="958104"/>
                  </a:lnTo>
                  <a:cubicBezTo>
                    <a:pt x="3440558" y="945376"/>
                    <a:pt x="3676307" y="914485"/>
                    <a:pt x="3755229" y="907317"/>
                  </a:cubicBezTo>
                  <a:lnTo>
                    <a:pt x="3780046" y="905914"/>
                  </a:lnTo>
                  <a:lnTo>
                    <a:pt x="3780225" y="905874"/>
                  </a:lnTo>
                  <a:cubicBezTo>
                    <a:pt x="3796547" y="899315"/>
                    <a:pt x="3814078" y="901552"/>
                    <a:pt x="3830824" y="900494"/>
                  </a:cubicBezTo>
                  <a:cubicBezTo>
                    <a:pt x="3959344" y="892242"/>
                    <a:pt x="4528048" y="915970"/>
                    <a:pt x="4578466" y="920745"/>
                  </a:cubicBezTo>
                  <a:lnTo>
                    <a:pt x="4578928" y="920988"/>
                  </a:lnTo>
                  <a:lnTo>
                    <a:pt x="4581269" y="921134"/>
                  </a:lnTo>
                  <a:cubicBezTo>
                    <a:pt x="4587918" y="921769"/>
                    <a:pt x="4592089" y="925487"/>
                    <a:pt x="4596835" y="929295"/>
                  </a:cubicBezTo>
                  <a:cubicBezTo>
                    <a:pt x="4628119" y="954473"/>
                    <a:pt x="4980011" y="1226780"/>
                    <a:pt x="5058448" y="1289711"/>
                  </a:cubicBezTo>
                  <a:cubicBezTo>
                    <a:pt x="5065339" y="1295242"/>
                    <a:pt x="5076250" y="1300441"/>
                    <a:pt x="5073319" y="1310264"/>
                  </a:cubicBezTo>
                  <a:cubicBezTo>
                    <a:pt x="5070205" y="1320783"/>
                    <a:pt x="5058115" y="1319484"/>
                    <a:pt x="5048594" y="1320451"/>
                  </a:cubicBezTo>
                  <a:cubicBezTo>
                    <a:pt x="4989653" y="1326496"/>
                    <a:pt x="4930501" y="1329790"/>
                    <a:pt x="4871469" y="1334990"/>
                  </a:cubicBezTo>
                  <a:cubicBezTo>
                    <a:pt x="4852971" y="1336622"/>
                    <a:pt x="4610739" y="1344239"/>
                    <a:pt x="4563980" y="1345115"/>
                  </a:cubicBezTo>
                  <a:cubicBezTo>
                    <a:pt x="4531986" y="1345720"/>
                    <a:pt x="4446839" y="1342591"/>
                    <a:pt x="4361499" y="1338643"/>
                  </a:cubicBezTo>
                  <a:lnTo>
                    <a:pt x="4335829" y="1337339"/>
                  </a:lnTo>
                  <a:lnTo>
                    <a:pt x="4393207" y="1344633"/>
                  </a:lnTo>
                  <a:lnTo>
                    <a:pt x="4394896" y="1344880"/>
                  </a:lnTo>
                  <a:lnTo>
                    <a:pt x="4396011" y="1345022"/>
                  </a:lnTo>
                  <a:cubicBezTo>
                    <a:pt x="4426234" y="1349115"/>
                    <a:pt x="4454138" y="1353133"/>
                    <a:pt x="4478974" y="1356877"/>
                  </a:cubicBezTo>
                  <a:lnTo>
                    <a:pt x="4504704" y="1360950"/>
                  </a:lnTo>
                  <a:lnTo>
                    <a:pt x="4511028" y="1361875"/>
                  </a:lnTo>
                  <a:lnTo>
                    <a:pt x="4516761" y="1362858"/>
                  </a:lnTo>
                  <a:lnTo>
                    <a:pt x="4543525" y="1367094"/>
                  </a:lnTo>
                  <a:cubicBezTo>
                    <a:pt x="4561474" y="1370096"/>
                    <a:pt x="4575605" y="1372628"/>
                    <a:pt x="4585168" y="1374495"/>
                  </a:cubicBezTo>
                  <a:cubicBezTo>
                    <a:pt x="4588039" y="1375069"/>
                    <a:pt x="4590789" y="1376309"/>
                    <a:pt x="4593600" y="1377245"/>
                  </a:cubicBezTo>
                  <a:lnTo>
                    <a:pt x="4591418" y="1377363"/>
                  </a:lnTo>
                  <a:lnTo>
                    <a:pt x="4611321" y="1380884"/>
                  </a:lnTo>
                  <a:cubicBezTo>
                    <a:pt x="4618031" y="1383627"/>
                    <a:pt x="4624831" y="1388161"/>
                    <a:pt x="4632751" y="1395325"/>
                  </a:cubicBezTo>
                  <a:cubicBezTo>
                    <a:pt x="4696196" y="1452754"/>
                    <a:pt x="4826893" y="1570364"/>
                    <a:pt x="4873260" y="1612197"/>
                  </a:cubicBezTo>
                  <a:cubicBezTo>
                    <a:pt x="4911375" y="1646594"/>
                    <a:pt x="4949308" y="1681233"/>
                    <a:pt x="4987544" y="1715480"/>
                  </a:cubicBezTo>
                  <a:cubicBezTo>
                    <a:pt x="5029468" y="1752990"/>
                    <a:pt x="5071694" y="1790138"/>
                    <a:pt x="5113708" y="1827528"/>
                  </a:cubicBezTo>
                  <a:lnTo>
                    <a:pt x="5143519" y="1854789"/>
                  </a:lnTo>
                  <a:lnTo>
                    <a:pt x="5143570" y="1854792"/>
                  </a:lnTo>
                  <a:cubicBezTo>
                    <a:pt x="5188910" y="1897109"/>
                    <a:pt x="5388402" y="2090556"/>
                    <a:pt x="5431746" y="2131754"/>
                  </a:cubicBezTo>
                  <a:lnTo>
                    <a:pt x="5429827" y="2131690"/>
                  </a:lnTo>
                  <a:lnTo>
                    <a:pt x="5431898" y="2137738"/>
                  </a:lnTo>
                  <a:cubicBezTo>
                    <a:pt x="5431988" y="2171440"/>
                    <a:pt x="5431988" y="2205172"/>
                    <a:pt x="5431958" y="2238904"/>
                  </a:cubicBezTo>
                  <a:cubicBezTo>
                    <a:pt x="5431958" y="2241836"/>
                    <a:pt x="5432623" y="2245040"/>
                    <a:pt x="5429902" y="2247337"/>
                  </a:cubicBezTo>
                  <a:cubicBezTo>
                    <a:pt x="5407724" y="2252514"/>
                    <a:pt x="4543218" y="2207970"/>
                    <a:pt x="3869201" y="2172300"/>
                  </a:cubicBezTo>
                  <a:lnTo>
                    <a:pt x="3714353" y="2164080"/>
                  </a:lnTo>
                  <a:lnTo>
                    <a:pt x="3733616" y="2253564"/>
                  </a:lnTo>
                  <a:cubicBezTo>
                    <a:pt x="3707637" y="2240295"/>
                    <a:pt x="3683554" y="2225212"/>
                    <a:pt x="3660703" y="2208811"/>
                  </a:cubicBezTo>
                  <a:lnTo>
                    <a:pt x="3597291" y="2157843"/>
                  </a:lnTo>
                  <a:lnTo>
                    <a:pt x="3526437" y="2154061"/>
                  </a:lnTo>
                  <a:lnTo>
                    <a:pt x="3478327" y="2235459"/>
                  </a:lnTo>
                  <a:cubicBezTo>
                    <a:pt x="3461249" y="2257041"/>
                    <a:pt x="3445925" y="2279982"/>
                    <a:pt x="3424434" y="2302198"/>
                  </a:cubicBezTo>
                  <a:lnTo>
                    <a:pt x="3401646" y="2147377"/>
                  </a:lnTo>
                  <a:lnTo>
                    <a:pt x="3341903" y="2144174"/>
                  </a:lnTo>
                  <a:cubicBezTo>
                    <a:pt x="3201871" y="2136652"/>
                    <a:pt x="3106870" y="2131511"/>
                    <a:pt x="3084784" y="2130332"/>
                  </a:cubicBezTo>
                  <a:cubicBezTo>
                    <a:pt x="3077620" y="2129939"/>
                    <a:pt x="3072602" y="2132207"/>
                    <a:pt x="3067162" y="2136529"/>
                  </a:cubicBezTo>
                  <a:cubicBezTo>
                    <a:pt x="2950882" y="2229413"/>
                    <a:pt x="2818855" y="2271669"/>
                    <a:pt x="2670324" y="2256042"/>
                  </a:cubicBezTo>
                  <a:cubicBezTo>
                    <a:pt x="2565137" y="2244980"/>
                    <a:pt x="2471376" y="2204235"/>
                    <a:pt x="2388919" y="2137980"/>
                  </a:cubicBezTo>
                  <a:cubicBezTo>
                    <a:pt x="2381635" y="2132116"/>
                    <a:pt x="2374925" y="2130212"/>
                    <a:pt x="2365766" y="2130877"/>
                  </a:cubicBezTo>
                  <a:cubicBezTo>
                    <a:pt x="2254292" y="2138826"/>
                    <a:pt x="41201" y="2290863"/>
                    <a:pt x="10582" y="2293039"/>
                  </a:cubicBezTo>
                  <a:cubicBezTo>
                    <a:pt x="4476" y="2293493"/>
                    <a:pt x="-119" y="2293523"/>
                    <a:pt x="2" y="2285029"/>
                  </a:cubicBezTo>
                  <a:cubicBezTo>
                    <a:pt x="365" y="2256315"/>
                    <a:pt x="153" y="2227630"/>
                    <a:pt x="305" y="2198915"/>
                  </a:cubicBezTo>
                  <a:cubicBezTo>
                    <a:pt x="305" y="2197102"/>
                    <a:pt x="1755" y="2195288"/>
                    <a:pt x="2541" y="2193475"/>
                  </a:cubicBezTo>
                  <a:lnTo>
                    <a:pt x="2570" y="2193473"/>
                  </a:lnTo>
                  <a:lnTo>
                    <a:pt x="2511" y="2193476"/>
                  </a:lnTo>
                  <a:cubicBezTo>
                    <a:pt x="26390" y="2167028"/>
                    <a:pt x="314535" y="1853523"/>
                    <a:pt x="325295" y="1845785"/>
                  </a:cubicBezTo>
                  <a:lnTo>
                    <a:pt x="325327" y="1845784"/>
                  </a:lnTo>
                  <a:lnTo>
                    <a:pt x="351873" y="1822210"/>
                  </a:lnTo>
                  <a:cubicBezTo>
                    <a:pt x="446564" y="1738388"/>
                    <a:pt x="749240" y="1471427"/>
                    <a:pt x="813508" y="1411284"/>
                  </a:cubicBezTo>
                  <a:cubicBezTo>
                    <a:pt x="840348" y="1386166"/>
                    <a:pt x="870786" y="1376343"/>
                    <a:pt x="904125" y="1368393"/>
                  </a:cubicBezTo>
                  <a:cubicBezTo>
                    <a:pt x="1142850" y="1311478"/>
                    <a:pt x="1864800" y="1115976"/>
                    <a:pt x="1992746" y="1099805"/>
                  </a:cubicBezTo>
                  <a:cubicBezTo>
                    <a:pt x="2072604" y="1089709"/>
                    <a:pt x="2152733" y="1082606"/>
                    <a:pt x="2233255" y="1081578"/>
                  </a:cubicBezTo>
                  <a:cubicBezTo>
                    <a:pt x="2417271" y="1079221"/>
                    <a:pt x="2584059" y="1132993"/>
                    <a:pt x="2735310" y="1236850"/>
                  </a:cubicBezTo>
                  <a:cubicBezTo>
                    <a:pt x="2752206" y="1248456"/>
                    <a:pt x="2751995" y="1248366"/>
                    <a:pt x="2758493" y="1228447"/>
                  </a:cubicBezTo>
                  <a:cubicBezTo>
                    <a:pt x="2821726" y="1034516"/>
                    <a:pt x="2901795" y="847991"/>
                    <a:pt x="3008191" y="673617"/>
                  </a:cubicBezTo>
                  <a:cubicBezTo>
                    <a:pt x="3148621" y="443476"/>
                    <a:pt x="3336627" y="262905"/>
                    <a:pt x="3575232" y="135835"/>
                  </a:cubicBezTo>
                  <a:cubicBezTo>
                    <a:pt x="3681869" y="79040"/>
                    <a:pt x="3793736" y="35756"/>
                    <a:pt x="3909774" y="2779"/>
                  </a:cubicBezTo>
                  <a:cubicBezTo>
                    <a:pt x="3917421" y="603"/>
                    <a:pt x="3924713" y="-243"/>
                    <a:pt x="3931960" y="59"/>
                  </a:cubicBezTo>
                  <a:close/>
                </a:path>
              </a:pathLst>
            </a:custGeom>
            <a:solidFill>
              <a:schemeClr val="accent6">
                <a:lumMod val="50000"/>
              </a:schemeClr>
            </a:solidFill>
            <a:ln w="649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105" name="자유형: 도형 104">
              <a:extLst>
                <a:ext uri="{FF2B5EF4-FFF2-40B4-BE49-F238E27FC236}">
                  <a16:creationId xmlns:a16="http://schemas.microsoft.com/office/drawing/2014/main" id="{C26B4518-28FB-4C84-B69E-BB2316DE137D}"/>
                </a:ext>
              </a:extLst>
            </p:cNvPr>
            <p:cNvSpPr/>
            <p:nvPr/>
          </p:nvSpPr>
          <p:spPr>
            <a:xfrm>
              <a:off x="326040" y="5646216"/>
              <a:ext cx="5429236" cy="668944"/>
            </a:xfrm>
            <a:custGeom>
              <a:avLst/>
              <a:gdLst>
                <a:gd name="connsiteX0" fmla="*/ 0 w 11667231"/>
                <a:gd name="connsiteY0" fmla="*/ 1437537 h 1437536"/>
                <a:gd name="connsiteX1" fmla="*/ 693651 w 11667231"/>
                <a:gd name="connsiteY1" fmla="*/ 690362 h 1437536"/>
                <a:gd name="connsiteX2" fmla="*/ 1415623 w 11667231"/>
                <a:gd name="connsiteY2" fmla="*/ 651650 h 1437536"/>
                <a:gd name="connsiteX3" fmla="*/ 2236976 w 11667231"/>
                <a:gd name="connsiteY3" fmla="*/ 508424 h 1437536"/>
                <a:gd name="connsiteX4" fmla="*/ 2679447 w 11667231"/>
                <a:gd name="connsiteY4" fmla="*/ 359548 h 1437536"/>
                <a:gd name="connsiteX5" fmla="*/ 4148983 w 11667231"/>
                <a:gd name="connsiteY5" fmla="*/ 6064 h 1437536"/>
                <a:gd name="connsiteX6" fmla="*/ 5057115 w 11667231"/>
                <a:gd name="connsiteY6" fmla="*/ 87907 h 1437536"/>
                <a:gd name="connsiteX7" fmla="*/ 5861579 w 11667231"/>
                <a:gd name="connsiteY7" fmla="*/ 566299 h 1437536"/>
                <a:gd name="connsiteX8" fmla="*/ 5912438 w 11667231"/>
                <a:gd name="connsiteY8" fmla="*/ 560258 h 1437536"/>
                <a:gd name="connsiteX9" fmla="*/ 6808554 w 11667231"/>
                <a:gd name="connsiteY9" fmla="*/ 53092 h 1437536"/>
                <a:gd name="connsiteX10" fmla="*/ 7305262 w 11667231"/>
                <a:gd name="connsiteY10" fmla="*/ 21654 h 1437536"/>
                <a:gd name="connsiteX11" fmla="*/ 7898558 w 11667231"/>
                <a:gd name="connsiteY11" fmla="*/ 96546 h 1437536"/>
                <a:gd name="connsiteX12" fmla="*/ 9037994 w 11667231"/>
                <a:gd name="connsiteY12" fmla="*/ 367732 h 1437536"/>
                <a:gd name="connsiteX13" fmla="*/ 9912089 w 11667231"/>
                <a:gd name="connsiteY13" fmla="*/ 580199 h 1437536"/>
                <a:gd name="connsiteX14" fmla="*/ 11047952 w 11667231"/>
                <a:gd name="connsiteY14" fmla="*/ 709719 h 1437536"/>
                <a:gd name="connsiteX15" fmla="*/ 11667231 w 11667231"/>
                <a:gd name="connsiteY15" fmla="*/ 1304899 h 1437536"/>
                <a:gd name="connsiteX16" fmla="*/ 6538602 w 11667231"/>
                <a:gd name="connsiteY16" fmla="*/ 1107047 h 1437536"/>
                <a:gd name="connsiteX17" fmla="*/ 6514958 w 11667231"/>
                <a:gd name="connsiteY17" fmla="*/ 1082494 h 1437536"/>
                <a:gd name="connsiteX18" fmla="*/ 5956023 w 11667231"/>
                <a:gd name="connsiteY18" fmla="*/ 739338 h 1437536"/>
                <a:gd name="connsiteX19" fmla="*/ 5416184 w 11667231"/>
                <a:gd name="connsiteY19" fmla="*/ 862038 h 1437536"/>
                <a:gd name="connsiteX20" fmla="*/ 5162211 w 11667231"/>
                <a:gd name="connsiteY20" fmla="*/ 1099577 h 1437536"/>
                <a:gd name="connsiteX21" fmla="*/ 0 w 11667231"/>
                <a:gd name="connsiteY21" fmla="*/ 1437537 h 14375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1667231" h="1437536">
                  <a:moveTo>
                    <a:pt x="0" y="1437537"/>
                  </a:moveTo>
                  <a:cubicBezTo>
                    <a:pt x="51314" y="1380701"/>
                    <a:pt x="670528" y="706991"/>
                    <a:pt x="693651" y="690362"/>
                  </a:cubicBezTo>
                  <a:cubicBezTo>
                    <a:pt x="940999" y="690168"/>
                    <a:pt x="1238232" y="670746"/>
                    <a:pt x="1415623" y="651650"/>
                  </a:cubicBezTo>
                  <a:cubicBezTo>
                    <a:pt x="1693175" y="621770"/>
                    <a:pt x="1966959" y="579160"/>
                    <a:pt x="2236976" y="508424"/>
                  </a:cubicBezTo>
                  <a:cubicBezTo>
                    <a:pt x="2387865" y="468932"/>
                    <a:pt x="2534143" y="415669"/>
                    <a:pt x="2679447" y="359548"/>
                  </a:cubicBezTo>
                  <a:cubicBezTo>
                    <a:pt x="2899773" y="274457"/>
                    <a:pt x="3662602" y="47116"/>
                    <a:pt x="4148983" y="6064"/>
                  </a:cubicBezTo>
                  <a:cubicBezTo>
                    <a:pt x="4500518" y="-17839"/>
                    <a:pt x="4874916" y="32956"/>
                    <a:pt x="5057115" y="87907"/>
                  </a:cubicBezTo>
                  <a:cubicBezTo>
                    <a:pt x="5314270" y="165463"/>
                    <a:pt x="5689189" y="358899"/>
                    <a:pt x="5861579" y="566299"/>
                  </a:cubicBezTo>
                  <a:cubicBezTo>
                    <a:pt x="5877558" y="579745"/>
                    <a:pt x="5884053" y="599231"/>
                    <a:pt x="5912438" y="560258"/>
                  </a:cubicBezTo>
                  <a:cubicBezTo>
                    <a:pt x="6182845" y="267962"/>
                    <a:pt x="6464358" y="119021"/>
                    <a:pt x="6808554" y="53092"/>
                  </a:cubicBezTo>
                  <a:cubicBezTo>
                    <a:pt x="6972889" y="21589"/>
                    <a:pt x="7138913" y="13534"/>
                    <a:pt x="7305262" y="21654"/>
                  </a:cubicBezTo>
                  <a:cubicBezTo>
                    <a:pt x="7504738" y="31332"/>
                    <a:pt x="7702135" y="59847"/>
                    <a:pt x="7898558" y="96546"/>
                  </a:cubicBezTo>
                  <a:cubicBezTo>
                    <a:pt x="8280882" y="151043"/>
                    <a:pt x="8913801" y="327525"/>
                    <a:pt x="9037994" y="367732"/>
                  </a:cubicBezTo>
                  <a:cubicBezTo>
                    <a:pt x="9324119" y="460358"/>
                    <a:pt x="9616156" y="527716"/>
                    <a:pt x="9912089" y="580199"/>
                  </a:cubicBezTo>
                  <a:cubicBezTo>
                    <a:pt x="10071423" y="608454"/>
                    <a:pt x="10710188" y="709719"/>
                    <a:pt x="11047952" y="709719"/>
                  </a:cubicBezTo>
                  <a:cubicBezTo>
                    <a:pt x="11145384" y="800656"/>
                    <a:pt x="11574086" y="1216366"/>
                    <a:pt x="11667231" y="1304899"/>
                  </a:cubicBezTo>
                  <a:cubicBezTo>
                    <a:pt x="11470158" y="1300807"/>
                    <a:pt x="6721969" y="1105943"/>
                    <a:pt x="6538602" y="1107047"/>
                  </a:cubicBezTo>
                  <a:cubicBezTo>
                    <a:pt x="6535224" y="1108021"/>
                    <a:pt x="6525351" y="1096005"/>
                    <a:pt x="6514958" y="1082494"/>
                  </a:cubicBezTo>
                  <a:cubicBezTo>
                    <a:pt x="6376085" y="901011"/>
                    <a:pt x="6182650" y="774089"/>
                    <a:pt x="5956023" y="739338"/>
                  </a:cubicBezTo>
                  <a:cubicBezTo>
                    <a:pt x="5760834" y="709394"/>
                    <a:pt x="5580715" y="753564"/>
                    <a:pt x="5416184" y="862038"/>
                  </a:cubicBezTo>
                  <a:cubicBezTo>
                    <a:pt x="5329664" y="919068"/>
                    <a:pt x="5176696" y="1095160"/>
                    <a:pt x="5162211" y="1099577"/>
                  </a:cubicBezTo>
                  <a:cubicBezTo>
                    <a:pt x="5158574" y="1100357"/>
                    <a:pt x="271900" y="1430651"/>
                    <a:pt x="0" y="1437537"/>
                  </a:cubicBezTo>
                  <a:close/>
                </a:path>
              </a:pathLst>
            </a:custGeom>
            <a:solidFill>
              <a:srgbClr val="AEAEA6"/>
            </a:solidFill>
            <a:ln w="649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106" name="자유형: 도형 105">
              <a:extLst>
                <a:ext uri="{FF2B5EF4-FFF2-40B4-BE49-F238E27FC236}">
                  <a16:creationId xmlns:a16="http://schemas.microsoft.com/office/drawing/2014/main" id="{185543BD-D669-47F0-9EC3-74D44A97A0AA}"/>
                </a:ext>
              </a:extLst>
            </p:cNvPr>
            <p:cNvSpPr/>
            <p:nvPr/>
          </p:nvSpPr>
          <p:spPr>
            <a:xfrm>
              <a:off x="648855" y="4121686"/>
              <a:ext cx="4818427" cy="1855003"/>
            </a:xfrm>
            <a:custGeom>
              <a:avLst/>
              <a:gdLst>
                <a:gd name="connsiteX0" fmla="*/ 6058873 w 10354626"/>
                <a:gd name="connsiteY0" fmla="*/ 2518232 h 3986333"/>
                <a:gd name="connsiteX1" fmla="*/ 6017705 w 10354626"/>
                <a:gd name="connsiteY1" fmla="*/ 2568234 h 3986333"/>
                <a:gd name="connsiteX2" fmla="*/ 5971544 w 10354626"/>
                <a:gd name="connsiteY2" fmla="*/ 2629592 h 3986333"/>
                <a:gd name="connsiteX3" fmla="*/ 7750526 w 10354626"/>
                <a:gd name="connsiteY3" fmla="*/ 127 h 3986333"/>
                <a:gd name="connsiteX4" fmla="*/ 7797618 w 10354626"/>
                <a:gd name="connsiteY4" fmla="*/ 9091 h 3986333"/>
                <a:gd name="connsiteX5" fmla="*/ 9129059 w 10354626"/>
                <a:gd name="connsiteY5" fmla="*/ 433830 h 3986333"/>
                <a:gd name="connsiteX6" fmla="*/ 8050617 w 10354626"/>
                <a:gd name="connsiteY6" fmla="*/ 761462 h 3986333"/>
                <a:gd name="connsiteX7" fmla="*/ 7348846 w 10354626"/>
                <a:gd name="connsiteY7" fmla="*/ 1212182 h 3986333"/>
                <a:gd name="connsiteX8" fmla="*/ 6457590 w 10354626"/>
                <a:gd name="connsiteY8" fmla="*/ 2056430 h 3986333"/>
                <a:gd name="connsiteX9" fmla="*/ 6448568 w 10354626"/>
                <a:gd name="connsiteY9" fmla="*/ 2066196 h 3986333"/>
                <a:gd name="connsiteX10" fmla="*/ 6498690 w 10354626"/>
                <a:gd name="connsiteY10" fmla="*/ 2058930 h 3986333"/>
                <a:gd name="connsiteX11" fmla="*/ 7370738 w 10354626"/>
                <a:gd name="connsiteY11" fmla="*/ 1949791 h 3986333"/>
                <a:gd name="connsiteX12" fmla="*/ 7424070 w 10354626"/>
                <a:gd name="connsiteY12" fmla="*/ 1946777 h 3986333"/>
                <a:gd name="connsiteX13" fmla="*/ 7424454 w 10354626"/>
                <a:gd name="connsiteY13" fmla="*/ 1946691 h 3986333"/>
                <a:gd name="connsiteX14" fmla="*/ 7533188 w 10354626"/>
                <a:gd name="connsiteY14" fmla="*/ 1935129 h 3986333"/>
                <a:gd name="connsiteX15" fmla="*/ 9139843 w 10354626"/>
                <a:gd name="connsiteY15" fmla="*/ 1978648 h 3986333"/>
                <a:gd name="connsiteX16" fmla="*/ 9173294 w 10354626"/>
                <a:gd name="connsiteY16" fmla="*/ 1996186 h 3986333"/>
                <a:gd name="connsiteX17" fmla="*/ 10165283 w 10354626"/>
                <a:gd name="connsiteY17" fmla="*/ 2770706 h 3986333"/>
                <a:gd name="connsiteX18" fmla="*/ 10197241 w 10354626"/>
                <a:gd name="connsiteY18" fmla="*/ 2814875 h 3986333"/>
                <a:gd name="connsiteX19" fmla="*/ 10144107 w 10354626"/>
                <a:gd name="connsiteY19" fmla="*/ 2836765 h 3986333"/>
                <a:gd name="connsiteX20" fmla="*/ 9763473 w 10354626"/>
                <a:gd name="connsiteY20" fmla="*/ 2868009 h 3986333"/>
                <a:gd name="connsiteX21" fmla="*/ 9102689 w 10354626"/>
                <a:gd name="connsiteY21" fmla="*/ 2889768 h 3986333"/>
                <a:gd name="connsiteX22" fmla="*/ 8667565 w 10354626"/>
                <a:gd name="connsiteY22" fmla="*/ 2875860 h 3986333"/>
                <a:gd name="connsiteX23" fmla="*/ 8613094 w 10354626"/>
                <a:gd name="connsiteY23" fmla="*/ 2873215 h 3986333"/>
                <a:gd name="connsiteX24" fmla="*/ 8741730 w 10354626"/>
                <a:gd name="connsiteY24" fmla="*/ 2889567 h 3986333"/>
                <a:gd name="connsiteX25" fmla="*/ 9148222 w 10354626"/>
                <a:gd name="connsiteY25" fmla="*/ 2952903 h 3986333"/>
                <a:gd name="connsiteX26" fmla="*/ 9166344 w 10354626"/>
                <a:gd name="connsiteY26" fmla="*/ 2958814 h 3986333"/>
                <a:gd name="connsiteX27" fmla="*/ 9152719 w 10354626"/>
                <a:gd name="connsiteY27" fmla="*/ 2959550 h 3986333"/>
                <a:gd name="connsiteX28" fmla="*/ 9165564 w 10354626"/>
                <a:gd name="connsiteY28" fmla="*/ 2959529 h 3986333"/>
                <a:gd name="connsiteX29" fmla="*/ 9256501 w 10354626"/>
                <a:gd name="connsiteY29" fmla="*/ 2998502 h 3986333"/>
                <a:gd name="connsiteX30" fmla="*/ 9773346 w 10354626"/>
                <a:gd name="connsiteY30" fmla="*/ 3464552 h 3986333"/>
                <a:gd name="connsiteX31" fmla="*/ 10018939 w 10354626"/>
                <a:gd name="connsiteY31" fmla="*/ 3686502 h 3986333"/>
                <a:gd name="connsiteX32" fmla="*/ 10290060 w 10354626"/>
                <a:gd name="connsiteY32" fmla="*/ 3927289 h 3986333"/>
                <a:gd name="connsiteX33" fmla="*/ 10354626 w 10354626"/>
                <a:gd name="connsiteY33" fmla="*/ 3986333 h 3986333"/>
                <a:gd name="connsiteX34" fmla="*/ 10248619 w 10354626"/>
                <a:gd name="connsiteY34" fmla="*/ 3984514 h 3986333"/>
                <a:gd name="connsiteX35" fmla="*/ 9700531 w 10354626"/>
                <a:gd name="connsiteY35" fmla="*/ 3932680 h 3986333"/>
                <a:gd name="connsiteX36" fmla="*/ 8925038 w 10354626"/>
                <a:gd name="connsiteY36" fmla="*/ 3801472 h 3986333"/>
                <a:gd name="connsiteX37" fmla="*/ 8156883 w 10354626"/>
                <a:gd name="connsiteY37" fmla="*/ 3590044 h 3986333"/>
                <a:gd name="connsiteX38" fmla="*/ 7963837 w 10354626"/>
                <a:gd name="connsiteY38" fmla="*/ 3537171 h 3986333"/>
                <a:gd name="connsiteX39" fmla="*/ 7966219 w 10354626"/>
                <a:gd name="connsiteY39" fmla="*/ 3533327 h 3986333"/>
                <a:gd name="connsiteX40" fmla="*/ 7963772 w 10354626"/>
                <a:gd name="connsiteY40" fmla="*/ 3537171 h 3986333"/>
                <a:gd name="connsiteX41" fmla="*/ 6945672 w 10354626"/>
                <a:gd name="connsiteY41" fmla="*/ 3331070 h 3986333"/>
                <a:gd name="connsiteX42" fmla="*/ 6409536 w 10354626"/>
                <a:gd name="connsiteY42" fmla="*/ 3297618 h 3986333"/>
                <a:gd name="connsiteX43" fmla="*/ 5241780 w 10354626"/>
                <a:gd name="connsiteY43" fmla="*/ 3809591 h 3986333"/>
                <a:gd name="connsiteX44" fmla="*/ 5368663 w 10354626"/>
                <a:gd name="connsiteY44" fmla="*/ 3653671 h 3986333"/>
                <a:gd name="connsiteX45" fmla="*/ 5358699 w 10354626"/>
                <a:gd name="connsiteY45" fmla="*/ 3663379 h 3986333"/>
                <a:gd name="connsiteX46" fmla="*/ 5203197 w 10354626"/>
                <a:gd name="connsiteY46" fmla="*/ 3849085 h 3986333"/>
                <a:gd name="connsiteX47" fmla="*/ 5203199 w 10354626"/>
                <a:gd name="connsiteY47" fmla="*/ 3849081 h 3986333"/>
                <a:gd name="connsiteX48" fmla="*/ 5203197 w 10354626"/>
                <a:gd name="connsiteY48" fmla="*/ 3849084 h 3986333"/>
                <a:gd name="connsiteX49" fmla="*/ 5175396 w 10354626"/>
                <a:gd name="connsiteY49" fmla="*/ 3844083 h 3986333"/>
                <a:gd name="connsiteX50" fmla="*/ 4641208 w 10354626"/>
                <a:gd name="connsiteY50" fmla="*/ 3474620 h 3986333"/>
                <a:gd name="connsiteX51" fmla="*/ 4037649 w 10354626"/>
                <a:gd name="connsiteY51" fmla="*/ 3296255 h 3986333"/>
                <a:gd name="connsiteX52" fmla="*/ 3345882 w 10354626"/>
                <a:gd name="connsiteY52" fmla="*/ 3302815 h 3986333"/>
                <a:gd name="connsiteX53" fmla="*/ 2227947 w 10354626"/>
                <a:gd name="connsiteY53" fmla="*/ 3553670 h 3986333"/>
                <a:gd name="connsiteX54" fmla="*/ 1680638 w 10354626"/>
                <a:gd name="connsiteY54" fmla="*/ 3746910 h 3986333"/>
                <a:gd name="connsiteX55" fmla="*/ 1023881 w 10354626"/>
                <a:gd name="connsiteY55" fmla="*/ 3895527 h 3986333"/>
                <a:gd name="connsiteX56" fmla="*/ 0 w 10354626"/>
                <a:gd name="connsiteY56" fmla="*/ 3966522 h 3986333"/>
                <a:gd name="connsiteX57" fmla="*/ 1049084 w 10354626"/>
                <a:gd name="connsiteY57" fmla="*/ 3032798 h 3986333"/>
                <a:gd name="connsiteX58" fmla="*/ 1243818 w 10354626"/>
                <a:gd name="connsiteY58" fmla="*/ 2940627 h 3986333"/>
                <a:gd name="connsiteX59" fmla="*/ 3583226 w 10354626"/>
                <a:gd name="connsiteY59" fmla="*/ 2363440 h 3986333"/>
                <a:gd name="connsiteX60" fmla="*/ 4100071 w 10354626"/>
                <a:gd name="connsiteY60" fmla="*/ 2324272 h 3986333"/>
                <a:gd name="connsiteX61" fmla="*/ 5178969 w 10354626"/>
                <a:gd name="connsiteY61" fmla="*/ 2657945 h 3986333"/>
                <a:gd name="connsiteX62" fmla="*/ 5228789 w 10354626"/>
                <a:gd name="connsiteY62" fmla="*/ 2639887 h 3986333"/>
                <a:gd name="connsiteX63" fmla="*/ 5765380 w 10354626"/>
                <a:gd name="connsiteY63" fmla="*/ 1447578 h 3986333"/>
                <a:gd name="connsiteX64" fmla="*/ 6983930 w 10354626"/>
                <a:gd name="connsiteY64" fmla="*/ 291904 h 3986333"/>
                <a:gd name="connsiteX65" fmla="*/ 7702849 w 10354626"/>
                <a:gd name="connsiteY65" fmla="*/ 5973 h 3986333"/>
                <a:gd name="connsiteX66" fmla="*/ 7750526 w 10354626"/>
                <a:gd name="connsiteY66" fmla="*/ 127 h 3986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</a:cxnLst>
              <a:rect l="l" t="t" r="r" b="b"/>
              <a:pathLst>
                <a:path w="10354626" h="3986333">
                  <a:moveTo>
                    <a:pt x="6058873" y="2518232"/>
                  </a:moveTo>
                  <a:lnTo>
                    <a:pt x="6017705" y="2568234"/>
                  </a:lnTo>
                  <a:lnTo>
                    <a:pt x="5971544" y="2629592"/>
                  </a:lnTo>
                  <a:close/>
                  <a:moveTo>
                    <a:pt x="7750526" y="127"/>
                  </a:moveTo>
                  <a:cubicBezTo>
                    <a:pt x="7766099" y="777"/>
                    <a:pt x="7781574" y="3895"/>
                    <a:pt x="7797618" y="9091"/>
                  </a:cubicBezTo>
                  <a:cubicBezTo>
                    <a:pt x="8033144" y="85218"/>
                    <a:pt x="8921010" y="367641"/>
                    <a:pt x="9129059" y="433830"/>
                  </a:cubicBezTo>
                  <a:cubicBezTo>
                    <a:pt x="9133996" y="435389"/>
                    <a:pt x="8352916" y="621224"/>
                    <a:pt x="8050617" y="761462"/>
                  </a:cubicBezTo>
                  <a:cubicBezTo>
                    <a:pt x="7795799" y="879679"/>
                    <a:pt x="7561703" y="1029010"/>
                    <a:pt x="7348846" y="1212182"/>
                  </a:cubicBezTo>
                  <a:cubicBezTo>
                    <a:pt x="7214389" y="1327883"/>
                    <a:pt x="6582459" y="1926786"/>
                    <a:pt x="6457590" y="2056430"/>
                  </a:cubicBezTo>
                  <a:lnTo>
                    <a:pt x="6448568" y="2066196"/>
                  </a:lnTo>
                  <a:lnTo>
                    <a:pt x="6498690" y="2058930"/>
                  </a:lnTo>
                  <a:cubicBezTo>
                    <a:pt x="6694522" y="2031579"/>
                    <a:pt x="7201138" y="1965194"/>
                    <a:pt x="7370738" y="1949791"/>
                  </a:cubicBezTo>
                  <a:lnTo>
                    <a:pt x="7424070" y="1946777"/>
                  </a:lnTo>
                  <a:lnTo>
                    <a:pt x="7424454" y="1946691"/>
                  </a:lnTo>
                  <a:cubicBezTo>
                    <a:pt x="7459529" y="1932596"/>
                    <a:pt x="7497203" y="1937402"/>
                    <a:pt x="7533188" y="1935129"/>
                  </a:cubicBezTo>
                  <a:cubicBezTo>
                    <a:pt x="7809375" y="1917396"/>
                    <a:pt x="9031498" y="1968386"/>
                    <a:pt x="9139843" y="1978648"/>
                  </a:cubicBezTo>
                  <a:cubicBezTo>
                    <a:pt x="9154132" y="1980012"/>
                    <a:pt x="9163096" y="1988002"/>
                    <a:pt x="9173294" y="1996186"/>
                  </a:cubicBezTo>
                  <a:cubicBezTo>
                    <a:pt x="9240522" y="2050293"/>
                    <a:pt x="9996726" y="2635471"/>
                    <a:pt x="10165283" y="2770706"/>
                  </a:cubicBezTo>
                  <a:cubicBezTo>
                    <a:pt x="10180093" y="2782593"/>
                    <a:pt x="10203541" y="2793765"/>
                    <a:pt x="10197241" y="2814875"/>
                  </a:cubicBezTo>
                  <a:cubicBezTo>
                    <a:pt x="10190550" y="2837480"/>
                    <a:pt x="10164568" y="2834687"/>
                    <a:pt x="10144107" y="2836765"/>
                  </a:cubicBezTo>
                  <a:cubicBezTo>
                    <a:pt x="10017446" y="2849756"/>
                    <a:pt x="9890330" y="2856836"/>
                    <a:pt x="9763473" y="2868009"/>
                  </a:cubicBezTo>
                  <a:cubicBezTo>
                    <a:pt x="9723721" y="2871516"/>
                    <a:pt x="9203173" y="2887885"/>
                    <a:pt x="9102689" y="2889768"/>
                  </a:cubicBezTo>
                  <a:cubicBezTo>
                    <a:pt x="9033934" y="2891068"/>
                    <a:pt x="8850956" y="2884345"/>
                    <a:pt x="8667565" y="2875860"/>
                  </a:cubicBezTo>
                  <a:lnTo>
                    <a:pt x="8613094" y="2873215"/>
                  </a:lnTo>
                  <a:lnTo>
                    <a:pt x="8741730" y="2889567"/>
                  </a:lnTo>
                  <a:cubicBezTo>
                    <a:pt x="8936575" y="2915958"/>
                    <a:pt x="9086572" y="2940871"/>
                    <a:pt x="9148222" y="2952903"/>
                  </a:cubicBezTo>
                  <a:cubicBezTo>
                    <a:pt x="9154392" y="2954137"/>
                    <a:pt x="9160303" y="2956801"/>
                    <a:pt x="9166344" y="2958814"/>
                  </a:cubicBezTo>
                  <a:lnTo>
                    <a:pt x="9152719" y="2959550"/>
                  </a:lnTo>
                  <a:lnTo>
                    <a:pt x="9165564" y="2959529"/>
                  </a:lnTo>
                  <a:cubicBezTo>
                    <a:pt x="9198042" y="2959529"/>
                    <a:pt x="9222465" y="2967713"/>
                    <a:pt x="9256501" y="2998502"/>
                  </a:cubicBezTo>
                  <a:cubicBezTo>
                    <a:pt x="9392841" y="3121916"/>
                    <a:pt x="9673705" y="3374654"/>
                    <a:pt x="9773346" y="3464552"/>
                  </a:cubicBezTo>
                  <a:cubicBezTo>
                    <a:pt x="9855254" y="3538470"/>
                    <a:pt x="9936772" y="3612908"/>
                    <a:pt x="10018939" y="3686502"/>
                  </a:cubicBezTo>
                  <a:cubicBezTo>
                    <a:pt x="10109032" y="3767111"/>
                    <a:pt x="10199774" y="3846940"/>
                    <a:pt x="10290060" y="3927289"/>
                  </a:cubicBezTo>
                  <a:cubicBezTo>
                    <a:pt x="10311821" y="3946646"/>
                    <a:pt x="10333125" y="3966587"/>
                    <a:pt x="10354626" y="3986333"/>
                  </a:cubicBezTo>
                  <a:cubicBezTo>
                    <a:pt x="10319290" y="3985813"/>
                    <a:pt x="10283825" y="3987048"/>
                    <a:pt x="10248619" y="3984514"/>
                  </a:cubicBezTo>
                  <a:cubicBezTo>
                    <a:pt x="10065577" y="3971264"/>
                    <a:pt x="9882600" y="3956064"/>
                    <a:pt x="9700531" y="3932680"/>
                  </a:cubicBezTo>
                  <a:cubicBezTo>
                    <a:pt x="9440323" y="3899294"/>
                    <a:pt x="9182128" y="3854280"/>
                    <a:pt x="8925038" y="3801472"/>
                  </a:cubicBezTo>
                  <a:cubicBezTo>
                    <a:pt x="8664179" y="3747884"/>
                    <a:pt x="8411635" y="3665067"/>
                    <a:pt x="8156883" y="3590044"/>
                  </a:cubicBezTo>
                  <a:cubicBezTo>
                    <a:pt x="8092902" y="3571207"/>
                    <a:pt x="8028207" y="3554774"/>
                    <a:pt x="7963837" y="3537171"/>
                  </a:cubicBezTo>
                  <a:lnTo>
                    <a:pt x="7966219" y="3533327"/>
                  </a:lnTo>
                  <a:lnTo>
                    <a:pt x="7963772" y="3537171"/>
                  </a:lnTo>
                  <a:cubicBezTo>
                    <a:pt x="7845880" y="3510669"/>
                    <a:pt x="7169116" y="3362508"/>
                    <a:pt x="6945672" y="3331070"/>
                  </a:cubicBezTo>
                  <a:cubicBezTo>
                    <a:pt x="6768021" y="3306062"/>
                    <a:pt x="6589265" y="3291058"/>
                    <a:pt x="6409536" y="3297618"/>
                  </a:cubicBezTo>
                  <a:cubicBezTo>
                    <a:pt x="6028642" y="3311583"/>
                    <a:pt x="5631963" y="3420707"/>
                    <a:pt x="5241780" y="3809591"/>
                  </a:cubicBezTo>
                  <a:lnTo>
                    <a:pt x="5368663" y="3653671"/>
                  </a:lnTo>
                  <a:lnTo>
                    <a:pt x="5358699" y="3663379"/>
                  </a:lnTo>
                  <a:cubicBezTo>
                    <a:pt x="5324078" y="3702092"/>
                    <a:pt x="5218721" y="3838562"/>
                    <a:pt x="5203197" y="3849085"/>
                  </a:cubicBezTo>
                  <a:lnTo>
                    <a:pt x="5203199" y="3849081"/>
                  </a:lnTo>
                  <a:lnTo>
                    <a:pt x="5203197" y="3849084"/>
                  </a:lnTo>
                  <a:cubicBezTo>
                    <a:pt x="5190726" y="3865323"/>
                    <a:pt x="5183386" y="3851617"/>
                    <a:pt x="5175396" y="3844083"/>
                  </a:cubicBezTo>
                  <a:cubicBezTo>
                    <a:pt x="5015867" y="3694167"/>
                    <a:pt x="4838996" y="3569129"/>
                    <a:pt x="4641208" y="3474620"/>
                  </a:cubicBezTo>
                  <a:cubicBezTo>
                    <a:pt x="4449592" y="3383034"/>
                    <a:pt x="4248557" y="3323600"/>
                    <a:pt x="4037649" y="3296255"/>
                  </a:cubicBezTo>
                  <a:cubicBezTo>
                    <a:pt x="3806605" y="3266310"/>
                    <a:pt x="3576146" y="3271897"/>
                    <a:pt x="3345882" y="3302815"/>
                  </a:cubicBezTo>
                  <a:cubicBezTo>
                    <a:pt x="2965962" y="3353805"/>
                    <a:pt x="2594746" y="3444286"/>
                    <a:pt x="2227947" y="3553670"/>
                  </a:cubicBezTo>
                  <a:cubicBezTo>
                    <a:pt x="2042371" y="3609011"/>
                    <a:pt x="1865694" y="3689750"/>
                    <a:pt x="1680638" y="3746910"/>
                  </a:cubicBezTo>
                  <a:cubicBezTo>
                    <a:pt x="1465508" y="3813294"/>
                    <a:pt x="1245897" y="3859412"/>
                    <a:pt x="1023881" y="3895527"/>
                  </a:cubicBezTo>
                  <a:cubicBezTo>
                    <a:pt x="871367" y="3920339"/>
                    <a:pt x="344715" y="3992309"/>
                    <a:pt x="0" y="3966522"/>
                  </a:cubicBezTo>
                  <a:cubicBezTo>
                    <a:pt x="64240" y="3908713"/>
                    <a:pt x="891244" y="3180505"/>
                    <a:pt x="1049084" y="3032798"/>
                  </a:cubicBezTo>
                  <a:cubicBezTo>
                    <a:pt x="1106763" y="2978821"/>
                    <a:pt x="1172173" y="2957711"/>
                    <a:pt x="1243818" y="2940627"/>
                  </a:cubicBezTo>
                  <a:cubicBezTo>
                    <a:pt x="1756830" y="2818318"/>
                    <a:pt x="3308274" y="2398191"/>
                    <a:pt x="3583226" y="2363440"/>
                  </a:cubicBezTo>
                  <a:cubicBezTo>
                    <a:pt x="3754836" y="2341745"/>
                    <a:pt x="3927031" y="2326481"/>
                    <a:pt x="4100071" y="2324272"/>
                  </a:cubicBezTo>
                  <a:cubicBezTo>
                    <a:pt x="4495515" y="2319206"/>
                    <a:pt x="4853935" y="2434760"/>
                    <a:pt x="5178969" y="2657945"/>
                  </a:cubicBezTo>
                  <a:cubicBezTo>
                    <a:pt x="5215278" y="2682887"/>
                    <a:pt x="5214823" y="2682692"/>
                    <a:pt x="5228789" y="2639887"/>
                  </a:cubicBezTo>
                  <a:cubicBezTo>
                    <a:pt x="5364674" y="2223138"/>
                    <a:pt x="5536739" y="1822302"/>
                    <a:pt x="5765380" y="1447578"/>
                  </a:cubicBezTo>
                  <a:cubicBezTo>
                    <a:pt x="6067159" y="953013"/>
                    <a:pt x="6471178" y="564974"/>
                    <a:pt x="6983930" y="291904"/>
                  </a:cubicBezTo>
                  <a:cubicBezTo>
                    <a:pt x="7213090" y="169854"/>
                    <a:pt x="7453488" y="76839"/>
                    <a:pt x="7702849" y="5973"/>
                  </a:cubicBezTo>
                  <a:cubicBezTo>
                    <a:pt x="7719282" y="1297"/>
                    <a:pt x="7734953" y="-522"/>
                    <a:pt x="7750526" y="127"/>
                  </a:cubicBezTo>
                  <a:close/>
                </a:path>
              </a:pathLst>
            </a:custGeom>
            <a:solidFill>
              <a:srgbClr val="ECECEC"/>
            </a:solidFill>
            <a:ln w="649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107" name="자유형: 도형 106">
              <a:extLst>
                <a:ext uri="{FF2B5EF4-FFF2-40B4-BE49-F238E27FC236}">
                  <a16:creationId xmlns:a16="http://schemas.microsoft.com/office/drawing/2014/main" id="{6026ACEC-40A7-4EF2-A55C-B198F709A510}"/>
                </a:ext>
              </a:extLst>
            </p:cNvPr>
            <p:cNvSpPr/>
            <p:nvPr/>
          </p:nvSpPr>
          <p:spPr>
            <a:xfrm>
              <a:off x="2728166" y="5985885"/>
              <a:ext cx="640641" cy="202900"/>
            </a:xfrm>
            <a:custGeom>
              <a:avLst/>
              <a:gdLst>
                <a:gd name="connsiteX0" fmla="*/ 1376715 w 1376715"/>
                <a:gd name="connsiteY0" fmla="*/ 377500 h 436024"/>
                <a:gd name="connsiteX1" fmla="*/ 1285649 w 1376715"/>
                <a:gd name="connsiteY1" fmla="*/ 436024 h 436024"/>
                <a:gd name="connsiteX2" fmla="*/ 1064478 w 1376715"/>
                <a:gd name="connsiteY2" fmla="*/ 234015 h 436024"/>
                <a:gd name="connsiteX3" fmla="*/ 634867 w 1376715"/>
                <a:gd name="connsiteY3" fmla="*/ 123982 h 436024"/>
                <a:gd name="connsiteX4" fmla="*/ 82428 w 1376715"/>
                <a:gd name="connsiteY4" fmla="*/ 427905 h 436024"/>
                <a:gd name="connsiteX5" fmla="*/ 0 w 1376715"/>
                <a:gd name="connsiteY5" fmla="*/ 372174 h 436024"/>
                <a:gd name="connsiteX6" fmla="*/ 578746 w 1376715"/>
                <a:gd name="connsiteY6" fmla="*/ 7518 h 436024"/>
                <a:gd name="connsiteX7" fmla="*/ 1256549 w 1376715"/>
                <a:gd name="connsiteY7" fmla="*/ 237717 h 436024"/>
                <a:gd name="connsiteX8" fmla="*/ 1376715 w 1376715"/>
                <a:gd name="connsiteY8" fmla="*/ 377500 h 4360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376715" h="436024">
                  <a:moveTo>
                    <a:pt x="1376715" y="377500"/>
                  </a:moveTo>
                  <a:cubicBezTo>
                    <a:pt x="1354761" y="399325"/>
                    <a:pt x="1312215" y="419786"/>
                    <a:pt x="1285649" y="436024"/>
                  </a:cubicBezTo>
                  <a:cubicBezTo>
                    <a:pt x="1280517" y="421345"/>
                    <a:pt x="1138851" y="278964"/>
                    <a:pt x="1064478" y="234015"/>
                  </a:cubicBezTo>
                  <a:cubicBezTo>
                    <a:pt x="932620" y="154251"/>
                    <a:pt x="789265" y="112875"/>
                    <a:pt x="634867" y="123982"/>
                  </a:cubicBezTo>
                  <a:cubicBezTo>
                    <a:pt x="457021" y="136778"/>
                    <a:pt x="254233" y="206994"/>
                    <a:pt x="82428" y="427905"/>
                  </a:cubicBezTo>
                  <a:cubicBezTo>
                    <a:pt x="56316" y="413031"/>
                    <a:pt x="21175" y="393219"/>
                    <a:pt x="0" y="372174"/>
                  </a:cubicBezTo>
                  <a:cubicBezTo>
                    <a:pt x="140692" y="166982"/>
                    <a:pt x="330425" y="40190"/>
                    <a:pt x="578746" y="7518"/>
                  </a:cubicBezTo>
                  <a:cubicBezTo>
                    <a:pt x="839864" y="-26843"/>
                    <a:pt x="1065582" y="57728"/>
                    <a:pt x="1256549" y="237717"/>
                  </a:cubicBezTo>
                  <a:cubicBezTo>
                    <a:pt x="1301628" y="280198"/>
                    <a:pt x="1339886" y="328200"/>
                    <a:pt x="1376715" y="377500"/>
                  </a:cubicBezTo>
                  <a:close/>
                </a:path>
              </a:pathLst>
            </a:custGeom>
            <a:solidFill>
              <a:srgbClr val="E5C8AD"/>
            </a:solidFill>
            <a:ln w="649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108" name="자유형: 도형 107">
              <a:extLst>
                <a:ext uri="{FF2B5EF4-FFF2-40B4-BE49-F238E27FC236}">
                  <a16:creationId xmlns:a16="http://schemas.microsoft.com/office/drawing/2014/main" id="{F0CA2868-3F9C-441D-8E32-F88368CDB210}"/>
                </a:ext>
              </a:extLst>
            </p:cNvPr>
            <p:cNvSpPr/>
            <p:nvPr/>
          </p:nvSpPr>
          <p:spPr>
            <a:xfrm>
              <a:off x="323529" y="6154673"/>
              <a:ext cx="5432093" cy="260209"/>
            </a:xfrm>
            <a:custGeom>
              <a:avLst/>
              <a:gdLst>
                <a:gd name="connsiteX0" fmla="*/ 11672952 w 11673372"/>
                <a:gd name="connsiteY0" fmla="*/ 225105 h 559180"/>
                <a:gd name="connsiteX1" fmla="*/ 11667236 w 11673372"/>
                <a:gd name="connsiteY1" fmla="*/ 208412 h 559180"/>
                <a:gd name="connsiteX2" fmla="*/ 11663404 w 11673372"/>
                <a:gd name="connsiteY2" fmla="*/ 207373 h 559180"/>
                <a:gd name="connsiteX3" fmla="*/ 6805441 w 11673372"/>
                <a:gd name="connsiteY3" fmla="*/ 11275 h 559180"/>
                <a:gd name="connsiteX4" fmla="*/ 6551922 w 11673372"/>
                <a:gd name="connsiteY4" fmla="*/ 13223 h 559180"/>
                <a:gd name="connsiteX5" fmla="*/ 6314643 w 11673372"/>
                <a:gd name="connsiteY5" fmla="*/ 157423 h 559180"/>
                <a:gd name="connsiteX6" fmla="*/ 5788705 w 11673372"/>
                <a:gd name="connsiteY6" fmla="*/ 266741 h 559180"/>
                <a:gd name="connsiteX7" fmla="*/ 5523364 w 11673372"/>
                <a:gd name="connsiteY7" fmla="*/ 210880 h 559180"/>
                <a:gd name="connsiteX8" fmla="*/ 5249320 w 11673372"/>
                <a:gd name="connsiteY8" fmla="*/ 65512 h 559180"/>
                <a:gd name="connsiteX9" fmla="*/ 5168387 w 11673372"/>
                <a:gd name="connsiteY9" fmla="*/ 8287 h 559180"/>
                <a:gd name="connsiteX10" fmla="*/ 5068681 w 11673372"/>
                <a:gd name="connsiteY10" fmla="*/ 6078 h 559180"/>
                <a:gd name="connsiteX11" fmla="*/ 5461 w 11673372"/>
                <a:gd name="connsiteY11" fmla="*/ 344882 h 559180"/>
                <a:gd name="connsiteX12" fmla="*/ 655 w 11673372"/>
                <a:gd name="connsiteY12" fmla="*/ 356574 h 559180"/>
                <a:gd name="connsiteX13" fmla="*/ 5 w 11673372"/>
                <a:gd name="connsiteY13" fmla="*/ 541630 h 559180"/>
                <a:gd name="connsiteX14" fmla="*/ 22739 w 11673372"/>
                <a:gd name="connsiteY14" fmla="*/ 558843 h 559180"/>
                <a:gd name="connsiteX15" fmla="*/ 5083946 w 11673372"/>
                <a:gd name="connsiteY15" fmla="*/ 210361 h 559180"/>
                <a:gd name="connsiteX16" fmla="*/ 5133701 w 11673372"/>
                <a:gd name="connsiteY16" fmla="*/ 225625 h 559180"/>
                <a:gd name="connsiteX17" fmla="*/ 5738430 w 11673372"/>
                <a:gd name="connsiteY17" fmla="*/ 479338 h 559180"/>
                <a:gd name="connsiteX18" fmla="*/ 6591220 w 11673372"/>
                <a:gd name="connsiteY18" fmla="*/ 222507 h 559180"/>
                <a:gd name="connsiteX19" fmla="*/ 6629089 w 11673372"/>
                <a:gd name="connsiteY19" fmla="*/ 209191 h 559180"/>
                <a:gd name="connsiteX20" fmla="*/ 11668664 w 11673372"/>
                <a:gd name="connsiteY20" fmla="*/ 460631 h 559180"/>
                <a:gd name="connsiteX21" fmla="*/ 11673082 w 11673372"/>
                <a:gd name="connsiteY21" fmla="*/ 442509 h 559180"/>
                <a:gd name="connsiteX22" fmla="*/ 11672952 w 11673372"/>
                <a:gd name="connsiteY22" fmla="*/ 225105 h 5591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1673372" h="559180">
                  <a:moveTo>
                    <a:pt x="11672952" y="225105"/>
                  </a:moveTo>
                  <a:cubicBezTo>
                    <a:pt x="11672952" y="219195"/>
                    <a:pt x="11675680" y="211725"/>
                    <a:pt x="11667236" y="208412"/>
                  </a:cubicBezTo>
                  <a:cubicBezTo>
                    <a:pt x="11665742" y="208802"/>
                    <a:pt x="11664443" y="208412"/>
                    <a:pt x="11663404" y="207373"/>
                  </a:cubicBezTo>
                  <a:cubicBezTo>
                    <a:pt x="11648269" y="207373"/>
                    <a:pt x="7336121" y="45051"/>
                    <a:pt x="6805441" y="11275"/>
                  </a:cubicBezTo>
                  <a:cubicBezTo>
                    <a:pt x="6720545" y="5883"/>
                    <a:pt x="6554066" y="13158"/>
                    <a:pt x="6551922" y="13223"/>
                  </a:cubicBezTo>
                  <a:cubicBezTo>
                    <a:pt x="6533735" y="11599"/>
                    <a:pt x="6367126" y="131765"/>
                    <a:pt x="6314643" y="157423"/>
                  </a:cubicBezTo>
                  <a:cubicBezTo>
                    <a:pt x="6148749" y="238486"/>
                    <a:pt x="5975384" y="282461"/>
                    <a:pt x="5788705" y="266741"/>
                  </a:cubicBezTo>
                  <a:cubicBezTo>
                    <a:pt x="5697573" y="259077"/>
                    <a:pt x="5609559" y="240954"/>
                    <a:pt x="5523364" y="210880"/>
                  </a:cubicBezTo>
                  <a:cubicBezTo>
                    <a:pt x="5424503" y="176324"/>
                    <a:pt x="5334216" y="126114"/>
                    <a:pt x="5249320" y="65512"/>
                  </a:cubicBezTo>
                  <a:cubicBezTo>
                    <a:pt x="5220416" y="45700"/>
                    <a:pt x="5170206" y="8806"/>
                    <a:pt x="5168387" y="8287"/>
                  </a:cubicBezTo>
                  <a:cubicBezTo>
                    <a:pt x="5148966" y="-6263"/>
                    <a:pt x="5100379" y="1921"/>
                    <a:pt x="5068681" y="6078"/>
                  </a:cubicBezTo>
                  <a:cubicBezTo>
                    <a:pt x="4989372" y="16341"/>
                    <a:pt x="134981" y="337542"/>
                    <a:pt x="5461" y="344882"/>
                  </a:cubicBezTo>
                  <a:cubicBezTo>
                    <a:pt x="3772" y="348779"/>
                    <a:pt x="655" y="352677"/>
                    <a:pt x="655" y="356574"/>
                  </a:cubicBezTo>
                  <a:cubicBezTo>
                    <a:pt x="330" y="418281"/>
                    <a:pt x="784" y="479923"/>
                    <a:pt x="5" y="541630"/>
                  </a:cubicBezTo>
                  <a:cubicBezTo>
                    <a:pt x="-255" y="559882"/>
                    <a:pt x="9618" y="559817"/>
                    <a:pt x="22739" y="558843"/>
                  </a:cubicBezTo>
                  <a:cubicBezTo>
                    <a:pt x="88538" y="554166"/>
                    <a:pt x="4844393" y="227444"/>
                    <a:pt x="5083946" y="210361"/>
                  </a:cubicBezTo>
                  <a:cubicBezTo>
                    <a:pt x="5103627" y="208932"/>
                    <a:pt x="5118047" y="213024"/>
                    <a:pt x="5133701" y="225625"/>
                  </a:cubicBezTo>
                  <a:cubicBezTo>
                    <a:pt x="5310898" y="368006"/>
                    <a:pt x="5512387" y="455565"/>
                    <a:pt x="5738430" y="479338"/>
                  </a:cubicBezTo>
                  <a:cubicBezTo>
                    <a:pt x="6057617" y="512920"/>
                    <a:pt x="6341339" y="422113"/>
                    <a:pt x="6591220" y="222507"/>
                  </a:cubicBezTo>
                  <a:cubicBezTo>
                    <a:pt x="6602912" y="213219"/>
                    <a:pt x="6613694" y="208347"/>
                    <a:pt x="6629089" y="209191"/>
                  </a:cubicBezTo>
                  <a:cubicBezTo>
                    <a:pt x="6882217" y="222702"/>
                    <a:pt x="11592408" y="478429"/>
                    <a:pt x="11668664" y="460631"/>
                  </a:cubicBezTo>
                  <a:cubicBezTo>
                    <a:pt x="11674511" y="455695"/>
                    <a:pt x="11673082" y="448809"/>
                    <a:pt x="11673082" y="442509"/>
                  </a:cubicBezTo>
                  <a:cubicBezTo>
                    <a:pt x="11673147" y="370019"/>
                    <a:pt x="11673147" y="297530"/>
                    <a:pt x="11672952" y="225105"/>
                  </a:cubicBezTo>
                  <a:close/>
                </a:path>
              </a:pathLst>
            </a:custGeom>
            <a:solidFill>
              <a:schemeClr val="accent3"/>
            </a:solidFill>
            <a:ln w="649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109" name="자유형: 도형 108">
              <a:extLst>
                <a:ext uri="{FF2B5EF4-FFF2-40B4-BE49-F238E27FC236}">
                  <a16:creationId xmlns:a16="http://schemas.microsoft.com/office/drawing/2014/main" id="{1272FCB9-4011-4226-9924-F11A985E88BB}"/>
                </a:ext>
              </a:extLst>
            </p:cNvPr>
            <p:cNvSpPr/>
            <p:nvPr/>
          </p:nvSpPr>
          <p:spPr>
            <a:xfrm>
              <a:off x="1409887" y="5741057"/>
              <a:ext cx="3787597" cy="544165"/>
            </a:xfrm>
            <a:custGeom>
              <a:avLst/>
              <a:gdLst>
                <a:gd name="connsiteX0" fmla="*/ 2443956 w 8139410"/>
                <a:gd name="connsiteY0" fmla="*/ 779008 h 1169390"/>
                <a:gd name="connsiteX1" fmla="*/ 2827349 w 8139410"/>
                <a:gd name="connsiteY1" fmla="*/ 903626 h 1169390"/>
                <a:gd name="connsiteX2" fmla="*/ 2581755 w 8139410"/>
                <a:gd name="connsiteY2" fmla="*/ 921099 h 1169390"/>
                <a:gd name="connsiteX3" fmla="*/ 1905122 w 8139410"/>
                <a:gd name="connsiteY3" fmla="*/ 964554 h 1169390"/>
                <a:gd name="connsiteX4" fmla="*/ 1354696 w 8139410"/>
                <a:gd name="connsiteY4" fmla="*/ 999304 h 1169390"/>
                <a:gd name="connsiteX5" fmla="*/ 690988 w 8139410"/>
                <a:gd name="connsiteY5" fmla="*/ 1042240 h 1169390"/>
                <a:gd name="connsiteX6" fmla="*/ 454618 w 8139410"/>
                <a:gd name="connsiteY6" fmla="*/ 1056659 h 1169390"/>
                <a:gd name="connsiteX7" fmla="*/ 770947 w 8139410"/>
                <a:gd name="connsiteY7" fmla="*/ 1006189 h 1169390"/>
                <a:gd name="connsiteX8" fmla="*/ 1633093 w 8139410"/>
                <a:gd name="connsiteY8" fmla="*/ 878294 h 1169390"/>
                <a:gd name="connsiteX9" fmla="*/ 2306737 w 8139410"/>
                <a:gd name="connsiteY9" fmla="*/ 783200 h 1169390"/>
                <a:gd name="connsiteX10" fmla="*/ 2443956 w 8139410"/>
                <a:gd name="connsiteY10" fmla="*/ 779008 h 1169390"/>
                <a:gd name="connsiteX11" fmla="*/ 4604868 w 8139410"/>
                <a:gd name="connsiteY11" fmla="*/ 769176 h 1169390"/>
                <a:gd name="connsiteX12" fmla="*/ 4742084 w 8139410"/>
                <a:gd name="connsiteY12" fmla="*/ 770144 h 1169390"/>
                <a:gd name="connsiteX13" fmla="*/ 5417808 w 8139410"/>
                <a:gd name="connsiteY13" fmla="*/ 849129 h 1169390"/>
                <a:gd name="connsiteX14" fmla="*/ 6282745 w 8139410"/>
                <a:gd name="connsiteY14" fmla="*/ 956434 h 1169390"/>
                <a:gd name="connsiteX15" fmla="*/ 6600244 w 8139410"/>
                <a:gd name="connsiteY15" fmla="*/ 992874 h 1169390"/>
                <a:gd name="connsiteX16" fmla="*/ 6363614 w 8139410"/>
                <a:gd name="connsiteY16" fmla="*/ 990536 h 1169390"/>
                <a:gd name="connsiteX17" fmla="*/ 5699127 w 8139410"/>
                <a:gd name="connsiteY17" fmla="*/ 963450 h 1169390"/>
                <a:gd name="connsiteX18" fmla="*/ 5148051 w 8139410"/>
                <a:gd name="connsiteY18" fmla="*/ 941820 h 1169390"/>
                <a:gd name="connsiteX19" fmla="*/ 4470574 w 8139410"/>
                <a:gd name="connsiteY19" fmla="*/ 914474 h 1169390"/>
                <a:gd name="connsiteX20" fmla="*/ 4224590 w 8139410"/>
                <a:gd name="connsiteY20" fmla="*/ 902847 h 1169390"/>
                <a:gd name="connsiteX21" fmla="*/ 4604868 w 8139410"/>
                <a:gd name="connsiteY21" fmla="*/ 769176 h 1169390"/>
                <a:gd name="connsiteX22" fmla="*/ 6898515 w 8139410"/>
                <a:gd name="connsiteY22" fmla="*/ 757219 h 1169390"/>
                <a:gd name="connsiteX23" fmla="*/ 8139410 w 8139410"/>
                <a:gd name="connsiteY23" fmla="*/ 844778 h 1169390"/>
                <a:gd name="connsiteX24" fmla="*/ 6898515 w 8139410"/>
                <a:gd name="connsiteY24" fmla="*/ 757219 h 1169390"/>
                <a:gd name="connsiteX25" fmla="*/ 1315722 w 8139410"/>
                <a:gd name="connsiteY25" fmla="*/ 690575 h 1169390"/>
                <a:gd name="connsiteX26" fmla="*/ 91066 w 8139410"/>
                <a:gd name="connsiteY26" fmla="*/ 897456 h 1169390"/>
                <a:gd name="connsiteX27" fmla="*/ 1315722 w 8139410"/>
                <a:gd name="connsiteY27" fmla="*/ 690575 h 1169390"/>
                <a:gd name="connsiteX28" fmla="*/ 3533419 w 8139410"/>
                <a:gd name="connsiteY28" fmla="*/ 639955 h 1169390"/>
                <a:gd name="connsiteX29" fmla="*/ 3950870 w 8139410"/>
                <a:gd name="connsiteY29" fmla="*/ 788461 h 1169390"/>
                <a:gd name="connsiteX30" fmla="*/ 4124040 w 8139410"/>
                <a:gd name="connsiteY30" fmla="*/ 962150 h 1169390"/>
                <a:gd name="connsiteX31" fmla="*/ 2914323 w 8139410"/>
                <a:gd name="connsiteY31" fmla="*/ 954096 h 1169390"/>
                <a:gd name="connsiteX32" fmla="*/ 3533419 w 8139410"/>
                <a:gd name="connsiteY32" fmla="*/ 639955 h 1169390"/>
                <a:gd name="connsiteX33" fmla="*/ 4963921 w 8139410"/>
                <a:gd name="connsiteY33" fmla="*/ 605135 h 1169390"/>
                <a:gd name="connsiteX34" fmla="*/ 5561618 w 8139410"/>
                <a:gd name="connsiteY34" fmla="*/ 735458 h 1169390"/>
                <a:gd name="connsiteX35" fmla="*/ 4359306 w 8139410"/>
                <a:gd name="connsiteY35" fmla="*/ 698369 h 1169390"/>
                <a:gd name="connsiteX36" fmla="*/ 4963921 w 8139410"/>
                <a:gd name="connsiteY36" fmla="*/ 605135 h 1169390"/>
                <a:gd name="connsiteX37" fmla="*/ 5528569 w 8139410"/>
                <a:gd name="connsiteY37" fmla="*/ 446245 h 1169390"/>
                <a:gd name="connsiteX38" fmla="*/ 6448964 w 8139410"/>
                <a:gd name="connsiteY38" fmla="*/ 597171 h 1169390"/>
                <a:gd name="connsiteX39" fmla="*/ 5214629 w 8139410"/>
                <a:gd name="connsiteY39" fmla="*/ 459142 h 1169390"/>
                <a:gd name="connsiteX40" fmla="*/ 5528569 w 8139410"/>
                <a:gd name="connsiteY40" fmla="*/ 446245 h 1169390"/>
                <a:gd name="connsiteX41" fmla="*/ 6727750 w 8139410"/>
                <a:gd name="connsiteY41" fmla="*/ 432835 h 1169390"/>
                <a:gd name="connsiteX42" fmla="*/ 6902933 w 8139410"/>
                <a:gd name="connsiteY42" fmla="*/ 499414 h 1169390"/>
                <a:gd name="connsiteX43" fmla="*/ 6900139 w 8139410"/>
                <a:gd name="connsiteY43" fmla="*/ 506883 h 1169390"/>
                <a:gd name="connsiteX44" fmla="*/ 6727750 w 8139410"/>
                <a:gd name="connsiteY44" fmla="*/ 432835 h 1169390"/>
                <a:gd name="connsiteX45" fmla="*/ 2001312 w 8139410"/>
                <a:gd name="connsiteY45" fmla="*/ 332325 h 1169390"/>
                <a:gd name="connsiteX46" fmla="*/ 2671263 w 8139410"/>
                <a:gd name="connsiteY46" fmla="*/ 443422 h 1169390"/>
                <a:gd name="connsiteX47" fmla="*/ 1332871 w 8139410"/>
                <a:gd name="connsiteY47" fmla="*/ 451022 h 1169390"/>
                <a:gd name="connsiteX48" fmla="*/ 2001312 w 8139410"/>
                <a:gd name="connsiteY48" fmla="*/ 332325 h 1169390"/>
                <a:gd name="connsiteX49" fmla="*/ 5032238 w 8139410"/>
                <a:gd name="connsiteY49" fmla="*/ 75413 h 1169390"/>
                <a:gd name="connsiteX50" fmla="*/ 5222099 w 8139410"/>
                <a:gd name="connsiteY50" fmla="*/ 81170 h 1169390"/>
                <a:gd name="connsiteX51" fmla="*/ 6507293 w 8139410"/>
                <a:gd name="connsiteY51" fmla="*/ 345730 h 1169390"/>
                <a:gd name="connsiteX52" fmla="*/ 3720086 w 8139410"/>
                <a:gd name="connsiteY52" fmla="*/ 362424 h 1169390"/>
                <a:gd name="connsiteX53" fmla="*/ 5032238 w 8139410"/>
                <a:gd name="connsiteY53" fmla="*/ 75413 h 1169390"/>
                <a:gd name="connsiteX54" fmla="*/ 2077187 w 8139410"/>
                <a:gd name="connsiteY54" fmla="*/ 42 h 1169390"/>
                <a:gd name="connsiteX55" fmla="*/ 2510889 w 8139410"/>
                <a:gd name="connsiteY55" fmla="*/ 85522 h 1169390"/>
                <a:gd name="connsiteX56" fmla="*/ 1778590 w 8139410"/>
                <a:gd name="connsiteY56" fmla="*/ 93576 h 1169390"/>
                <a:gd name="connsiteX57" fmla="*/ 175183 w 8139410"/>
                <a:gd name="connsiteY57" fmla="*/ 437317 h 1169390"/>
                <a:gd name="connsiteX58" fmla="*/ 0 w 8139410"/>
                <a:gd name="connsiteY58" fmla="*/ 477004 h 1169390"/>
                <a:gd name="connsiteX59" fmla="*/ 84181 w 8139410"/>
                <a:gd name="connsiteY59" fmla="*/ 442383 h 1169390"/>
                <a:gd name="connsiteX60" fmla="*/ 1337223 w 8139410"/>
                <a:gd name="connsiteY60" fmla="*/ 87471 h 1169390"/>
                <a:gd name="connsiteX61" fmla="*/ 2077187 w 8139410"/>
                <a:gd name="connsiteY61" fmla="*/ 42 h 11693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8139410" h="1169390">
                  <a:moveTo>
                    <a:pt x="2443956" y="779008"/>
                  </a:moveTo>
                  <a:cubicBezTo>
                    <a:pt x="2579006" y="786659"/>
                    <a:pt x="2707361" y="829432"/>
                    <a:pt x="2827349" y="903626"/>
                  </a:cubicBezTo>
                  <a:cubicBezTo>
                    <a:pt x="2745506" y="909472"/>
                    <a:pt x="2663663" y="915707"/>
                    <a:pt x="2581755" y="921099"/>
                  </a:cubicBezTo>
                  <a:cubicBezTo>
                    <a:pt x="2356232" y="935779"/>
                    <a:pt x="2130645" y="950198"/>
                    <a:pt x="1905122" y="964554"/>
                  </a:cubicBezTo>
                  <a:cubicBezTo>
                    <a:pt x="1721625" y="976245"/>
                    <a:pt x="1538127" y="987547"/>
                    <a:pt x="1354696" y="999304"/>
                  </a:cubicBezTo>
                  <a:cubicBezTo>
                    <a:pt x="1133461" y="1013465"/>
                    <a:pt x="912224" y="1028014"/>
                    <a:pt x="690988" y="1042240"/>
                  </a:cubicBezTo>
                  <a:cubicBezTo>
                    <a:pt x="612198" y="1047306"/>
                    <a:pt x="533408" y="1051853"/>
                    <a:pt x="454618" y="1056659"/>
                  </a:cubicBezTo>
                  <a:cubicBezTo>
                    <a:pt x="559196" y="1034315"/>
                    <a:pt x="665397" y="1022168"/>
                    <a:pt x="770947" y="1006189"/>
                  </a:cubicBezTo>
                  <a:cubicBezTo>
                    <a:pt x="1058177" y="962670"/>
                    <a:pt x="1345603" y="920319"/>
                    <a:pt x="1633093" y="878294"/>
                  </a:cubicBezTo>
                  <a:cubicBezTo>
                    <a:pt x="1857510" y="845491"/>
                    <a:pt x="2081539" y="809442"/>
                    <a:pt x="2306737" y="783200"/>
                  </a:cubicBezTo>
                  <a:cubicBezTo>
                    <a:pt x="2353179" y="777809"/>
                    <a:pt x="2398940" y="776457"/>
                    <a:pt x="2443956" y="779008"/>
                  </a:cubicBezTo>
                  <a:close/>
                  <a:moveTo>
                    <a:pt x="4604868" y="769176"/>
                  </a:moveTo>
                  <a:cubicBezTo>
                    <a:pt x="4649800" y="765564"/>
                    <a:pt x="4695561" y="765841"/>
                    <a:pt x="4742084" y="770144"/>
                  </a:cubicBezTo>
                  <a:cubicBezTo>
                    <a:pt x="4967802" y="790995"/>
                    <a:pt x="5192675" y="821718"/>
                    <a:pt x="5417808" y="849129"/>
                  </a:cubicBezTo>
                  <a:cubicBezTo>
                    <a:pt x="5706207" y="884270"/>
                    <a:pt x="5994541" y="919735"/>
                    <a:pt x="6282745" y="956434"/>
                  </a:cubicBezTo>
                  <a:cubicBezTo>
                    <a:pt x="6388686" y="969880"/>
                    <a:pt x="6495212" y="972998"/>
                    <a:pt x="6600244" y="992874"/>
                  </a:cubicBezTo>
                  <a:cubicBezTo>
                    <a:pt x="6521389" y="989951"/>
                    <a:pt x="6442469" y="993718"/>
                    <a:pt x="6363614" y="990536"/>
                  </a:cubicBezTo>
                  <a:cubicBezTo>
                    <a:pt x="6142118" y="981637"/>
                    <a:pt x="5920623" y="972348"/>
                    <a:pt x="5699127" y="963450"/>
                  </a:cubicBezTo>
                  <a:cubicBezTo>
                    <a:pt x="5515435" y="956045"/>
                    <a:pt x="5331743" y="949160"/>
                    <a:pt x="5148051" y="941820"/>
                  </a:cubicBezTo>
                  <a:cubicBezTo>
                    <a:pt x="4922203" y="932856"/>
                    <a:pt x="4696421" y="923827"/>
                    <a:pt x="4470574" y="914474"/>
                  </a:cubicBezTo>
                  <a:cubicBezTo>
                    <a:pt x="4388536" y="911031"/>
                    <a:pt x="4306563" y="906744"/>
                    <a:pt x="4224590" y="902847"/>
                  </a:cubicBezTo>
                  <a:cubicBezTo>
                    <a:pt x="4342727" y="825827"/>
                    <a:pt x="4470071" y="780009"/>
                    <a:pt x="4604868" y="769176"/>
                  </a:cubicBezTo>
                  <a:close/>
                  <a:moveTo>
                    <a:pt x="6898515" y="757219"/>
                  </a:moveTo>
                  <a:cubicBezTo>
                    <a:pt x="7312212" y="783006"/>
                    <a:pt x="7725584" y="814509"/>
                    <a:pt x="8139410" y="844778"/>
                  </a:cubicBezTo>
                  <a:cubicBezTo>
                    <a:pt x="7722076" y="871409"/>
                    <a:pt x="7308250" y="842569"/>
                    <a:pt x="6898515" y="757219"/>
                  </a:cubicBezTo>
                  <a:close/>
                  <a:moveTo>
                    <a:pt x="1315722" y="690575"/>
                  </a:moveTo>
                  <a:cubicBezTo>
                    <a:pt x="1162169" y="783850"/>
                    <a:pt x="296777" y="930128"/>
                    <a:pt x="91066" y="897456"/>
                  </a:cubicBezTo>
                  <a:cubicBezTo>
                    <a:pt x="501840" y="840361"/>
                    <a:pt x="908456" y="763584"/>
                    <a:pt x="1315722" y="690575"/>
                  </a:cubicBezTo>
                  <a:close/>
                  <a:moveTo>
                    <a:pt x="3533419" y="639955"/>
                  </a:moveTo>
                  <a:cubicBezTo>
                    <a:pt x="3673469" y="643126"/>
                    <a:pt x="3816609" y="690103"/>
                    <a:pt x="3950870" y="788461"/>
                  </a:cubicBezTo>
                  <a:cubicBezTo>
                    <a:pt x="4017579" y="837372"/>
                    <a:pt x="4074089" y="896481"/>
                    <a:pt x="4124040" y="962150"/>
                  </a:cubicBezTo>
                  <a:cubicBezTo>
                    <a:pt x="3750160" y="1246847"/>
                    <a:pt x="3279953" y="1232557"/>
                    <a:pt x="2914323" y="954096"/>
                  </a:cubicBezTo>
                  <a:cubicBezTo>
                    <a:pt x="3075167" y="751071"/>
                    <a:pt x="3300002" y="634670"/>
                    <a:pt x="3533419" y="639955"/>
                  </a:cubicBezTo>
                  <a:close/>
                  <a:moveTo>
                    <a:pt x="4963921" y="605135"/>
                  </a:moveTo>
                  <a:cubicBezTo>
                    <a:pt x="5164323" y="611720"/>
                    <a:pt x="5363571" y="655564"/>
                    <a:pt x="5561618" y="735458"/>
                  </a:cubicBezTo>
                  <a:cubicBezTo>
                    <a:pt x="5204691" y="642249"/>
                    <a:pt x="4801972" y="590285"/>
                    <a:pt x="4359306" y="698369"/>
                  </a:cubicBezTo>
                  <a:cubicBezTo>
                    <a:pt x="4561965" y="629225"/>
                    <a:pt x="4763519" y="598550"/>
                    <a:pt x="4963921" y="605135"/>
                  </a:cubicBezTo>
                  <a:close/>
                  <a:moveTo>
                    <a:pt x="5528569" y="446245"/>
                  </a:moveTo>
                  <a:cubicBezTo>
                    <a:pt x="5840757" y="448818"/>
                    <a:pt x="6147655" y="498131"/>
                    <a:pt x="6448964" y="597171"/>
                  </a:cubicBezTo>
                  <a:cubicBezTo>
                    <a:pt x="6038450" y="542544"/>
                    <a:pt x="5626182" y="504090"/>
                    <a:pt x="5214629" y="459142"/>
                  </a:cubicBezTo>
                  <a:cubicBezTo>
                    <a:pt x="5319856" y="449723"/>
                    <a:pt x="5424506" y="445388"/>
                    <a:pt x="5528569" y="446245"/>
                  </a:cubicBezTo>
                  <a:close/>
                  <a:moveTo>
                    <a:pt x="6727750" y="432835"/>
                  </a:moveTo>
                  <a:cubicBezTo>
                    <a:pt x="6789327" y="447320"/>
                    <a:pt x="6846422" y="472717"/>
                    <a:pt x="6902933" y="499414"/>
                  </a:cubicBezTo>
                  <a:cubicBezTo>
                    <a:pt x="6901958" y="501882"/>
                    <a:pt x="6901049" y="504350"/>
                    <a:pt x="6900139" y="506883"/>
                  </a:cubicBezTo>
                  <a:cubicBezTo>
                    <a:pt x="6842655" y="482200"/>
                    <a:pt x="6785170" y="457518"/>
                    <a:pt x="6727750" y="432835"/>
                  </a:cubicBezTo>
                  <a:close/>
                  <a:moveTo>
                    <a:pt x="2001312" y="332325"/>
                  </a:moveTo>
                  <a:cubicBezTo>
                    <a:pt x="2224375" y="330758"/>
                    <a:pt x="2447689" y="367490"/>
                    <a:pt x="2671263" y="443422"/>
                  </a:cubicBezTo>
                  <a:cubicBezTo>
                    <a:pt x="2224440" y="344756"/>
                    <a:pt x="1778332" y="344366"/>
                    <a:pt x="1332871" y="451022"/>
                  </a:cubicBezTo>
                  <a:cubicBezTo>
                    <a:pt x="1555439" y="373758"/>
                    <a:pt x="1778250" y="333892"/>
                    <a:pt x="2001312" y="332325"/>
                  </a:cubicBezTo>
                  <a:close/>
                  <a:moveTo>
                    <a:pt x="5032238" y="75413"/>
                  </a:moveTo>
                  <a:cubicBezTo>
                    <a:pt x="5094970" y="75819"/>
                    <a:pt x="5158192" y="77800"/>
                    <a:pt x="5222099" y="81170"/>
                  </a:cubicBezTo>
                  <a:cubicBezTo>
                    <a:pt x="5664180" y="104489"/>
                    <a:pt x="6090868" y="199517"/>
                    <a:pt x="6507293" y="345730"/>
                  </a:cubicBezTo>
                  <a:cubicBezTo>
                    <a:pt x="5834751" y="220043"/>
                    <a:pt x="4660760" y="47069"/>
                    <a:pt x="3720086" y="362424"/>
                  </a:cubicBezTo>
                  <a:cubicBezTo>
                    <a:pt x="4178008" y="146904"/>
                    <a:pt x="4593113" y="72571"/>
                    <a:pt x="5032238" y="75413"/>
                  </a:cubicBezTo>
                  <a:close/>
                  <a:moveTo>
                    <a:pt x="2077187" y="42"/>
                  </a:moveTo>
                  <a:cubicBezTo>
                    <a:pt x="2211124" y="-868"/>
                    <a:pt x="2379161" y="12188"/>
                    <a:pt x="2510889" y="85522"/>
                  </a:cubicBezTo>
                  <a:cubicBezTo>
                    <a:pt x="2177867" y="31675"/>
                    <a:pt x="1976442" y="67530"/>
                    <a:pt x="1778590" y="93576"/>
                  </a:cubicBezTo>
                  <a:cubicBezTo>
                    <a:pt x="1234919" y="165222"/>
                    <a:pt x="704890" y="300717"/>
                    <a:pt x="175183" y="437317"/>
                  </a:cubicBezTo>
                  <a:cubicBezTo>
                    <a:pt x="119711" y="451607"/>
                    <a:pt x="4482" y="478109"/>
                    <a:pt x="0" y="477004"/>
                  </a:cubicBezTo>
                  <a:cubicBezTo>
                    <a:pt x="27217" y="460116"/>
                    <a:pt x="56251" y="452127"/>
                    <a:pt x="84181" y="442383"/>
                  </a:cubicBezTo>
                  <a:cubicBezTo>
                    <a:pt x="494956" y="299678"/>
                    <a:pt x="911121" y="175160"/>
                    <a:pt x="1337223" y="87471"/>
                  </a:cubicBezTo>
                  <a:cubicBezTo>
                    <a:pt x="1580998" y="37326"/>
                    <a:pt x="1827436" y="1666"/>
                    <a:pt x="2077187" y="42"/>
                  </a:cubicBezTo>
                  <a:close/>
                </a:path>
              </a:pathLst>
            </a:custGeom>
            <a:solidFill>
              <a:srgbClr val="2C2C39"/>
            </a:solidFill>
            <a:ln w="649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/>
            </a:p>
          </p:txBody>
        </p:sp>
        <p:sp>
          <p:nvSpPr>
            <p:cNvPr id="110" name="자유형: 도형 109">
              <a:extLst>
                <a:ext uri="{FF2B5EF4-FFF2-40B4-BE49-F238E27FC236}">
                  <a16:creationId xmlns:a16="http://schemas.microsoft.com/office/drawing/2014/main" id="{C3BBA147-93B0-4437-8CC2-3F1BA636BC35}"/>
                </a:ext>
              </a:extLst>
            </p:cNvPr>
            <p:cNvSpPr/>
            <p:nvPr/>
          </p:nvSpPr>
          <p:spPr>
            <a:xfrm>
              <a:off x="3584047" y="6024266"/>
              <a:ext cx="473098" cy="399618"/>
            </a:xfrm>
            <a:custGeom>
              <a:avLst/>
              <a:gdLst>
                <a:gd name="connsiteX0" fmla="*/ 974711 w 1016671"/>
                <a:gd name="connsiteY0" fmla="*/ 559323 h 858764"/>
                <a:gd name="connsiteX1" fmla="*/ 1016671 w 1016671"/>
                <a:gd name="connsiteY1" fmla="*/ 754252 h 858764"/>
                <a:gd name="connsiteX2" fmla="*/ 719178 w 1016671"/>
                <a:gd name="connsiteY2" fmla="*/ 544903 h 858764"/>
                <a:gd name="connsiteX3" fmla="*/ 649417 w 1016671"/>
                <a:gd name="connsiteY3" fmla="*/ 475272 h 858764"/>
                <a:gd name="connsiteX4" fmla="*/ 603949 w 1016671"/>
                <a:gd name="connsiteY4" fmla="*/ 468776 h 858764"/>
                <a:gd name="connsiteX5" fmla="*/ 572641 w 1016671"/>
                <a:gd name="connsiteY5" fmla="*/ 538408 h 858764"/>
                <a:gd name="connsiteX6" fmla="*/ 468064 w 1016671"/>
                <a:gd name="connsiteY6" fmla="*/ 715344 h 858764"/>
                <a:gd name="connsiteX7" fmla="*/ 352249 w 1016671"/>
                <a:gd name="connsiteY7" fmla="*/ 858764 h 858764"/>
                <a:gd name="connsiteX8" fmla="*/ 303079 w 1016671"/>
                <a:gd name="connsiteY8" fmla="*/ 524702 h 858764"/>
                <a:gd name="connsiteX9" fmla="*/ 0 w 1016671"/>
                <a:gd name="connsiteY9" fmla="*/ 27863 h 858764"/>
                <a:gd name="connsiteX10" fmla="*/ 276383 w 1016671"/>
                <a:gd name="connsiteY10" fmla="*/ 647 h 858764"/>
                <a:gd name="connsiteX11" fmla="*/ 602001 w 1016671"/>
                <a:gd name="connsiteY11" fmla="*/ 42803 h 858764"/>
                <a:gd name="connsiteX12" fmla="*/ 974711 w 1016671"/>
                <a:gd name="connsiteY12" fmla="*/ 559323 h 858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016671" h="858764">
                  <a:moveTo>
                    <a:pt x="974711" y="559323"/>
                  </a:moveTo>
                  <a:cubicBezTo>
                    <a:pt x="992053" y="622069"/>
                    <a:pt x="1010566" y="684556"/>
                    <a:pt x="1016671" y="754252"/>
                  </a:cubicBezTo>
                  <a:cubicBezTo>
                    <a:pt x="905015" y="697222"/>
                    <a:pt x="809661" y="624602"/>
                    <a:pt x="719178" y="544903"/>
                  </a:cubicBezTo>
                  <a:cubicBezTo>
                    <a:pt x="694885" y="520740"/>
                    <a:pt x="671113" y="495667"/>
                    <a:pt x="649417" y="475272"/>
                  </a:cubicBezTo>
                  <a:cubicBezTo>
                    <a:pt x="621682" y="449160"/>
                    <a:pt x="619084" y="435000"/>
                    <a:pt x="603949" y="468776"/>
                  </a:cubicBezTo>
                  <a:cubicBezTo>
                    <a:pt x="596415" y="485600"/>
                    <a:pt x="590958" y="501254"/>
                    <a:pt x="572641" y="538408"/>
                  </a:cubicBezTo>
                  <a:cubicBezTo>
                    <a:pt x="540748" y="599140"/>
                    <a:pt x="505153" y="657665"/>
                    <a:pt x="468064" y="715344"/>
                  </a:cubicBezTo>
                  <a:cubicBezTo>
                    <a:pt x="431364" y="761722"/>
                    <a:pt x="398433" y="811023"/>
                    <a:pt x="352249" y="858764"/>
                  </a:cubicBezTo>
                  <a:cubicBezTo>
                    <a:pt x="348222" y="741976"/>
                    <a:pt x="335102" y="631812"/>
                    <a:pt x="303079" y="524702"/>
                  </a:cubicBezTo>
                  <a:cubicBezTo>
                    <a:pt x="283658" y="453447"/>
                    <a:pt x="194734" y="241435"/>
                    <a:pt x="0" y="27863"/>
                  </a:cubicBezTo>
                  <a:cubicBezTo>
                    <a:pt x="23254" y="3960"/>
                    <a:pt x="211493" y="-2211"/>
                    <a:pt x="276383" y="647"/>
                  </a:cubicBezTo>
                  <a:cubicBezTo>
                    <a:pt x="386156" y="5584"/>
                    <a:pt x="494825" y="18380"/>
                    <a:pt x="602001" y="42803"/>
                  </a:cubicBezTo>
                  <a:cubicBezTo>
                    <a:pt x="612783" y="45336"/>
                    <a:pt x="915731" y="377905"/>
                    <a:pt x="974711" y="559323"/>
                  </a:cubicBezTo>
                  <a:close/>
                </a:path>
              </a:pathLst>
            </a:custGeom>
            <a:solidFill>
              <a:schemeClr val="accent4"/>
            </a:solidFill>
            <a:ln w="649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111" name="자유형: 도형 110">
              <a:extLst>
                <a:ext uri="{FF2B5EF4-FFF2-40B4-BE49-F238E27FC236}">
                  <a16:creationId xmlns:a16="http://schemas.microsoft.com/office/drawing/2014/main" id="{C9ABA929-4779-40C2-A464-0BDACF6A31C7}"/>
                </a:ext>
              </a:extLst>
            </p:cNvPr>
            <p:cNvSpPr/>
            <p:nvPr/>
          </p:nvSpPr>
          <p:spPr>
            <a:xfrm>
              <a:off x="3072917" y="5020841"/>
              <a:ext cx="2324420" cy="892369"/>
            </a:xfrm>
            <a:custGeom>
              <a:avLst/>
              <a:gdLst>
                <a:gd name="connsiteX0" fmla="*/ 0 w 4995095"/>
                <a:gd name="connsiteY0" fmla="*/ 1917669 h 1917668"/>
                <a:gd name="connsiteX1" fmla="*/ 359134 w 4995095"/>
                <a:gd name="connsiteY1" fmla="*/ 1258963 h 1917668"/>
                <a:gd name="connsiteX2" fmla="*/ 647599 w 4995095"/>
                <a:gd name="connsiteY2" fmla="*/ 957962 h 1917668"/>
                <a:gd name="connsiteX3" fmla="*/ 1061815 w 4995095"/>
                <a:gd name="connsiteY3" fmla="*/ 619354 h 1917668"/>
                <a:gd name="connsiteX4" fmla="*/ 1634585 w 4995095"/>
                <a:gd name="connsiteY4" fmla="*/ 263402 h 1917668"/>
                <a:gd name="connsiteX5" fmla="*/ 2130514 w 4995095"/>
                <a:gd name="connsiteY5" fmla="*/ 37684 h 1917668"/>
                <a:gd name="connsiteX6" fmla="*/ 2221257 w 4995095"/>
                <a:gd name="connsiteY6" fmla="*/ 15275 h 1917668"/>
                <a:gd name="connsiteX7" fmla="*/ 2329991 w 4995095"/>
                <a:gd name="connsiteY7" fmla="*/ 3713 h 1917668"/>
                <a:gd name="connsiteX8" fmla="*/ 3936646 w 4995095"/>
                <a:gd name="connsiteY8" fmla="*/ 47232 h 1917668"/>
                <a:gd name="connsiteX9" fmla="*/ 3970097 w 4995095"/>
                <a:gd name="connsiteY9" fmla="*/ 64770 h 1917668"/>
                <a:gd name="connsiteX10" fmla="*/ 4962086 w 4995095"/>
                <a:gd name="connsiteY10" fmla="*/ 839290 h 1917668"/>
                <a:gd name="connsiteX11" fmla="*/ 4994044 w 4995095"/>
                <a:gd name="connsiteY11" fmla="*/ 883459 h 1917668"/>
                <a:gd name="connsiteX12" fmla="*/ 4940910 w 4995095"/>
                <a:gd name="connsiteY12" fmla="*/ 905349 h 1917668"/>
                <a:gd name="connsiteX13" fmla="*/ 4560276 w 4995095"/>
                <a:gd name="connsiteY13" fmla="*/ 936593 h 1917668"/>
                <a:gd name="connsiteX14" fmla="*/ 3899492 w 4995095"/>
                <a:gd name="connsiteY14" fmla="*/ 958352 h 1917668"/>
                <a:gd name="connsiteX15" fmla="*/ 3026760 w 4995095"/>
                <a:gd name="connsiteY15" fmla="*/ 919964 h 1917668"/>
                <a:gd name="connsiteX16" fmla="*/ 2364546 w 4995095"/>
                <a:gd name="connsiteY16" fmla="*/ 880796 h 1917668"/>
                <a:gd name="connsiteX17" fmla="*/ 1867773 w 4995095"/>
                <a:gd name="connsiteY17" fmla="*/ 916067 h 1917668"/>
                <a:gd name="connsiteX18" fmla="*/ 1325985 w 4995095"/>
                <a:gd name="connsiteY18" fmla="*/ 1028179 h 1917668"/>
                <a:gd name="connsiteX19" fmla="*/ 581475 w 4995095"/>
                <a:gd name="connsiteY19" fmla="*/ 1363475 h 1917668"/>
                <a:gd name="connsiteX20" fmla="*/ 155502 w 4995095"/>
                <a:gd name="connsiteY20" fmla="*/ 1731963 h 1917668"/>
                <a:gd name="connsiteX21" fmla="*/ 0 w 4995095"/>
                <a:gd name="connsiteY21" fmla="*/ 1917669 h 19176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4995095" h="1917668">
                  <a:moveTo>
                    <a:pt x="0" y="1917669"/>
                  </a:moveTo>
                  <a:cubicBezTo>
                    <a:pt x="38778" y="1823744"/>
                    <a:pt x="284762" y="1387898"/>
                    <a:pt x="359134" y="1258963"/>
                  </a:cubicBezTo>
                  <a:cubicBezTo>
                    <a:pt x="363941" y="1250649"/>
                    <a:pt x="561858" y="1038441"/>
                    <a:pt x="647599" y="957962"/>
                  </a:cubicBezTo>
                  <a:cubicBezTo>
                    <a:pt x="777832" y="835783"/>
                    <a:pt x="917096" y="723996"/>
                    <a:pt x="1061815" y="619354"/>
                  </a:cubicBezTo>
                  <a:cubicBezTo>
                    <a:pt x="1244403" y="487366"/>
                    <a:pt x="1435110" y="368498"/>
                    <a:pt x="1634585" y="263402"/>
                  </a:cubicBezTo>
                  <a:cubicBezTo>
                    <a:pt x="1795608" y="178571"/>
                    <a:pt x="1961373" y="104588"/>
                    <a:pt x="2130514" y="37684"/>
                  </a:cubicBezTo>
                  <a:cubicBezTo>
                    <a:pt x="2160069" y="25992"/>
                    <a:pt x="2191378" y="24109"/>
                    <a:pt x="2221257" y="15275"/>
                  </a:cubicBezTo>
                  <a:cubicBezTo>
                    <a:pt x="2256332" y="1180"/>
                    <a:pt x="2294006" y="5986"/>
                    <a:pt x="2329991" y="3713"/>
                  </a:cubicBezTo>
                  <a:cubicBezTo>
                    <a:pt x="2606178" y="-14020"/>
                    <a:pt x="3828301" y="36970"/>
                    <a:pt x="3936646" y="47232"/>
                  </a:cubicBezTo>
                  <a:cubicBezTo>
                    <a:pt x="3950935" y="48596"/>
                    <a:pt x="3959899" y="56586"/>
                    <a:pt x="3970097" y="64770"/>
                  </a:cubicBezTo>
                  <a:cubicBezTo>
                    <a:pt x="4037325" y="118877"/>
                    <a:pt x="4793529" y="704055"/>
                    <a:pt x="4962086" y="839290"/>
                  </a:cubicBezTo>
                  <a:cubicBezTo>
                    <a:pt x="4976896" y="851177"/>
                    <a:pt x="5000344" y="862349"/>
                    <a:pt x="4994044" y="883459"/>
                  </a:cubicBezTo>
                  <a:cubicBezTo>
                    <a:pt x="4987353" y="906064"/>
                    <a:pt x="4961371" y="903271"/>
                    <a:pt x="4940910" y="905349"/>
                  </a:cubicBezTo>
                  <a:cubicBezTo>
                    <a:pt x="4814249" y="918340"/>
                    <a:pt x="4687133" y="925420"/>
                    <a:pt x="4560276" y="936593"/>
                  </a:cubicBezTo>
                  <a:cubicBezTo>
                    <a:pt x="4520524" y="940100"/>
                    <a:pt x="3999976" y="956469"/>
                    <a:pt x="3899492" y="958352"/>
                  </a:cubicBezTo>
                  <a:cubicBezTo>
                    <a:pt x="3761982" y="960951"/>
                    <a:pt x="3167582" y="931461"/>
                    <a:pt x="3026760" y="919964"/>
                  </a:cubicBezTo>
                  <a:cubicBezTo>
                    <a:pt x="2923612" y="911520"/>
                    <a:pt x="2481920" y="881381"/>
                    <a:pt x="2364546" y="880796"/>
                  </a:cubicBezTo>
                  <a:cubicBezTo>
                    <a:pt x="2198458" y="879887"/>
                    <a:pt x="2032758" y="892813"/>
                    <a:pt x="1867773" y="916067"/>
                  </a:cubicBezTo>
                  <a:cubicBezTo>
                    <a:pt x="1684601" y="941854"/>
                    <a:pt x="1503896" y="977969"/>
                    <a:pt x="1325985" y="1028179"/>
                  </a:cubicBezTo>
                  <a:cubicBezTo>
                    <a:pt x="1061230" y="1102877"/>
                    <a:pt x="809401" y="1206674"/>
                    <a:pt x="581475" y="1363475"/>
                  </a:cubicBezTo>
                  <a:cubicBezTo>
                    <a:pt x="425713" y="1470650"/>
                    <a:pt x="281644" y="1591596"/>
                    <a:pt x="155502" y="1731963"/>
                  </a:cubicBezTo>
                  <a:cubicBezTo>
                    <a:pt x="120881" y="1770676"/>
                    <a:pt x="15524" y="1907146"/>
                    <a:pt x="0" y="1917669"/>
                  </a:cubicBezTo>
                  <a:close/>
                </a:path>
              </a:pathLst>
            </a:custGeom>
            <a:solidFill>
              <a:srgbClr val="C8C8C8"/>
            </a:solidFill>
            <a:ln w="649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112" name="자유형: 도형 111">
              <a:extLst>
                <a:ext uri="{FF2B5EF4-FFF2-40B4-BE49-F238E27FC236}">
                  <a16:creationId xmlns:a16="http://schemas.microsoft.com/office/drawing/2014/main" id="{19D6CF3D-2F16-466E-8A10-1BD16E803886}"/>
                </a:ext>
              </a:extLst>
            </p:cNvPr>
            <p:cNvSpPr/>
            <p:nvPr/>
          </p:nvSpPr>
          <p:spPr>
            <a:xfrm>
              <a:off x="3239220" y="5027889"/>
              <a:ext cx="867337" cy="580175"/>
            </a:xfrm>
            <a:custGeom>
              <a:avLst/>
              <a:gdLst>
                <a:gd name="connsiteX0" fmla="*/ 869094 w 1863875"/>
                <a:gd name="connsiteY0" fmla="*/ 122373 h 1246775"/>
                <a:gd name="connsiteX1" fmla="*/ 1863876 w 1863875"/>
                <a:gd name="connsiteY1" fmla="*/ 193 h 1246775"/>
                <a:gd name="connsiteX2" fmla="*/ 1650954 w 1863875"/>
                <a:gd name="connsiteY2" fmla="*/ 86648 h 1246775"/>
                <a:gd name="connsiteX3" fmla="*/ 901961 w 1863875"/>
                <a:gd name="connsiteY3" fmla="*/ 484495 h 1246775"/>
                <a:gd name="connsiteX4" fmla="*/ 363876 w 1863875"/>
                <a:gd name="connsiteY4" fmla="*/ 894035 h 1246775"/>
                <a:gd name="connsiteX5" fmla="*/ 0 w 1863875"/>
                <a:gd name="connsiteY5" fmla="*/ 1246674 h 1246775"/>
                <a:gd name="connsiteX6" fmla="*/ 869094 w 1863875"/>
                <a:gd name="connsiteY6" fmla="*/ 122373 h 124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63875" h="1246775">
                  <a:moveTo>
                    <a:pt x="869094" y="122373"/>
                  </a:moveTo>
                  <a:cubicBezTo>
                    <a:pt x="968085" y="106589"/>
                    <a:pt x="1811522" y="-5263"/>
                    <a:pt x="1863876" y="193"/>
                  </a:cubicBezTo>
                  <a:cubicBezTo>
                    <a:pt x="1792880" y="28968"/>
                    <a:pt x="1721625" y="57028"/>
                    <a:pt x="1650954" y="86648"/>
                  </a:cubicBezTo>
                  <a:cubicBezTo>
                    <a:pt x="1389186" y="196486"/>
                    <a:pt x="1139696" y="329254"/>
                    <a:pt x="901961" y="484495"/>
                  </a:cubicBezTo>
                  <a:cubicBezTo>
                    <a:pt x="712683" y="608104"/>
                    <a:pt x="533018" y="744379"/>
                    <a:pt x="363876" y="894035"/>
                  </a:cubicBezTo>
                  <a:cubicBezTo>
                    <a:pt x="253128" y="992052"/>
                    <a:pt x="16044" y="1252650"/>
                    <a:pt x="0" y="1246674"/>
                  </a:cubicBezTo>
                  <a:cubicBezTo>
                    <a:pt x="214610" y="902934"/>
                    <a:pt x="825899" y="163359"/>
                    <a:pt x="869094" y="122373"/>
                  </a:cubicBezTo>
                  <a:close/>
                </a:path>
              </a:pathLst>
            </a:custGeom>
            <a:solidFill>
              <a:srgbClr val="A4A2A3"/>
            </a:solidFill>
            <a:ln w="649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113" name="자유형: 도형 112">
              <a:extLst>
                <a:ext uri="{FF2B5EF4-FFF2-40B4-BE49-F238E27FC236}">
                  <a16:creationId xmlns:a16="http://schemas.microsoft.com/office/drawing/2014/main" id="{78780D82-B6BA-46DF-A2F6-03D28DC1221F}"/>
                </a:ext>
              </a:extLst>
            </p:cNvPr>
            <p:cNvSpPr/>
            <p:nvPr/>
          </p:nvSpPr>
          <p:spPr>
            <a:xfrm>
              <a:off x="3090871" y="5423577"/>
              <a:ext cx="1826258" cy="471255"/>
            </a:xfrm>
            <a:custGeom>
              <a:avLst/>
              <a:gdLst>
                <a:gd name="connsiteX0" fmla="*/ 3906442 w 3924563"/>
                <a:gd name="connsiteY0" fmla="*/ 156021 h 1012709"/>
                <a:gd name="connsiteX1" fmla="*/ 3924564 w 3924563"/>
                <a:gd name="connsiteY1" fmla="*/ 161932 h 1012709"/>
                <a:gd name="connsiteX2" fmla="*/ 3773479 w 3924563"/>
                <a:gd name="connsiteY2" fmla="*/ 173949 h 1012709"/>
                <a:gd name="connsiteX3" fmla="*/ 3316003 w 3924563"/>
                <a:gd name="connsiteY3" fmla="*/ 284762 h 1012709"/>
                <a:gd name="connsiteX4" fmla="*/ 2770968 w 3924563"/>
                <a:gd name="connsiteY4" fmla="*/ 676438 h 1012709"/>
                <a:gd name="connsiteX5" fmla="*/ 2721992 w 3924563"/>
                <a:gd name="connsiteY5" fmla="*/ 740289 h 1012709"/>
                <a:gd name="connsiteX6" fmla="*/ 1703892 w 3924563"/>
                <a:gd name="connsiteY6" fmla="*/ 534188 h 1012709"/>
                <a:gd name="connsiteX7" fmla="*/ 1167756 w 3924563"/>
                <a:gd name="connsiteY7" fmla="*/ 500736 h 1012709"/>
                <a:gd name="connsiteX8" fmla="*/ 0 w 3924563"/>
                <a:gd name="connsiteY8" fmla="*/ 1012709 h 1012709"/>
                <a:gd name="connsiteX9" fmla="*/ 675594 w 3924563"/>
                <a:gd name="connsiteY9" fmla="*/ 397133 h 1012709"/>
                <a:gd name="connsiteX10" fmla="*/ 1455765 w 3924563"/>
                <a:gd name="connsiteY10" fmla="*/ 104382 h 1012709"/>
                <a:gd name="connsiteX11" fmla="*/ 2059260 w 3924563"/>
                <a:gd name="connsiteY11" fmla="*/ 12407 h 1012709"/>
                <a:gd name="connsiteX12" fmla="*/ 2353374 w 3924563"/>
                <a:gd name="connsiteY12" fmla="*/ 1169 h 1012709"/>
                <a:gd name="connsiteX13" fmla="*/ 3906442 w 3924563"/>
                <a:gd name="connsiteY13" fmla="*/ 156021 h 10127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924563" h="1012709">
                  <a:moveTo>
                    <a:pt x="3906442" y="156021"/>
                  </a:moveTo>
                  <a:cubicBezTo>
                    <a:pt x="3912612" y="157255"/>
                    <a:pt x="3918523" y="159919"/>
                    <a:pt x="3924564" y="161932"/>
                  </a:cubicBezTo>
                  <a:cubicBezTo>
                    <a:pt x="3852269" y="162582"/>
                    <a:pt x="3823819" y="169337"/>
                    <a:pt x="3773479" y="173949"/>
                  </a:cubicBezTo>
                  <a:cubicBezTo>
                    <a:pt x="3615119" y="188434"/>
                    <a:pt x="3462931" y="225263"/>
                    <a:pt x="3316003" y="284762"/>
                  </a:cubicBezTo>
                  <a:cubicBezTo>
                    <a:pt x="3102692" y="371086"/>
                    <a:pt x="2924521" y="506972"/>
                    <a:pt x="2770968" y="676438"/>
                  </a:cubicBezTo>
                  <a:cubicBezTo>
                    <a:pt x="2753171" y="696055"/>
                    <a:pt x="2732515" y="714632"/>
                    <a:pt x="2721992" y="740289"/>
                  </a:cubicBezTo>
                  <a:cubicBezTo>
                    <a:pt x="2604100" y="713787"/>
                    <a:pt x="1927336" y="565626"/>
                    <a:pt x="1703892" y="534188"/>
                  </a:cubicBezTo>
                  <a:cubicBezTo>
                    <a:pt x="1526241" y="509180"/>
                    <a:pt x="1347485" y="494176"/>
                    <a:pt x="1167756" y="500736"/>
                  </a:cubicBezTo>
                  <a:cubicBezTo>
                    <a:pt x="786862" y="514701"/>
                    <a:pt x="390183" y="623825"/>
                    <a:pt x="0" y="1012709"/>
                  </a:cubicBezTo>
                  <a:cubicBezTo>
                    <a:pt x="156346" y="799138"/>
                    <a:pt x="409669" y="549777"/>
                    <a:pt x="675594" y="397133"/>
                  </a:cubicBezTo>
                  <a:cubicBezTo>
                    <a:pt x="919499" y="257156"/>
                    <a:pt x="1182890" y="167908"/>
                    <a:pt x="1455765" y="104382"/>
                  </a:cubicBezTo>
                  <a:cubicBezTo>
                    <a:pt x="1564045" y="79180"/>
                    <a:pt x="1966634" y="17798"/>
                    <a:pt x="2059260" y="12407"/>
                  </a:cubicBezTo>
                  <a:cubicBezTo>
                    <a:pt x="2157276" y="6690"/>
                    <a:pt x="2255358" y="-3442"/>
                    <a:pt x="2353374" y="1169"/>
                  </a:cubicBezTo>
                  <a:cubicBezTo>
                    <a:pt x="2949399" y="260"/>
                    <a:pt x="3742041" y="123934"/>
                    <a:pt x="3906442" y="156021"/>
                  </a:cubicBezTo>
                  <a:close/>
                </a:path>
              </a:pathLst>
            </a:custGeom>
            <a:solidFill>
              <a:srgbClr val="E0E0E0"/>
            </a:solidFill>
            <a:ln w="649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</p:grp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735F7F3-C1B5-4B60-A00A-4EB618DDFB5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027638" y="228673"/>
            <a:ext cx="8252433" cy="724247"/>
          </a:xfrm>
        </p:spPr>
        <p:txBody>
          <a:bodyPr/>
          <a:lstStyle/>
          <a:p>
            <a:r>
              <a:rPr lang="en-US" b="1" dirty="0" smtClean="0"/>
              <a:t>Information Technology</a:t>
            </a:r>
            <a:endParaRPr lang="en-US" b="1" dirty="0"/>
          </a:p>
        </p:txBody>
      </p:sp>
      <p:grpSp>
        <p:nvGrpSpPr>
          <p:cNvPr id="462" name="그룹 461">
            <a:extLst>
              <a:ext uri="{FF2B5EF4-FFF2-40B4-BE49-F238E27FC236}">
                <a16:creationId xmlns:a16="http://schemas.microsoft.com/office/drawing/2014/main" id="{15656E85-4781-4731-A36B-9BEFD7BAC8DC}"/>
              </a:ext>
            </a:extLst>
          </p:cNvPr>
          <p:cNvGrpSpPr/>
          <p:nvPr/>
        </p:nvGrpSpPr>
        <p:grpSpPr>
          <a:xfrm>
            <a:off x="8590651" y="756660"/>
            <a:ext cx="3780537" cy="3453588"/>
            <a:chOff x="8428556" y="1178307"/>
            <a:chExt cx="3780537" cy="3453588"/>
          </a:xfrm>
        </p:grpSpPr>
        <p:grpSp>
          <p:nvGrpSpPr>
            <p:cNvPr id="31" name="그룹 30">
              <a:extLst>
                <a:ext uri="{FF2B5EF4-FFF2-40B4-BE49-F238E27FC236}">
                  <a16:creationId xmlns:a16="http://schemas.microsoft.com/office/drawing/2014/main" id="{F057AD19-5BB2-44F3-AE7E-891AEA5F8CAD}"/>
                </a:ext>
              </a:extLst>
            </p:cNvPr>
            <p:cNvGrpSpPr/>
            <p:nvPr/>
          </p:nvGrpSpPr>
          <p:grpSpPr>
            <a:xfrm rot="5975737" flipH="1" flipV="1">
              <a:off x="10036247" y="1421001"/>
              <a:ext cx="2415540" cy="1930152"/>
              <a:chOff x="9415872" y="4574240"/>
              <a:chExt cx="3789406" cy="3027946"/>
            </a:xfrm>
          </p:grpSpPr>
          <p:sp>
            <p:nvSpPr>
              <p:cNvPr id="35" name="자유형: 도형 34">
                <a:extLst>
                  <a:ext uri="{FF2B5EF4-FFF2-40B4-BE49-F238E27FC236}">
                    <a16:creationId xmlns:a16="http://schemas.microsoft.com/office/drawing/2014/main" id="{51A83B83-D907-4FA6-8094-6000160FFA91}"/>
                  </a:ext>
                </a:extLst>
              </p:cNvPr>
              <p:cNvSpPr/>
              <p:nvPr/>
            </p:nvSpPr>
            <p:spPr>
              <a:xfrm rot="1018244">
                <a:off x="9415872" y="4574240"/>
                <a:ext cx="1958939" cy="1440413"/>
              </a:xfrm>
              <a:custGeom>
                <a:avLst/>
                <a:gdLst>
                  <a:gd name="connsiteX0" fmla="*/ 3036847 w 3036846"/>
                  <a:gd name="connsiteY0" fmla="*/ 1161150 h 2233002"/>
                  <a:gd name="connsiteX1" fmla="*/ 2799007 w 3036846"/>
                  <a:gd name="connsiteY1" fmla="*/ 997606 h 2233002"/>
                  <a:gd name="connsiteX2" fmla="*/ 1575997 w 3036846"/>
                  <a:gd name="connsiteY2" fmla="*/ 257894 h 2233002"/>
                  <a:gd name="connsiteX3" fmla="*/ 856384 w 3036846"/>
                  <a:gd name="connsiteY3" fmla="*/ 17102 h 2233002"/>
                  <a:gd name="connsiteX4" fmla="*/ 665026 w 3036846"/>
                  <a:gd name="connsiteY4" fmla="*/ 719 h 2233002"/>
                  <a:gd name="connsiteX5" fmla="*/ 338224 w 3036846"/>
                  <a:gd name="connsiteY5" fmla="*/ 86158 h 2233002"/>
                  <a:gd name="connsiteX6" fmla="*/ 146962 w 3036846"/>
                  <a:gd name="connsiteY6" fmla="*/ 242559 h 2233002"/>
                  <a:gd name="connsiteX7" fmla="*/ 4468 w 3036846"/>
                  <a:gd name="connsiteY7" fmla="*/ 715189 h 2233002"/>
                  <a:gd name="connsiteX8" fmla="*/ 25899 w 3036846"/>
                  <a:gd name="connsiteY8" fmla="*/ 1127717 h 2233002"/>
                  <a:gd name="connsiteX9" fmla="*/ 96765 w 3036846"/>
                  <a:gd name="connsiteY9" fmla="*/ 1256971 h 2233002"/>
                  <a:gd name="connsiteX10" fmla="*/ 281359 w 3036846"/>
                  <a:gd name="connsiteY10" fmla="*/ 1275164 h 2233002"/>
                  <a:gd name="connsiteX11" fmla="*/ 433188 w 3036846"/>
                  <a:gd name="connsiteY11" fmla="*/ 1114668 h 2233002"/>
                  <a:gd name="connsiteX12" fmla="*/ 457000 w 3036846"/>
                  <a:gd name="connsiteY12" fmla="*/ 1015798 h 2233002"/>
                  <a:gd name="connsiteX13" fmla="*/ 602352 w 3036846"/>
                  <a:gd name="connsiteY13" fmla="*/ 1105524 h 2233002"/>
                  <a:gd name="connsiteX14" fmla="*/ 786280 w 3036846"/>
                  <a:gd name="connsiteY14" fmla="*/ 1733888 h 2233002"/>
                  <a:gd name="connsiteX15" fmla="*/ 895531 w 3036846"/>
                  <a:gd name="connsiteY15" fmla="*/ 1866381 h 2233002"/>
                  <a:gd name="connsiteX16" fmla="*/ 1007260 w 3036846"/>
                  <a:gd name="connsiteY16" fmla="*/ 1903528 h 2233002"/>
                  <a:gd name="connsiteX17" fmla="*/ 1085555 w 3036846"/>
                  <a:gd name="connsiteY17" fmla="*/ 1914292 h 2233002"/>
                  <a:gd name="connsiteX18" fmla="*/ 1355970 w 3036846"/>
                  <a:gd name="connsiteY18" fmla="*/ 2018400 h 2233002"/>
                  <a:gd name="connsiteX19" fmla="*/ 1465888 w 3036846"/>
                  <a:gd name="connsiteY19" fmla="*/ 2113650 h 2233002"/>
                  <a:gd name="connsiteX20" fmla="*/ 1466270 w 3036846"/>
                  <a:gd name="connsiteY20" fmla="*/ 2113364 h 2233002"/>
                  <a:gd name="connsiteX21" fmla="*/ 1523134 w 3036846"/>
                  <a:gd name="connsiteY21" fmla="*/ 2132986 h 2233002"/>
                  <a:gd name="connsiteX22" fmla="*/ 1898704 w 3036846"/>
                  <a:gd name="connsiteY22" fmla="*/ 2067358 h 2233002"/>
                  <a:gd name="connsiteX23" fmla="*/ 1980620 w 3036846"/>
                  <a:gd name="connsiteY23" fmla="*/ 2080884 h 2233002"/>
                  <a:gd name="connsiteX24" fmla="*/ 2301802 w 3036846"/>
                  <a:gd name="connsiteY24" fmla="*/ 2232998 h 2233002"/>
                  <a:gd name="connsiteX25" fmla="*/ 2476205 w 3036846"/>
                  <a:gd name="connsiteY25" fmla="*/ 2224045 h 2233002"/>
                  <a:gd name="connsiteX26" fmla="*/ 3036847 w 3036846"/>
                  <a:gd name="connsiteY26" fmla="*/ 1161150 h 22330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3036846" h="2233002">
                    <a:moveTo>
                      <a:pt x="3036847" y="1161150"/>
                    </a:moveTo>
                    <a:cubicBezTo>
                      <a:pt x="2957599" y="1106571"/>
                      <a:pt x="2878827" y="1051327"/>
                      <a:pt x="2799007" y="997606"/>
                    </a:cubicBezTo>
                    <a:cubicBezTo>
                      <a:pt x="2403053" y="731668"/>
                      <a:pt x="2002432" y="473350"/>
                      <a:pt x="1575997" y="257894"/>
                    </a:cubicBezTo>
                    <a:cubicBezTo>
                      <a:pt x="1347874" y="142642"/>
                      <a:pt x="1112130" y="49868"/>
                      <a:pt x="856384" y="17102"/>
                    </a:cubicBezTo>
                    <a:cubicBezTo>
                      <a:pt x="793900" y="-2710"/>
                      <a:pt x="727987" y="-424"/>
                      <a:pt x="665026" y="719"/>
                    </a:cubicBezTo>
                    <a:cubicBezTo>
                      <a:pt x="550917" y="2814"/>
                      <a:pt x="439189" y="28722"/>
                      <a:pt x="338224" y="86158"/>
                    </a:cubicBezTo>
                    <a:cubicBezTo>
                      <a:pt x="266024" y="127306"/>
                      <a:pt x="190205" y="165406"/>
                      <a:pt x="146962" y="242559"/>
                    </a:cubicBezTo>
                    <a:cubicBezTo>
                      <a:pt x="96003" y="330284"/>
                      <a:pt x="25708" y="447537"/>
                      <a:pt x="4468" y="715189"/>
                    </a:cubicBezTo>
                    <a:cubicBezTo>
                      <a:pt x="-6391" y="852826"/>
                      <a:pt x="3229" y="991128"/>
                      <a:pt x="25899" y="1127717"/>
                    </a:cubicBezTo>
                    <a:cubicBezTo>
                      <a:pt x="34281" y="1178485"/>
                      <a:pt x="50188" y="1226491"/>
                      <a:pt x="96765" y="1256971"/>
                    </a:cubicBezTo>
                    <a:cubicBezTo>
                      <a:pt x="154582" y="1300596"/>
                      <a:pt x="216780" y="1299739"/>
                      <a:pt x="281359" y="1275164"/>
                    </a:cubicBezTo>
                    <a:cubicBezTo>
                      <a:pt x="346034" y="1242684"/>
                      <a:pt x="415853" y="1173628"/>
                      <a:pt x="433188" y="1114668"/>
                    </a:cubicBezTo>
                    <a:cubicBezTo>
                      <a:pt x="441665" y="1085998"/>
                      <a:pt x="451381" y="1045326"/>
                      <a:pt x="457000" y="1015798"/>
                    </a:cubicBezTo>
                    <a:cubicBezTo>
                      <a:pt x="516246" y="1050374"/>
                      <a:pt x="572253" y="1081902"/>
                      <a:pt x="602352" y="1105524"/>
                    </a:cubicBezTo>
                    <a:cubicBezTo>
                      <a:pt x="594827" y="1124955"/>
                      <a:pt x="758086" y="1671785"/>
                      <a:pt x="786280" y="1733888"/>
                    </a:cubicBezTo>
                    <a:cubicBezTo>
                      <a:pt x="810568" y="1787514"/>
                      <a:pt x="837334" y="1840282"/>
                      <a:pt x="895531" y="1866381"/>
                    </a:cubicBezTo>
                    <a:cubicBezTo>
                      <a:pt x="931441" y="1882669"/>
                      <a:pt x="967731" y="1898004"/>
                      <a:pt x="1007260" y="1903528"/>
                    </a:cubicBezTo>
                    <a:cubicBezTo>
                      <a:pt x="1032691" y="1912196"/>
                      <a:pt x="1059076" y="1913244"/>
                      <a:pt x="1085555" y="1914292"/>
                    </a:cubicBezTo>
                    <a:cubicBezTo>
                      <a:pt x="1187378" y="1918387"/>
                      <a:pt x="1281389" y="1939247"/>
                      <a:pt x="1355970" y="2018400"/>
                    </a:cubicBezTo>
                    <a:cubicBezTo>
                      <a:pt x="1388926" y="2053357"/>
                      <a:pt x="1418835" y="2094124"/>
                      <a:pt x="1465888" y="2113650"/>
                    </a:cubicBezTo>
                    <a:lnTo>
                      <a:pt x="1466270" y="2113364"/>
                    </a:lnTo>
                    <a:cubicBezTo>
                      <a:pt x="1481224" y="2131652"/>
                      <a:pt x="1505322" y="2123270"/>
                      <a:pt x="1523134" y="2132986"/>
                    </a:cubicBezTo>
                    <a:cubicBezTo>
                      <a:pt x="1654102" y="2144416"/>
                      <a:pt x="1776689" y="2105649"/>
                      <a:pt x="1898704" y="2067358"/>
                    </a:cubicBezTo>
                    <a:cubicBezTo>
                      <a:pt x="1931756" y="2056976"/>
                      <a:pt x="1954426" y="2061548"/>
                      <a:pt x="1980620" y="2080884"/>
                    </a:cubicBezTo>
                    <a:cubicBezTo>
                      <a:pt x="2055867" y="2136605"/>
                      <a:pt x="2173596" y="2233760"/>
                      <a:pt x="2301802" y="2232998"/>
                    </a:cubicBezTo>
                    <a:cubicBezTo>
                      <a:pt x="2360477" y="2232617"/>
                      <a:pt x="2417722" y="2221187"/>
                      <a:pt x="2476205" y="2224045"/>
                    </a:cubicBezTo>
                    <a:cubicBezTo>
                      <a:pt x="2525544" y="2121746"/>
                      <a:pt x="2978077" y="1272307"/>
                      <a:pt x="3036847" y="1161150"/>
                    </a:cubicBezTo>
                    <a:close/>
                  </a:path>
                </a:pathLst>
              </a:custGeom>
              <a:solidFill>
                <a:srgbClr val="FBC39A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6" name="자유형: 도형 35">
                <a:extLst>
                  <a:ext uri="{FF2B5EF4-FFF2-40B4-BE49-F238E27FC236}">
                    <a16:creationId xmlns:a16="http://schemas.microsoft.com/office/drawing/2014/main" id="{B01F9B65-897B-4C27-B564-052D6C6CF84B}"/>
                  </a:ext>
                </a:extLst>
              </p:cNvPr>
              <p:cNvSpPr/>
              <p:nvPr/>
            </p:nvSpPr>
            <p:spPr>
              <a:xfrm rot="1018244">
                <a:off x="10821720" y="5899501"/>
                <a:ext cx="2383558" cy="1702685"/>
              </a:xfrm>
              <a:custGeom>
                <a:avLst/>
                <a:gdLst>
                  <a:gd name="connsiteX0" fmla="*/ 541812 w 1393787"/>
                  <a:gd name="connsiteY0" fmla="*/ 693 h 1220038"/>
                  <a:gd name="connsiteX1" fmla="*/ 561580 w 1393787"/>
                  <a:gd name="connsiteY1" fmla="*/ 5132 h 1220038"/>
                  <a:gd name="connsiteX2" fmla="*/ 1169098 w 1393787"/>
                  <a:gd name="connsiteY2" fmla="*/ 323834 h 1220038"/>
                  <a:gd name="connsiteX3" fmla="*/ 1226623 w 1393787"/>
                  <a:gd name="connsiteY3" fmla="*/ 353962 h 1220038"/>
                  <a:gd name="connsiteX4" fmla="*/ 1393787 w 1393787"/>
                  <a:gd name="connsiteY4" fmla="*/ 901731 h 1220038"/>
                  <a:gd name="connsiteX5" fmla="*/ 350749 w 1393787"/>
                  <a:gd name="connsiteY5" fmla="*/ 1220038 h 1220038"/>
                  <a:gd name="connsiteX6" fmla="*/ 271187 w 1393787"/>
                  <a:gd name="connsiteY6" fmla="*/ 1178263 h 1220038"/>
                  <a:gd name="connsiteX7" fmla="*/ 20279 w 1393787"/>
                  <a:gd name="connsiteY7" fmla="*/ 1046199 h 1220038"/>
                  <a:gd name="connsiteX8" fmla="*/ 6884 w 1393787"/>
                  <a:gd name="connsiteY8" fmla="*/ 998336 h 1220038"/>
                  <a:gd name="connsiteX9" fmla="*/ 529324 w 1393787"/>
                  <a:gd name="connsiteY9" fmla="*/ 15515 h 1220038"/>
                  <a:gd name="connsiteX10" fmla="*/ 541812 w 1393787"/>
                  <a:gd name="connsiteY10" fmla="*/ 693 h 1220038"/>
                  <a:gd name="connsiteX0" fmla="*/ 541812 w 2035312"/>
                  <a:gd name="connsiteY0" fmla="*/ 693 h 1237751"/>
                  <a:gd name="connsiteX1" fmla="*/ 561580 w 2035312"/>
                  <a:gd name="connsiteY1" fmla="*/ 5132 h 1237751"/>
                  <a:gd name="connsiteX2" fmla="*/ 1169098 w 2035312"/>
                  <a:gd name="connsiteY2" fmla="*/ 323834 h 1237751"/>
                  <a:gd name="connsiteX3" fmla="*/ 1226623 w 2035312"/>
                  <a:gd name="connsiteY3" fmla="*/ 353962 h 1237751"/>
                  <a:gd name="connsiteX4" fmla="*/ 2035312 w 2035312"/>
                  <a:gd name="connsiteY4" fmla="*/ 1237751 h 1237751"/>
                  <a:gd name="connsiteX5" fmla="*/ 350749 w 2035312"/>
                  <a:gd name="connsiteY5" fmla="*/ 1220038 h 1237751"/>
                  <a:gd name="connsiteX6" fmla="*/ 271187 w 2035312"/>
                  <a:gd name="connsiteY6" fmla="*/ 1178263 h 1237751"/>
                  <a:gd name="connsiteX7" fmla="*/ 20279 w 2035312"/>
                  <a:gd name="connsiteY7" fmla="*/ 1046199 h 1237751"/>
                  <a:gd name="connsiteX8" fmla="*/ 6884 w 2035312"/>
                  <a:gd name="connsiteY8" fmla="*/ 998336 h 1237751"/>
                  <a:gd name="connsiteX9" fmla="*/ 529324 w 2035312"/>
                  <a:gd name="connsiteY9" fmla="*/ 15515 h 1237751"/>
                  <a:gd name="connsiteX10" fmla="*/ 541812 w 2035312"/>
                  <a:gd name="connsiteY10" fmla="*/ 693 h 1237751"/>
                  <a:gd name="connsiteX0" fmla="*/ 541812 w 2035312"/>
                  <a:gd name="connsiteY0" fmla="*/ 693 h 1702685"/>
                  <a:gd name="connsiteX1" fmla="*/ 561580 w 2035312"/>
                  <a:gd name="connsiteY1" fmla="*/ 5132 h 1702685"/>
                  <a:gd name="connsiteX2" fmla="*/ 1169098 w 2035312"/>
                  <a:gd name="connsiteY2" fmla="*/ 323834 h 1702685"/>
                  <a:gd name="connsiteX3" fmla="*/ 1226623 w 2035312"/>
                  <a:gd name="connsiteY3" fmla="*/ 353962 h 1702685"/>
                  <a:gd name="connsiteX4" fmla="*/ 2035312 w 2035312"/>
                  <a:gd name="connsiteY4" fmla="*/ 1237751 h 1702685"/>
                  <a:gd name="connsiteX5" fmla="*/ 1157239 w 2035312"/>
                  <a:gd name="connsiteY5" fmla="*/ 1702685 h 1702685"/>
                  <a:gd name="connsiteX6" fmla="*/ 271187 w 2035312"/>
                  <a:gd name="connsiteY6" fmla="*/ 1178263 h 1702685"/>
                  <a:gd name="connsiteX7" fmla="*/ 20279 w 2035312"/>
                  <a:gd name="connsiteY7" fmla="*/ 1046199 h 1702685"/>
                  <a:gd name="connsiteX8" fmla="*/ 6884 w 2035312"/>
                  <a:gd name="connsiteY8" fmla="*/ 998336 h 1702685"/>
                  <a:gd name="connsiteX9" fmla="*/ 529324 w 2035312"/>
                  <a:gd name="connsiteY9" fmla="*/ 15515 h 1702685"/>
                  <a:gd name="connsiteX10" fmla="*/ 541812 w 2035312"/>
                  <a:gd name="connsiteY10" fmla="*/ 693 h 1702685"/>
                  <a:gd name="connsiteX0" fmla="*/ 541812 w 2383560"/>
                  <a:gd name="connsiteY0" fmla="*/ 693 h 1702685"/>
                  <a:gd name="connsiteX1" fmla="*/ 561580 w 2383560"/>
                  <a:gd name="connsiteY1" fmla="*/ 5132 h 1702685"/>
                  <a:gd name="connsiteX2" fmla="*/ 1169098 w 2383560"/>
                  <a:gd name="connsiteY2" fmla="*/ 323834 h 1702685"/>
                  <a:gd name="connsiteX3" fmla="*/ 1226623 w 2383560"/>
                  <a:gd name="connsiteY3" fmla="*/ 353962 h 1702685"/>
                  <a:gd name="connsiteX4" fmla="*/ 2383560 w 2383560"/>
                  <a:gd name="connsiteY4" fmla="*/ 1078892 h 1702685"/>
                  <a:gd name="connsiteX5" fmla="*/ 1157239 w 2383560"/>
                  <a:gd name="connsiteY5" fmla="*/ 1702685 h 1702685"/>
                  <a:gd name="connsiteX6" fmla="*/ 271187 w 2383560"/>
                  <a:gd name="connsiteY6" fmla="*/ 1178263 h 1702685"/>
                  <a:gd name="connsiteX7" fmla="*/ 20279 w 2383560"/>
                  <a:gd name="connsiteY7" fmla="*/ 1046199 h 1702685"/>
                  <a:gd name="connsiteX8" fmla="*/ 6884 w 2383560"/>
                  <a:gd name="connsiteY8" fmla="*/ 998336 h 1702685"/>
                  <a:gd name="connsiteX9" fmla="*/ 529324 w 2383560"/>
                  <a:gd name="connsiteY9" fmla="*/ 15515 h 1702685"/>
                  <a:gd name="connsiteX10" fmla="*/ 541812 w 2383560"/>
                  <a:gd name="connsiteY10" fmla="*/ 693 h 1702685"/>
                  <a:gd name="connsiteX0" fmla="*/ 541812 w 2383560"/>
                  <a:gd name="connsiteY0" fmla="*/ 693 h 1702685"/>
                  <a:gd name="connsiteX1" fmla="*/ 561580 w 2383560"/>
                  <a:gd name="connsiteY1" fmla="*/ 5132 h 1702685"/>
                  <a:gd name="connsiteX2" fmla="*/ 1169098 w 2383560"/>
                  <a:gd name="connsiteY2" fmla="*/ 323834 h 1702685"/>
                  <a:gd name="connsiteX3" fmla="*/ 2383560 w 2383560"/>
                  <a:gd name="connsiteY3" fmla="*/ 1078892 h 1702685"/>
                  <a:gd name="connsiteX4" fmla="*/ 1157239 w 2383560"/>
                  <a:gd name="connsiteY4" fmla="*/ 1702685 h 1702685"/>
                  <a:gd name="connsiteX5" fmla="*/ 271187 w 2383560"/>
                  <a:gd name="connsiteY5" fmla="*/ 1178263 h 1702685"/>
                  <a:gd name="connsiteX6" fmla="*/ 20279 w 2383560"/>
                  <a:gd name="connsiteY6" fmla="*/ 1046199 h 1702685"/>
                  <a:gd name="connsiteX7" fmla="*/ 6884 w 2383560"/>
                  <a:gd name="connsiteY7" fmla="*/ 998336 h 1702685"/>
                  <a:gd name="connsiteX8" fmla="*/ 529324 w 2383560"/>
                  <a:gd name="connsiteY8" fmla="*/ 15515 h 1702685"/>
                  <a:gd name="connsiteX9" fmla="*/ 541812 w 2383560"/>
                  <a:gd name="connsiteY9" fmla="*/ 693 h 1702685"/>
                  <a:gd name="connsiteX0" fmla="*/ 541812 w 2383560"/>
                  <a:gd name="connsiteY0" fmla="*/ 693 h 1702685"/>
                  <a:gd name="connsiteX1" fmla="*/ 561580 w 2383560"/>
                  <a:gd name="connsiteY1" fmla="*/ 5132 h 1702685"/>
                  <a:gd name="connsiteX2" fmla="*/ 2383560 w 2383560"/>
                  <a:gd name="connsiteY2" fmla="*/ 1078892 h 1702685"/>
                  <a:gd name="connsiteX3" fmla="*/ 1157239 w 2383560"/>
                  <a:gd name="connsiteY3" fmla="*/ 1702685 h 1702685"/>
                  <a:gd name="connsiteX4" fmla="*/ 271187 w 2383560"/>
                  <a:gd name="connsiteY4" fmla="*/ 1178263 h 1702685"/>
                  <a:gd name="connsiteX5" fmla="*/ 20279 w 2383560"/>
                  <a:gd name="connsiteY5" fmla="*/ 1046199 h 1702685"/>
                  <a:gd name="connsiteX6" fmla="*/ 6884 w 2383560"/>
                  <a:gd name="connsiteY6" fmla="*/ 998336 h 1702685"/>
                  <a:gd name="connsiteX7" fmla="*/ 529324 w 2383560"/>
                  <a:gd name="connsiteY7" fmla="*/ 15515 h 1702685"/>
                  <a:gd name="connsiteX8" fmla="*/ 541812 w 2383560"/>
                  <a:gd name="connsiteY8" fmla="*/ 693 h 1702685"/>
                  <a:gd name="connsiteX0" fmla="*/ 541812 w 2383560"/>
                  <a:gd name="connsiteY0" fmla="*/ 693 h 1702685"/>
                  <a:gd name="connsiteX1" fmla="*/ 561580 w 2383560"/>
                  <a:gd name="connsiteY1" fmla="*/ 5132 h 1702685"/>
                  <a:gd name="connsiteX2" fmla="*/ 2383560 w 2383560"/>
                  <a:gd name="connsiteY2" fmla="*/ 1078892 h 1702685"/>
                  <a:gd name="connsiteX3" fmla="*/ 1157239 w 2383560"/>
                  <a:gd name="connsiteY3" fmla="*/ 1702685 h 1702685"/>
                  <a:gd name="connsiteX4" fmla="*/ 20279 w 2383560"/>
                  <a:gd name="connsiteY4" fmla="*/ 1046199 h 1702685"/>
                  <a:gd name="connsiteX5" fmla="*/ 6884 w 2383560"/>
                  <a:gd name="connsiteY5" fmla="*/ 998336 h 1702685"/>
                  <a:gd name="connsiteX6" fmla="*/ 529324 w 2383560"/>
                  <a:gd name="connsiteY6" fmla="*/ 15515 h 1702685"/>
                  <a:gd name="connsiteX7" fmla="*/ 541812 w 2383560"/>
                  <a:gd name="connsiteY7" fmla="*/ 693 h 17026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383560" h="1702685">
                    <a:moveTo>
                      <a:pt x="541812" y="693"/>
                    </a:moveTo>
                    <a:cubicBezTo>
                      <a:pt x="546712" y="-1028"/>
                      <a:pt x="552825" y="462"/>
                      <a:pt x="561580" y="5132"/>
                    </a:cubicBezTo>
                    <a:lnTo>
                      <a:pt x="2383560" y="1078892"/>
                    </a:lnTo>
                    <a:lnTo>
                      <a:pt x="1157239" y="1702685"/>
                    </a:lnTo>
                    <a:lnTo>
                      <a:pt x="20279" y="1046199"/>
                    </a:lnTo>
                    <a:cubicBezTo>
                      <a:pt x="-5711" y="1032190"/>
                      <a:pt x="-2577" y="1022851"/>
                      <a:pt x="6884" y="998336"/>
                    </a:cubicBezTo>
                    <a:cubicBezTo>
                      <a:pt x="20709" y="965834"/>
                      <a:pt x="516667" y="42058"/>
                      <a:pt x="529324" y="15515"/>
                    </a:cubicBezTo>
                    <a:cubicBezTo>
                      <a:pt x="533225" y="7343"/>
                      <a:pt x="536912" y="2413"/>
                      <a:pt x="541812" y="693"/>
                    </a:cubicBez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wrap="square" rtlCol="0" anchor="ctr">
                <a:noAutofit/>
              </a:bodyPr>
              <a:lstStyle/>
              <a:p>
                <a:endParaRPr lang="ko-KR" altLang="en-US"/>
              </a:p>
            </p:txBody>
          </p:sp>
          <p:sp>
            <p:nvSpPr>
              <p:cNvPr id="37" name="자유형: 도형 36">
                <a:extLst>
                  <a:ext uri="{FF2B5EF4-FFF2-40B4-BE49-F238E27FC236}">
                    <a16:creationId xmlns:a16="http://schemas.microsoft.com/office/drawing/2014/main" id="{EE5AC920-9B09-48BD-BE0F-52C6FAB01E92}"/>
                  </a:ext>
                </a:extLst>
              </p:cNvPr>
              <p:cNvSpPr/>
              <p:nvPr/>
            </p:nvSpPr>
            <p:spPr>
              <a:xfrm rot="1018244">
                <a:off x="10759475" y="5554917"/>
                <a:ext cx="718499" cy="975145"/>
              </a:xfrm>
              <a:custGeom>
                <a:avLst/>
                <a:gdLst>
                  <a:gd name="connsiteX0" fmla="*/ 664274 w 1113853"/>
                  <a:gd name="connsiteY0" fmla="*/ 18677 h 1511720"/>
                  <a:gd name="connsiteX1" fmla="*/ 701897 w 1113853"/>
                  <a:gd name="connsiteY1" fmla="*/ 4294 h 1511720"/>
                  <a:gd name="connsiteX2" fmla="*/ 1113853 w 1113853"/>
                  <a:gd name="connsiteY2" fmla="*/ 226703 h 1511720"/>
                  <a:gd name="connsiteX3" fmla="*/ 427196 w 1113853"/>
                  <a:gd name="connsiteY3" fmla="*/ 1511721 h 1511720"/>
                  <a:gd name="connsiteX4" fmla="*/ 14192 w 1113853"/>
                  <a:gd name="connsiteY4" fmla="*/ 1299313 h 1511720"/>
                  <a:gd name="connsiteX5" fmla="*/ 1333 w 1113853"/>
                  <a:gd name="connsiteY5" fmla="*/ 1271119 h 1511720"/>
                  <a:gd name="connsiteX6" fmla="*/ 664274 w 1113853"/>
                  <a:gd name="connsiteY6" fmla="*/ 18677 h 1511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113853" h="1511720">
                    <a:moveTo>
                      <a:pt x="664274" y="18677"/>
                    </a:moveTo>
                    <a:cubicBezTo>
                      <a:pt x="674275" y="7342"/>
                      <a:pt x="680847" y="-7422"/>
                      <a:pt x="701897" y="4294"/>
                    </a:cubicBezTo>
                    <a:cubicBezTo>
                      <a:pt x="838105" y="80494"/>
                      <a:pt x="980408" y="145359"/>
                      <a:pt x="1113853" y="226703"/>
                    </a:cubicBezTo>
                    <a:cubicBezTo>
                      <a:pt x="894302" y="646279"/>
                      <a:pt x="561594" y="1265309"/>
                      <a:pt x="427196" y="1511721"/>
                    </a:cubicBezTo>
                    <a:cubicBezTo>
                      <a:pt x="315373" y="1449522"/>
                      <a:pt x="63055" y="1324173"/>
                      <a:pt x="14192" y="1299313"/>
                    </a:cubicBezTo>
                    <a:cubicBezTo>
                      <a:pt x="4286" y="1294265"/>
                      <a:pt x="-3143" y="1281787"/>
                      <a:pt x="1333" y="1271119"/>
                    </a:cubicBezTo>
                    <a:cubicBezTo>
                      <a:pt x="31051" y="1201301"/>
                      <a:pt x="647890" y="52776"/>
                      <a:pt x="664274" y="18677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</a:schemeClr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</p:grpSp>
        <p:sp>
          <p:nvSpPr>
            <p:cNvPr id="114" name="자유형: 도형 113">
              <a:extLst>
                <a:ext uri="{FF2B5EF4-FFF2-40B4-BE49-F238E27FC236}">
                  <a16:creationId xmlns:a16="http://schemas.microsoft.com/office/drawing/2014/main" id="{E99352A9-FBF4-447A-AC54-34F6F54061AF}"/>
                </a:ext>
              </a:extLst>
            </p:cNvPr>
            <p:cNvSpPr/>
            <p:nvPr/>
          </p:nvSpPr>
          <p:spPr>
            <a:xfrm rot="6993981" flipH="1" flipV="1">
              <a:off x="8475328" y="2943465"/>
              <a:ext cx="1758613" cy="1618248"/>
            </a:xfrm>
            <a:custGeom>
              <a:avLst/>
              <a:gdLst>
                <a:gd name="connsiteX0" fmla="*/ 1447422 w 1758613"/>
                <a:gd name="connsiteY0" fmla="*/ 527561 h 1618248"/>
                <a:gd name="connsiteX1" fmla="*/ 803728 w 1758613"/>
                <a:gd name="connsiteY1" fmla="*/ 100892 h 1618248"/>
                <a:gd name="connsiteX2" fmla="*/ 105135 w 1758613"/>
                <a:gd name="connsiteY2" fmla="*/ 799485 h 1618248"/>
                <a:gd name="connsiteX3" fmla="*/ 803728 w 1758613"/>
                <a:gd name="connsiteY3" fmla="*/ 1498078 h 1618248"/>
                <a:gd name="connsiteX4" fmla="*/ 1502321 w 1758613"/>
                <a:gd name="connsiteY4" fmla="*/ 799485 h 1618248"/>
                <a:gd name="connsiteX5" fmla="*/ 1447422 w 1758613"/>
                <a:gd name="connsiteY5" fmla="*/ 527561 h 1618248"/>
                <a:gd name="connsiteX6" fmla="*/ 1520591 w 1758613"/>
                <a:gd name="connsiteY6" fmla="*/ 423461 h 1618248"/>
                <a:gd name="connsiteX7" fmla="*/ 1618248 w 1758613"/>
                <a:gd name="connsiteY7" fmla="*/ 809170 h 1618248"/>
                <a:gd name="connsiteX8" fmla="*/ 1553141 w 1758613"/>
                <a:gd name="connsiteY8" fmla="*/ 1127600 h 1618248"/>
                <a:gd name="connsiteX9" fmla="*/ 1758613 w 1758613"/>
                <a:gd name="connsiteY9" fmla="*/ 1246216 h 1618248"/>
                <a:gd name="connsiteX10" fmla="*/ 1657116 w 1758613"/>
                <a:gd name="connsiteY10" fmla="*/ 1421941 h 1618248"/>
                <a:gd name="connsiteX11" fmla="*/ 1450333 w 1758613"/>
                <a:gd name="connsiteY11" fmla="*/ 1302577 h 1618248"/>
                <a:gd name="connsiteX12" fmla="*/ 809124 w 1758613"/>
                <a:gd name="connsiteY12" fmla="*/ 1618248 h 1618248"/>
                <a:gd name="connsiteX13" fmla="*/ 0 w 1758613"/>
                <a:gd name="connsiteY13" fmla="*/ 809124 h 1618248"/>
                <a:gd name="connsiteX14" fmla="*/ 809124 w 1758613"/>
                <a:gd name="connsiteY14" fmla="*/ 0 h 1618248"/>
                <a:gd name="connsiteX15" fmla="*/ 1520591 w 1758613"/>
                <a:gd name="connsiteY15" fmla="*/ 423461 h 1618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58613" h="1618248">
                  <a:moveTo>
                    <a:pt x="1447422" y="527561"/>
                  </a:moveTo>
                  <a:cubicBezTo>
                    <a:pt x="1341370" y="276826"/>
                    <a:pt x="1093095" y="100892"/>
                    <a:pt x="803728" y="100892"/>
                  </a:cubicBezTo>
                  <a:cubicBezTo>
                    <a:pt x="417905" y="100892"/>
                    <a:pt x="105135" y="413663"/>
                    <a:pt x="105135" y="799485"/>
                  </a:cubicBezTo>
                  <a:cubicBezTo>
                    <a:pt x="105134" y="1185308"/>
                    <a:pt x="417905" y="1498078"/>
                    <a:pt x="803728" y="1498078"/>
                  </a:cubicBezTo>
                  <a:cubicBezTo>
                    <a:pt x="1189550" y="1498078"/>
                    <a:pt x="1502321" y="1185307"/>
                    <a:pt x="1502321" y="799485"/>
                  </a:cubicBezTo>
                  <a:cubicBezTo>
                    <a:pt x="1502321" y="703030"/>
                    <a:pt x="1482773" y="611140"/>
                    <a:pt x="1447422" y="527561"/>
                  </a:cubicBezTo>
                  <a:close/>
                  <a:moveTo>
                    <a:pt x="1520591" y="423461"/>
                  </a:moveTo>
                  <a:cubicBezTo>
                    <a:pt x="1582872" y="538116"/>
                    <a:pt x="1618248" y="669509"/>
                    <a:pt x="1618248" y="809170"/>
                  </a:cubicBezTo>
                  <a:cubicBezTo>
                    <a:pt x="1618248" y="922220"/>
                    <a:pt x="1595049" y="1029845"/>
                    <a:pt x="1553141" y="1127600"/>
                  </a:cubicBezTo>
                  <a:lnTo>
                    <a:pt x="1758613" y="1246216"/>
                  </a:lnTo>
                  <a:lnTo>
                    <a:pt x="1657116" y="1421941"/>
                  </a:lnTo>
                  <a:lnTo>
                    <a:pt x="1450333" y="1302577"/>
                  </a:lnTo>
                  <a:cubicBezTo>
                    <a:pt x="1302391" y="1494533"/>
                    <a:pt x="1070210" y="1618247"/>
                    <a:pt x="809124" y="1618248"/>
                  </a:cubicBezTo>
                  <a:cubicBezTo>
                    <a:pt x="362256" y="1618247"/>
                    <a:pt x="0" y="1255991"/>
                    <a:pt x="0" y="809124"/>
                  </a:cubicBezTo>
                  <a:cubicBezTo>
                    <a:pt x="0" y="362256"/>
                    <a:pt x="362256" y="0"/>
                    <a:pt x="809124" y="0"/>
                  </a:cubicBezTo>
                  <a:cubicBezTo>
                    <a:pt x="1116346" y="0"/>
                    <a:pt x="1383575" y="171222"/>
                    <a:pt x="1520591" y="423461"/>
                  </a:cubicBezTo>
                  <a:close/>
                </a:path>
              </a:pathLst>
            </a:custGeom>
            <a:solidFill>
              <a:srgbClr val="010101"/>
            </a:solidFill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ko-KR" altLang="en-US"/>
            </a:p>
          </p:txBody>
        </p:sp>
        <p:sp>
          <p:nvSpPr>
            <p:cNvPr id="33" name="자유형: 도형 32">
              <a:extLst>
                <a:ext uri="{FF2B5EF4-FFF2-40B4-BE49-F238E27FC236}">
                  <a16:creationId xmlns:a16="http://schemas.microsoft.com/office/drawing/2014/main" id="{067F9EB5-BE32-4387-A99D-24C7E55B0068}"/>
                </a:ext>
              </a:extLst>
            </p:cNvPr>
            <p:cNvSpPr/>
            <p:nvPr/>
          </p:nvSpPr>
          <p:spPr>
            <a:xfrm rot="6993981" flipH="1" flipV="1">
              <a:off x="10054726" y="2824413"/>
              <a:ext cx="728422" cy="395568"/>
            </a:xfrm>
            <a:custGeom>
              <a:avLst/>
              <a:gdLst>
                <a:gd name="connsiteX0" fmla="*/ 29049 w 1771503"/>
                <a:gd name="connsiteY0" fmla="*/ 514285 h 962012"/>
                <a:gd name="connsiteX1" fmla="*/ 11904 w 1771503"/>
                <a:gd name="connsiteY1" fmla="*/ 444943 h 962012"/>
                <a:gd name="connsiteX2" fmla="*/ 242885 w 1771503"/>
                <a:gd name="connsiteY2" fmla="*/ 45940 h 962012"/>
                <a:gd name="connsiteX3" fmla="*/ 361091 w 1771503"/>
                <a:gd name="connsiteY3" fmla="*/ 27938 h 962012"/>
                <a:gd name="connsiteX4" fmla="*/ 1771457 w 1771503"/>
                <a:gd name="connsiteY4" fmla="*/ 875758 h 962012"/>
                <a:gd name="connsiteX5" fmla="*/ 1681732 w 1771503"/>
                <a:gd name="connsiteY5" fmla="*/ 961769 h 962012"/>
                <a:gd name="connsiteX6" fmla="*/ 1093658 w 1771503"/>
                <a:gd name="connsiteY6" fmla="*/ 820513 h 962012"/>
                <a:gd name="connsiteX7" fmla="*/ 845723 w 1771503"/>
                <a:gd name="connsiteY7" fmla="*/ 726121 h 962012"/>
                <a:gd name="connsiteX8" fmla="*/ 688084 w 1771503"/>
                <a:gd name="connsiteY8" fmla="*/ 819656 h 962012"/>
                <a:gd name="connsiteX9" fmla="*/ 607407 w 1771503"/>
                <a:gd name="connsiteY9" fmla="*/ 853184 h 962012"/>
                <a:gd name="connsiteX10" fmla="*/ 29049 w 1771503"/>
                <a:gd name="connsiteY10" fmla="*/ 514285 h 962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771503" h="962012">
                  <a:moveTo>
                    <a:pt x="29049" y="514285"/>
                  </a:moveTo>
                  <a:cubicBezTo>
                    <a:pt x="-6289" y="494472"/>
                    <a:pt x="-6003" y="480185"/>
                    <a:pt x="11904" y="444943"/>
                  </a:cubicBezTo>
                  <a:cubicBezTo>
                    <a:pt x="19524" y="429893"/>
                    <a:pt x="242028" y="47083"/>
                    <a:pt x="242885" y="45940"/>
                  </a:cubicBezTo>
                  <a:cubicBezTo>
                    <a:pt x="283367" y="-12829"/>
                    <a:pt x="288701" y="-11114"/>
                    <a:pt x="361091" y="27938"/>
                  </a:cubicBezTo>
                  <a:cubicBezTo>
                    <a:pt x="816386" y="296067"/>
                    <a:pt x="1779172" y="843278"/>
                    <a:pt x="1771457" y="875758"/>
                  </a:cubicBezTo>
                  <a:cubicBezTo>
                    <a:pt x="1758979" y="928241"/>
                    <a:pt x="1719070" y="965388"/>
                    <a:pt x="1681732" y="961769"/>
                  </a:cubicBezTo>
                  <a:cubicBezTo>
                    <a:pt x="1479230" y="941957"/>
                    <a:pt x="1282444" y="898332"/>
                    <a:pt x="1093658" y="820513"/>
                  </a:cubicBezTo>
                  <a:cubicBezTo>
                    <a:pt x="1011934" y="786795"/>
                    <a:pt x="932019" y="747838"/>
                    <a:pt x="845723" y="726121"/>
                  </a:cubicBezTo>
                  <a:cubicBezTo>
                    <a:pt x="755616" y="703546"/>
                    <a:pt x="711992" y="729740"/>
                    <a:pt x="688084" y="819656"/>
                  </a:cubicBezTo>
                  <a:cubicBezTo>
                    <a:pt x="669320" y="890331"/>
                    <a:pt x="669415" y="890236"/>
                    <a:pt x="607407" y="853184"/>
                  </a:cubicBezTo>
                  <a:cubicBezTo>
                    <a:pt x="585690" y="840230"/>
                    <a:pt x="136777" y="574578"/>
                    <a:pt x="29049" y="514285"/>
                  </a:cubicBezTo>
                  <a:close/>
                </a:path>
              </a:pathLst>
            </a:custGeom>
            <a:solidFill>
              <a:srgbClr val="FE000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444" name="자유형: 도형 443">
              <a:extLst>
                <a:ext uri="{FF2B5EF4-FFF2-40B4-BE49-F238E27FC236}">
                  <a16:creationId xmlns:a16="http://schemas.microsoft.com/office/drawing/2014/main" id="{819B941A-76B0-46F5-9877-9A09E7E3894C}"/>
                </a:ext>
              </a:extLst>
            </p:cNvPr>
            <p:cNvSpPr/>
            <p:nvPr/>
          </p:nvSpPr>
          <p:spPr>
            <a:xfrm rot="6993981" flipH="1" flipV="1">
              <a:off x="8669963" y="4022054"/>
              <a:ext cx="211833" cy="451694"/>
            </a:xfrm>
            <a:custGeom>
              <a:avLst/>
              <a:gdLst>
                <a:gd name="connsiteX0" fmla="*/ 209722 w 211833"/>
                <a:gd name="connsiteY0" fmla="*/ 0 h 451694"/>
                <a:gd name="connsiteX1" fmla="*/ 211833 w 211833"/>
                <a:gd name="connsiteY1" fmla="*/ 6377 h 451694"/>
                <a:gd name="connsiteX2" fmla="*/ 14245 w 211833"/>
                <a:gd name="connsiteY2" fmla="*/ 426680 h 451694"/>
                <a:gd name="connsiteX3" fmla="*/ 0 w 211833"/>
                <a:gd name="connsiteY3" fmla="*/ 451694 h 451694"/>
                <a:gd name="connsiteX4" fmla="*/ 2071 w 211833"/>
                <a:gd name="connsiteY4" fmla="*/ 431158 h 451694"/>
                <a:gd name="connsiteX5" fmla="*/ 4832 w 211833"/>
                <a:gd name="connsiteY5" fmla="*/ 423703 h 451694"/>
                <a:gd name="connsiteX6" fmla="*/ 34909 w 211833"/>
                <a:gd name="connsiteY6" fmla="*/ 335950 h 451694"/>
                <a:gd name="connsiteX7" fmla="*/ 64980 w 211833"/>
                <a:gd name="connsiteY7" fmla="*/ 202496 h 451694"/>
                <a:gd name="connsiteX8" fmla="*/ 114196 w 211833"/>
                <a:gd name="connsiteY8" fmla="*/ 111824 h 451694"/>
                <a:gd name="connsiteX9" fmla="*/ 199500 w 211833"/>
                <a:gd name="connsiteY9" fmla="*/ 8434 h 451694"/>
                <a:gd name="connsiteX10" fmla="*/ 209722 w 211833"/>
                <a:gd name="connsiteY10" fmla="*/ 0 h 4516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11833" h="451694">
                  <a:moveTo>
                    <a:pt x="209722" y="0"/>
                  </a:moveTo>
                  <a:lnTo>
                    <a:pt x="211833" y="6377"/>
                  </a:lnTo>
                  <a:cubicBezTo>
                    <a:pt x="206181" y="24946"/>
                    <a:pt x="94782" y="277549"/>
                    <a:pt x="14245" y="426680"/>
                  </a:cubicBezTo>
                  <a:lnTo>
                    <a:pt x="0" y="451694"/>
                  </a:lnTo>
                  <a:lnTo>
                    <a:pt x="2071" y="431158"/>
                  </a:lnTo>
                  <a:lnTo>
                    <a:pt x="4832" y="423703"/>
                  </a:lnTo>
                  <a:cubicBezTo>
                    <a:pt x="16078" y="392758"/>
                    <a:pt x="28644" y="356938"/>
                    <a:pt x="34909" y="335950"/>
                  </a:cubicBezTo>
                  <a:lnTo>
                    <a:pt x="64980" y="202496"/>
                  </a:lnTo>
                  <a:lnTo>
                    <a:pt x="114196" y="111824"/>
                  </a:lnTo>
                  <a:cubicBezTo>
                    <a:pt x="139304" y="74658"/>
                    <a:pt x="167895" y="40039"/>
                    <a:pt x="199500" y="8434"/>
                  </a:cubicBezTo>
                  <a:lnTo>
                    <a:pt x="209722" y="0"/>
                  </a:lnTo>
                  <a:close/>
                </a:path>
              </a:pathLst>
            </a:custGeom>
            <a:solidFill>
              <a:srgbClr val="A4A2A3"/>
            </a:solidFill>
            <a:ln w="649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371" name="자유형: 도형 370">
              <a:extLst>
                <a:ext uri="{FF2B5EF4-FFF2-40B4-BE49-F238E27FC236}">
                  <a16:creationId xmlns:a16="http://schemas.microsoft.com/office/drawing/2014/main" id="{3F811501-3328-4B06-9D14-870BAB672C08}"/>
                </a:ext>
              </a:extLst>
            </p:cNvPr>
            <p:cNvSpPr/>
            <p:nvPr/>
          </p:nvSpPr>
          <p:spPr>
            <a:xfrm rot="6993981" flipH="1" flipV="1">
              <a:off x="8785375" y="3473465"/>
              <a:ext cx="675522" cy="1389160"/>
            </a:xfrm>
            <a:custGeom>
              <a:avLst/>
              <a:gdLst>
                <a:gd name="connsiteX0" fmla="*/ 675522 w 675522"/>
                <a:gd name="connsiteY0" fmla="*/ 0 h 1389160"/>
                <a:gd name="connsiteX1" fmla="*/ 667820 w 675522"/>
                <a:gd name="connsiteY1" fmla="*/ 33157 h 1389160"/>
                <a:gd name="connsiteX2" fmla="*/ 535940 w 675522"/>
                <a:gd name="connsiteY2" fmla="*/ 319916 h 1389160"/>
                <a:gd name="connsiteX3" fmla="*/ 228066 w 675522"/>
                <a:gd name="connsiteY3" fmla="*/ 697355 h 1389160"/>
                <a:gd name="connsiteX4" fmla="*/ 230350 w 675522"/>
                <a:gd name="connsiteY4" fmla="*/ 716964 h 1389160"/>
                <a:gd name="connsiteX5" fmla="*/ 521281 w 675522"/>
                <a:gd name="connsiteY5" fmla="*/ 1020857 h 1389160"/>
                <a:gd name="connsiteX6" fmla="*/ 594341 w 675522"/>
                <a:gd name="connsiteY6" fmla="*/ 1199594 h 1389160"/>
                <a:gd name="connsiteX7" fmla="*/ 633345 w 675522"/>
                <a:gd name="connsiteY7" fmla="*/ 1350603 h 1389160"/>
                <a:gd name="connsiteX8" fmla="*/ 642046 w 675522"/>
                <a:gd name="connsiteY8" fmla="*/ 1389160 h 1389160"/>
                <a:gd name="connsiteX9" fmla="*/ 557803 w 675522"/>
                <a:gd name="connsiteY9" fmla="*/ 1380668 h 1389160"/>
                <a:gd name="connsiteX10" fmla="*/ 1 w 675522"/>
                <a:gd name="connsiteY10" fmla="*/ 696267 h 1389160"/>
                <a:gd name="connsiteX11" fmla="*/ 5114 w 675522"/>
                <a:gd name="connsiteY11" fmla="*/ 645548 h 1389160"/>
                <a:gd name="connsiteX12" fmla="*/ 19359 w 675522"/>
                <a:gd name="connsiteY12" fmla="*/ 620534 h 1389160"/>
                <a:gd name="connsiteX13" fmla="*/ 216947 w 675522"/>
                <a:gd name="connsiteY13" fmla="*/ 200231 h 1389160"/>
                <a:gd name="connsiteX14" fmla="*/ 214836 w 675522"/>
                <a:gd name="connsiteY14" fmla="*/ 193854 h 1389160"/>
                <a:gd name="connsiteX15" fmla="*/ 215357 w 675522"/>
                <a:gd name="connsiteY15" fmla="*/ 193425 h 1389160"/>
                <a:gd name="connsiteX16" fmla="*/ 215993 w 675522"/>
                <a:gd name="connsiteY16" fmla="*/ 195347 h 1389160"/>
                <a:gd name="connsiteX17" fmla="*/ 217337 w 675522"/>
                <a:gd name="connsiteY17" fmla="*/ 191790 h 1389160"/>
                <a:gd name="connsiteX18" fmla="*/ 308004 w 675522"/>
                <a:gd name="connsiteY18" fmla="*/ 116984 h 1389160"/>
                <a:gd name="connsiteX19" fmla="*/ 557803 w 675522"/>
                <a:gd name="connsiteY19" fmla="*/ 11868 h 1389160"/>
                <a:gd name="connsiteX20" fmla="*/ 675522 w 675522"/>
                <a:gd name="connsiteY20" fmla="*/ 0 h 1389160"/>
                <a:gd name="connsiteX21" fmla="*/ 130302 w 675522"/>
                <a:gd name="connsiteY21" fmla="*/ 400505 h 1389160"/>
                <a:gd name="connsiteX22" fmla="*/ 107747 w 675522"/>
                <a:gd name="connsiteY22" fmla="*/ 448157 h 1389160"/>
                <a:gd name="connsiteX23" fmla="*/ 120501 w 675522"/>
                <a:gd name="connsiteY23" fmla="*/ 422552 h 1389160"/>
                <a:gd name="connsiteX24" fmla="*/ 130302 w 675522"/>
                <a:gd name="connsiteY24" fmla="*/ 400505 h 13891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675522" h="1389160">
                  <a:moveTo>
                    <a:pt x="675522" y="0"/>
                  </a:moveTo>
                  <a:lnTo>
                    <a:pt x="667820" y="33157"/>
                  </a:lnTo>
                  <a:cubicBezTo>
                    <a:pt x="637317" y="132886"/>
                    <a:pt x="593194" y="228441"/>
                    <a:pt x="535940" y="319916"/>
                  </a:cubicBezTo>
                  <a:cubicBezTo>
                    <a:pt x="449176" y="458531"/>
                    <a:pt x="344286" y="582645"/>
                    <a:pt x="228066" y="697355"/>
                  </a:cubicBezTo>
                  <a:cubicBezTo>
                    <a:pt x="216130" y="709140"/>
                    <a:pt x="215989" y="709022"/>
                    <a:pt x="230350" y="716964"/>
                  </a:cubicBezTo>
                  <a:cubicBezTo>
                    <a:pt x="358867" y="788080"/>
                    <a:pt x="457085" y="888252"/>
                    <a:pt x="521281" y="1020857"/>
                  </a:cubicBezTo>
                  <a:cubicBezTo>
                    <a:pt x="549375" y="1078882"/>
                    <a:pt x="572978" y="1138799"/>
                    <a:pt x="594341" y="1199594"/>
                  </a:cubicBezTo>
                  <a:cubicBezTo>
                    <a:pt x="602899" y="1223945"/>
                    <a:pt x="616723" y="1278892"/>
                    <a:pt x="633345" y="1350603"/>
                  </a:cubicBezTo>
                  <a:lnTo>
                    <a:pt x="642046" y="1389160"/>
                  </a:lnTo>
                  <a:lnTo>
                    <a:pt x="557803" y="1380668"/>
                  </a:lnTo>
                  <a:cubicBezTo>
                    <a:pt x="239466" y="1315527"/>
                    <a:pt x="0" y="1033862"/>
                    <a:pt x="1" y="696267"/>
                  </a:cubicBezTo>
                  <a:lnTo>
                    <a:pt x="5114" y="645548"/>
                  </a:lnTo>
                  <a:lnTo>
                    <a:pt x="19359" y="620534"/>
                  </a:lnTo>
                  <a:cubicBezTo>
                    <a:pt x="99896" y="471403"/>
                    <a:pt x="211295" y="218800"/>
                    <a:pt x="216947" y="200231"/>
                  </a:cubicBezTo>
                  <a:lnTo>
                    <a:pt x="214836" y="193854"/>
                  </a:lnTo>
                  <a:lnTo>
                    <a:pt x="215357" y="193425"/>
                  </a:lnTo>
                  <a:lnTo>
                    <a:pt x="215993" y="195347"/>
                  </a:lnTo>
                  <a:lnTo>
                    <a:pt x="217337" y="191790"/>
                  </a:lnTo>
                  <a:lnTo>
                    <a:pt x="308004" y="116984"/>
                  </a:lnTo>
                  <a:cubicBezTo>
                    <a:pt x="382335" y="66766"/>
                    <a:pt x="466850" y="30479"/>
                    <a:pt x="557803" y="11868"/>
                  </a:cubicBezTo>
                  <a:lnTo>
                    <a:pt x="675522" y="0"/>
                  </a:lnTo>
                  <a:close/>
                  <a:moveTo>
                    <a:pt x="130302" y="400505"/>
                  </a:moveTo>
                  <a:lnTo>
                    <a:pt x="107747" y="448157"/>
                  </a:lnTo>
                  <a:lnTo>
                    <a:pt x="120501" y="422552"/>
                  </a:lnTo>
                  <a:lnTo>
                    <a:pt x="130302" y="400505"/>
                  </a:lnTo>
                  <a:close/>
                </a:path>
              </a:pathLst>
            </a:custGeom>
            <a:solidFill>
              <a:srgbClr val="ECECEC"/>
            </a:solidFill>
            <a:ln w="649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</p:grpSp>
      <p:sp>
        <p:nvSpPr>
          <p:cNvPr id="28" name="Text Placeholder 1">
            <a:extLst>
              <a:ext uri="{FF2B5EF4-FFF2-40B4-BE49-F238E27FC236}">
                <a16:creationId xmlns:a16="http://schemas.microsoft.com/office/drawing/2014/main" id="{D735F7F3-C1B5-4B60-A00A-4EB618DDFB5A}"/>
              </a:ext>
            </a:extLst>
          </p:cNvPr>
          <p:cNvSpPr txBox="1">
            <a:spLocks/>
          </p:cNvSpPr>
          <p:nvPr/>
        </p:nvSpPr>
        <p:spPr>
          <a:xfrm>
            <a:off x="101858" y="2535382"/>
            <a:ext cx="6118833" cy="440301"/>
          </a:xfrm>
          <a:prstGeom prst="rect">
            <a:avLst/>
          </a:prstGeom>
        </p:spPr>
        <p:txBody>
          <a:bodyPr anchor="ctr"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5400" b="0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Arial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b="1" dirty="0" smtClean="0"/>
              <a:t>Key Features of Information Technology</a:t>
            </a:r>
            <a:endParaRPr lang="en-US" sz="2400" b="1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00B98B5-94C6-43D5-9769-10850C2D7D97}"/>
              </a:ext>
            </a:extLst>
          </p:cNvPr>
          <p:cNvSpPr txBox="1"/>
          <p:nvPr/>
        </p:nvSpPr>
        <p:spPr>
          <a:xfrm>
            <a:off x="124937" y="2947974"/>
            <a:ext cx="7010154" cy="3600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ko-KR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rPr>
              <a:t>Hardware:</a:t>
            </a:r>
            <a:r>
              <a:rPr lang="en-US" altLang="ko-KR" b="1" dirty="0">
                <a:solidFill>
                  <a:schemeClr val="accent2">
                    <a:lumMod val="50000"/>
                  </a:schemeClr>
                </a:solidFill>
                <a:cs typeface="Arial" pitchFamily="34" charset="0"/>
              </a:rPr>
              <a:t> Computers, servers, networking devices, and other physical equipment.</a:t>
            </a:r>
          </a:p>
          <a:p>
            <a:pPr algn="just">
              <a:lnSpc>
                <a:spcPct val="150000"/>
              </a:lnSpc>
            </a:pPr>
            <a:r>
              <a:rPr lang="en-US" altLang="ko-KR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rPr>
              <a:t>Software:</a:t>
            </a:r>
            <a:r>
              <a:rPr lang="en-US" altLang="ko-KR" b="1" dirty="0">
                <a:solidFill>
                  <a:schemeClr val="accent2">
                    <a:lumMod val="50000"/>
                  </a:schemeClr>
                </a:solidFill>
                <a:cs typeface="Arial" pitchFamily="34" charset="0"/>
              </a:rPr>
              <a:t> Applications, operating systems, and programming languages.</a:t>
            </a:r>
          </a:p>
          <a:p>
            <a:pPr algn="just">
              <a:lnSpc>
                <a:spcPct val="150000"/>
              </a:lnSpc>
            </a:pPr>
            <a:r>
              <a:rPr lang="en-US" altLang="ko-KR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rPr>
              <a:t>Networks:</a:t>
            </a:r>
            <a:r>
              <a:rPr lang="en-US" altLang="ko-KR" b="1" dirty="0">
                <a:solidFill>
                  <a:schemeClr val="accent2">
                    <a:lumMod val="50000"/>
                  </a:schemeClr>
                </a:solidFill>
                <a:cs typeface="Arial" pitchFamily="34" charset="0"/>
              </a:rPr>
              <a:t> Infrastructure for connecting and facilitating communication between devices.</a:t>
            </a:r>
          </a:p>
          <a:p>
            <a:pPr algn="just">
              <a:lnSpc>
                <a:spcPct val="150000"/>
              </a:lnSpc>
            </a:pPr>
            <a:r>
              <a:rPr lang="en-US" altLang="ko-KR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rPr>
              <a:t>Databases:</a:t>
            </a:r>
            <a:r>
              <a:rPr lang="en-US" altLang="ko-KR" b="1" dirty="0">
                <a:solidFill>
                  <a:schemeClr val="accent2">
                    <a:lumMod val="50000"/>
                  </a:schemeClr>
                </a:solidFill>
                <a:cs typeface="Arial" pitchFamily="34" charset="0"/>
              </a:rPr>
              <a:t> Storage systems for organizing and retrieving data </a:t>
            </a:r>
            <a:r>
              <a:rPr lang="en-US" altLang="ko-KR" b="1" dirty="0" smtClean="0">
                <a:solidFill>
                  <a:schemeClr val="accent2">
                    <a:lumMod val="50000"/>
                  </a:schemeClr>
                </a:solidFill>
                <a:cs typeface="Arial" pitchFamily="34" charset="0"/>
              </a:rPr>
              <a:t>efficiently.</a:t>
            </a:r>
            <a:endParaRPr lang="en-US" altLang="ko-KR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603533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735F7F3-C1B5-4B60-A00A-4EB618DDFB5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084618" y="422637"/>
            <a:ext cx="4581526" cy="724247"/>
          </a:xfrm>
        </p:spPr>
        <p:txBody>
          <a:bodyPr/>
          <a:lstStyle/>
          <a:p>
            <a:r>
              <a:rPr lang="en-US" dirty="0" smtClean="0">
                <a:solidFill>
                  <a:srgbClr val="7030A0"/>
                </a:solidFill>
              </a:rPr>
              <a:t>Basic IT Skills</a:t>
            </a:r>
          </a:p>
        </p:txBody>
      </p:sp>
      <p:grpSp>
        <p:nvGrpSpPr>
          <p:cNvPr id="3" name="Group 1">
            <a:extLst>
              <a:ext uri="{FF2B5EF4-FFF2-40B4-BE49-F238E27FC236}">
                <a16:creationId xmlns:a16="http://schemas.microsoft.com/office/drawing/2014/main" id="{AA33E3C8-CB4D-4871-95B7-74CFF8749860}"/>
              </a:ext>
            </a:extLst>
          </p:cNvPr>
          <p:cNvGrpSpPr/>
          <p:nvPr/>
        </p:nvGrpSpPr>
        <p:grpSpPr>
          <a:xfrm>
            <a:off x="421298" y="1758462"/>
            <a:ext cx="3234391" cy="4598446"/>
            <a:chOff x="1105009" y="665240"/>
            <a:chExt cx="3688534" cy="5244116"/>
          </a:xfrm>
        </p:grpSpPr>
        <p:sp>
          <p:nvSpPr>
            <p:cNvPr id="4" name="Freeform: Shape 2">
              <a:extLst>
                <a:ext uri="{FF2B5EF4-FFF2-40B4-BE49-F238E27FC236}">
                  <a16:creationId xmlns:a16="http://schemas.microsoft.com/office/drawing/2014/main" id="{25A912DF-6A5E-4C44-9081-6BCE532171F4}"/>
                </a:ext>
              </a:extLst>
            </p:cNvPr>
            <p:cNvSpPr>
              <a:spLocks/>
            </p:cNvSpPr>
            <p:nvPr/>
          </p:nvSpPr>
          <p:spPr bwMode="auto">
            <a:xfrm rot="410959" flipH="1">
              <a:off x="1522252" y="1773885"/>
              <a:ext cx="2854049" cy="4135471"/>
            </a:xfrm>
            <a:custGeom>
              <a:avLst/>
              <a:gdLst>
                <a:gd name="connsiteX0" fmla="*/ 1696267 w 2854049"/>
                <a:gd name="connsiteY0" fmla="*/ 3431657 h 4135471"/>
                <a:gd name="connsiteX1" fmla="*/ 1344360 w 2854049"/>
                <a:gd name="connsiteY1" fmla="*/ 3783564 h 4135471"/>
                <a:gd name="connsiteX2" fmla="*/ 1696267 w 2854049"/>
                <a:gd name="connsiteY2" fmla="*/ 4135471 h 4135471"/>
                <a:gd name="connsiteX3" fmla="*/ 2048174 w 2854049"/>
                <a:gd name="connsiteY3" fmla="*/ 3783564 h 4135471"/>
                <a:gd name="connsiteX4" fmla="*/ 1696267 w 2854049"/>
                <a:gd name="connsiteY4" fmla="*/ 3431657 h 4135471"/>
                <a:gd name="connsiteX5" fmla="*/ 1470680 w 2854049"/>
                <a:gd name="connsiteY5" fmla="*/ 0 h 4135471"/>
                <a:gd name="connsiteX6" fmla="*/ 1360088 w 2854049"/>
                <a:gd name="connsiteY6" fmla="*/ 9020 h 4135471"/>
                <a:gd name="connsiteX7" fmla="*/ 1082638 w 2854049"/>
                <a:gd name="connsiteY7" fmla="*/ 72152 h 4135471"/>
                <a:gd name="connsiteX8" fmla="*/ 1000179 w 2854049"/>
                <a:gd name="connsiteY8" fmla="*/ 103217 h 4135471"/>
                <a:gd name="connsiteX9" fmla="*/ 918691 w 2854049"/>
                <a:gd name="connsiteY9" fmla="*/ 138291 h 4135471"/>
                <a:gd name="connsiteX10" fmla="*/ 839141 w 2854049"/>
                <a:gd name="connsiteY10" fmla="*/ 180379 h 4135471"/>
                <a:gd name="connsiteX11" fmla="*/ 765414 w 2854049"/>
                <a:gd name="connsiteY11" fmla="*/ 227479 h 4135471"/>
                <a:gd name="connsiteX12" fmla="*/ 694595 w 2854049"/>
                <a:gd name="connsiteY12" fmla="*/ 280591 h 4135471"/>
                <a:gd name="connsiteX13" fmla="*/ 629599 w 2854049"/>
                <a:gd name="connsiteY13" fmla="*/ 338714 h 4135471"/>
                <a:gd name="connsiteX14" fmla="*/ 569452 w 2854049"/>
                <a:gd name="connsiteY14" fmla="*/ 401847 h 4135471"/>
                <a:gd name="connsiteX15" fmla="*/ 515126 w 2854049"/>
                <a:gd name="connsiteY15" fmla="*/ 470992 h 4135471"/>
                <a:gd name="connsiteX16" fmla="*/ 467591 w 2854049"/>
                <a:gd name="connsiteY16" fmla="*/ 544147 h 4135471"/>
                <a:gd name="connsiteX17" fmla="*/ 426847 w 2854049"/>
                <a:gd name="connsiteY17" fmla="*/ 622311 h 4135471"/>
                <a:gd name="connsiteX18" fmla="*/ 392893 w 2854049"/>
                <a:gd name="connsiteY18" fmla="*/ 706488 h 4135471"/>
                <a:gd name="connsiteX19" fmla="*/ 338568 w 2854049"/>
                <a:gd name="connsiteY19" fmla="*/ 937976 h 4135471"/>
                <a:gd name="connsiteX20" fmla="*/ 333717 w 2854049"/>
                <a:gd name="connsiteY20" fmla="*/ 994094 h 4135471"/>
                <a:gd name="connsiteX21" fmla="*/ 331776 w 2854049"/>
                <a:gd name="connsiteY21" fmla="*/ 1047206 h 4135471"/>
                <a:gd name="connsiteX22" fmla="*/ 333717 w 2854049"/>
                <a:gd name="connsiteY22" fmla="*/ 1096308 h 4135471"/>
                <a:gd name="connsiteX23" fmla="*/ 334686 w 2854049"/>
                <a:gd name="connsiteY23" fmla="*/ 1145413 h 4135471"/>
                <a:gd name="connsiteX24" fmla="*/ 334686 w 2854049"/>
                <a:gd name="connsiteY24" fmla="*/ 1191509 h 4135471"/>
                <a:gd name="connsiteX25" fmla="*/ 329836 w 2854049"/>
                <a:gd name="connsiteY25" fmla="*/ 1234599 h 4135471"/>
                <a:gd name="connsiteX26" fmla="*/ 315284 w 2854049"/>
                <a:gd name="connsiteY26" fmla="*/ 1278693 h 4135471"/>
                <a:gd name="connsiteX27" fmla="*/ 289092 w 2854049"/>
                <a:gd name="connsiteY27" fmla="*/ 1331805 h 4135471"/>
                <a:gd name="connsiteX28" fmla="*/ 257078 w 2854049"/>
                <a:gd name="connsiteY28" fmla="*/ 1380908 h 4135471"/>
                <a:gd name="connsiteX29" fmla="*/ 222155 w 2854049"/>
                <a:gd name="connsiteY29" fmla="*/ 1423998 h 4135471"/>
                <a:gd name="connsiteX30" fmla="*/ 185291 w 2854049"/>
                <a:gd name="connsiteY30" fmla="*/ 1468092 h 4135471"/>
                <a:gd name="connsiteX31" fmla="*/ 146487 w 2854049"/>
                <a:gd name="connsiteY31" fmla="*/ 1508176 h 4135471"/>
                <a:gd name="connsiteX32" fmla="*/ 107683 w 2854049"/>
                <a:gd name="connsiteY32" fmla="*/ 1548261 h 4135471"/>
                <a:gd name="connsiteX33" fmla="*/ 70819 w 2854049"/>
                <a:gd name="connsiteY33" fmla="*/ 1592354 h 4135471"/>
                <a:gd name="connsiteX34" fmla="*/ 58206 w 2854049"/>
                <a:gd name="connsiteY34" fmla="*/ 1604378 h 4135471"/>
                <a:gd name="connsiteX35" fmla="*/ 42684 w 2854049"/>
                <a:gd name="connsiteY35" fmla="*/ 1619410 h 4135471"/>
                <a:gd name="connsiteX36" fmla="*/ 26193 w 2854049"/>
                <a:gd name="connsiteY36" fmla="*/ 1637448 h 4135471"/>
                <a:gd name="connsiteX37" fmla="*/ 12611 w 2854049"/>
                <a:gd name="connsiteY37" fmla="*/ 1655486 h 4135471"/>
                <a:gd name="connsiteX38" fmla="*/ 3882 w 2854049"/>
                <a:gd name="connsiteY38" fmla="*/ 1677533 h 4135471"/>
                <a:gd name="connsiteX39" fmla="*/ 0 w 2854049"/>
                <a:gd name="connsiteY39" fmla="*/ 1701583 h 4135471"/>
                <a:gd name="connsiteX40" fmla="*/ 4851 w 2854049"/>
                <a:gd name="connsiteY40" fmla="*/ 1726636 h 4135471"/>
                <a:gd name="connsiteX41" fmla="*/ 17462 w 2854049"/>
                <a:gd name="connsiteY41" fmla="*/ 1750687 h 4135471"/>
                <a:gd name="connsiteX42" fmla="*/ 38806 w 2854049"/>
                <a:gd name="connsiteY42" fmla="*/ 1770728 h 4135471"/>
                <a:gd name="connsiteX43" fmla="*/ 63057 w 2854049"/>
                <a:gd name="connsiteY43" fmla="*/ 1784759 h 4135471"/>
                <a:gd name="connsiteX44" fmla="*/ 93130 w 2854049"/>
                <a:gd name="connsiteY44" fmla="*/ 1797786 h 4135471"/>
                <a:gd name="connsiteX45" fmla="*/ 125143 w 2854049"/>
                <a:gd name="connsiteY45" fmla="*/ 1808809 h 4135471"/>
                <a:gd name="connsiteX46" fmla="*/ 157158 w 2854049"/>
                <a:gd name="connsiteY46" fmla="*/ 1819833 h 4135471"/>
                <a:gd name="connsiteX47" fmla="*/ 188201 w 2854049"/>
                <a:gd name="connsiteY47" fmla="*/ 1830855 h 4135471"/>
                <a:gd name="connsiteX48" fmla="*/ 218273 w 2854049"/>
                <a:gd name="connsiteY48" fmla="*/ 1843883 h 4135471"/>
                <a:gd name="connsiteX49" fmla="*/ 245437 w 2854049"/>
                <a:gd name="connsiteY49" fmla="*/ 1857912 h 4135471"/>
                <a:gd name="connsiteX50" fmla="*/ 264839 w 2854049"/>
                <a:gd name="connsiteY50" fmla="*/ 1875951 h 4135471"/>
                <a:gd name="connsiteX51" fmla="*/ 259018 w 2854049"/>
                <a:gd name="connsiteY51" fmla="*/ 1900001 h 4135471"/>
                <a:gd name="connsiteX52" fmla="*/ 248347 w 2854049"/>
                <a:gd name="connsiteY52" fmla="*/ 1922047 h 4135471"/>
                <a:gd name="connsiteX53" fmla="*/ 237676 w 2854049"/>
                <a:gd name="connsiteY53" fmla="*/ 1945097 h 4135471"/>
                <a:gd name="connsiteX54" fmla="*/ 226035 w 2854049"/>
                <a:gd name="connsiteY54" fmla="*/ 1967142 h 4135471"/>
                <a:gd name="connsiteX55" fmla="*/ 215364 w 2854049"/>
                <a:gd name="connsiteY55" fmla="*/ 1989189 h 4135471"/>
                <a:gd name="connsiteX56" fmla="*/ 207602 w 2854049"/>
                <a:gd name="connsiteY56" fmla="*/ 2011236 h 4135471"/>
                <a:gd name="connsiteX57" fmla="*/ 204693 w 2854049"/>
                <a:gd name="connsiteY57" fmla="*/ 2031277 h 4135471"/>
                <a:gd name="connsiteX58" fmla="*/ 206633 w 2854049"/>
                <a:gd name="connsiteY58" fmla="*/ 2053324 h 4135471"/>
                <a:gd name="connsiteX59" fmla="*/ 217304 w 2854049"/>
                <a:gd name="connsiteY59" fmla="*/ 2073366 h 4135471"/>
                <a:gd name="connsiteX60" fmla="*/ 236706 w 2854049"/>
                <a:gd name="connsiteY60" fmla="*/ 2093409 h 4135471"/>
                <a:gd name="connsiteX61" fmla="*/ 264839 w 2854049"/>
                <a:gd name="connsiteY61" fmla="*/ 2113450 h 4135471"/>
                <a:gd name="connsiteX62" fmla="*/ 259018 w 2854049"/>
                <a:gd name="connsiteY62" fmla="*/ 2129483 h 4135471"/>
                <a:gd name="connsiteX63" fmla="*/ 250288 w 2854049"/>
                <a:gd name="connsiteY63" fmla="*/ 2145517 h 4135471"/>
                <a:gd name="connsiteX64" fmla="*/ 243497 w 2854049"/>
                <a:gd name="connsiteY64" fmla="*/ 2164557 h 4135471"/>
                <a:gd name="connsiteX65" fmla="*/ 241557 w 2854049"/>
                <a:gd name="connsiteY65" fmla="*/ 2184601 h 4135471"/>
                <a:gd name="connsiteX66" fmla="*/ 245437 w 2854049"/>
                <a:gd name="connsiteY66" fmla="*/ 2204642 h 4135471"/>
                <a:gd name="connsiteX67" fmla="*/ 256109 w 2854049"/>
                <a:gd name="connsiteY67" fmla="*/ 2222680 h 4135471"/>
                <a:gd name="connsiteX68" fmla="*/ 269690 w 2854049"/>
                <a:gd name="connsiteY68" fmla="*/ 2236709 h 4135471"/>
                <a:gd name="connsiteX69" fmla="*/ 287151 w 2854049"/>
                <a:gd name="connsiteY69" fmla="*/ 2249737 h 4135471"/>
                <a:gd name="connsiteX70" fmla="*/ 304613 w 2854049"/>
                <a:gd name="connsiteY70" fmla="*/ 2258756 h 4135471"/>
                <a:gd name="connsiteX71" fmla="*/ 321105 w 2854049"/>
                <a:gd name="connsiteY71" fmla="*/ 2269780 h 4135471"/>
                <a:gd name="connsiteX72" fmla="*/ 336627 w 2854049"/>
                <a:gd name="connsiteY72" fmla="*/ 2284810 h 4135471"/>
                <a:gd name="connsiteX73" fmla="*/ 345358 w 2854049"/>
                <a:gd name="connsiteY73" fmla="*/ 2300845 h 4135471"/>
                <a:gd name="connsiteX74" fmla="*/ 354089 w 2854049"/>
                <a:gd name="connsiteY74" fmla="*/ 2329906 h 4135471"/>
                <a:gd name="connsiteX75" fmla="*/ 354089 w 2854049"/>
                <a:gd name="connsiteY75" fmla="*/ 2362976 h 4135471"/>
                <a:gd name="connsiteX76" fmla="*/ 351179 w 2854049"/>
                <a:gd name="connsiteY76" fmla="*/ 2394041 h 4135471"/>
                <a:gd name="connsiteX77" fmla="*/ 343417 w 2854049"/>
                <a:gd name="connsiteY77" fmla="*/ 2426108 h 4135471"/>
                <a:gd name="connsiteX78" fmla="*/ 336627 w 2854049"/>
                <a:gd name="connsiteY78" fmla="*/ 2457173 h 4135471"/>
                <a:gd name="connsiteX79" fmla="*/ 331776 w 2854049"/>
                <a:gd name="connsiteY79" fmla="*/ 2485233 h 4135471"/>
                <a:gd name="connsiteX80" fmla="*/ 327896 w 2854049"/>
                <a:gd name="connsiteY80" fmla="*/ 2525318 h 4135471"/>
                <a:gd name="connsiteX81" fmla="*/ 331776 w 2854049"/>
                <a:gd name="connsiteY81" fmla="*/ 2561393 h 4135471"/>
                <a:gd name="connsiteX82" fmla="*/ 342447 w 2854049"/>
                <a:gd name="connsiteY82" fmla="*/ 2594464 h 4135471"/>
                <a:gd name="connsiteX83" fmla="*/ 356029 w 2854049"/>
                <a:gd name="connsiteY83" fmla="*/ 2623524 h 4135471"/>
                <a:gd name="connsiteX84" fmla="*/ 375432 w 2854049"/>
                <a:gd name="connsiteY84" fmla="*/ 2646572 h 4135471"/>
                <a:gd name="connsiteX85" fmla="*/ 400654 w 2854049"/>
                <a:gd name="connsiteY85" fmla="*/ 2668619 h 4135471"/>
                <a:gd name="connsiteX86" fmla="*/ 424906 w 2854049"/>
                <a:gd name="connsiteY86" fmla="*/ 2686657 h 4135471"/>
                <a:gd name="connsiteX87" fmla="*/ 453040 w 2854049"/>
                <a:gd name="connsiteY87" fmla="*/ 2701688 h 4135471"/>
                <a:gd name="connsiteX88" fmla="*/ 481173 w 2854049"/>
                <a:gd name="connsiteY88" fmla="*/ 2714717 h 4135471"/>
                <a:gd name="connsiteX89" fmla="*/ 509306 w 2854049"/>
                <a:gd name="connsiteY89" fmla="*/ 2721731 h 4135471"/>
                <a:gd name="connsiteX90" fmla="*/ 560721 w 2854049"/>
                <a:gd name="connsiteY90" fmla="*/ 2730751 h 4135471"/>
                <a:gd name="connsiteX91" fmla="*/ 615047 w 2854049"/>
                <a:gd name="connsiteY91" fmla="*/ 2734758 h 4135471"/>
                <a:gd name="connsiteX92" fmla="*/ 672284 w 2854049"/>
                <a:gd name="connsiteY92" fmla="*/ 2732755 h 4135471"/>
                <a:gd name="connsiteX93" fmla="*/ 728550 w 2854049"/>
                <a:gd name="connsiteY93" fmla="*/ 2726742 h 4135471"/>
                <a:gd name="connsiteX94" fmla="*/ 784816 w 2854049"/>
                <a:gd name="connsiteY94" fmla="*/ 2719726 h 4135471"/>
                <a:gd name="connsiteX95" fmla="*/ 838171 w 2854049"/>
                <a:gd name="connsiteY95" fmla="*/ 2708704 h 4135471"/>
                <a:gd name="connsiteX96" fmla="*/ 885706 w 2854049"/>
                <a:gd name="connsiteY96" fmla="*/ 2695677 h 4135471"/>
                <a:gd name="connsiteX97" fmla="*/ 927421 w 2854049"/>
                <a:gd name="connsiteY97" fmla="*/ 2681646 h 4135471"/>
                <a:gd name="connsiteX98" fmla="*/ 944882 w 2854049"/>
                <a:gd name="connsiteY98" fmla="*/ 2675633 h 4135471"/>
                <a:gd name="connsiteX99" fmla="*/ 968165 w 2854049"/>
                <a:gd name="connsiteY99" fmla="*/ 2668619 h 4135471"/>
                <a:gd name="connsiteX100" fmla="*/ 993388 w 2854049"/>
                <a:gd name="connsiteY100" fmla="*/ 2661605 h 4135471"/>
                <a:gd name="connsiteX101" fmla="*/ 1019581 w 2854049"/>
                <a:gd name="connsiteY101" fmla="*/ 2654590 h 4135471"/>
                <a:gd name="connsiteX102" fmla="*/ 1047714 w 2854049"/>
                <a:gd name="connsiteY102" fmla="*/ 2650582 h 4135471"/>
                <a:gd name="connsiteX103" fmla="*/ 1075847 w 2854049"/>
                <a:gd name="connsiteY103" fmla="*/ 2648577 h 4135471"/>
                <a:gd name="connsiteX104" fmla="*/ 1100100 w 2854049"/>
                <a:gd name="connsiteY104" fmla="*/ 2652585 h 4135471"/>
                <a:gd name="connsiteX105" fmla="*/ 1121442 w 2854049"/>
                <a:gd name="connsiteY105" fmla="*/ 2661605 h 4135471"/>
                <a:gd name="connsiteX106" fmla="*/ 1140844 w 2854049"/>
                <a:gd name="connsiteY106" fmla="*/ 2679643 h 4135471"/>
                <a:gd name="connsiteX107" fmla="*/ 1158306 w 2854049"/>
                <a:gd name="connsiteY107" fmla="*/ 2708704 h 4135471"/>
                <a:gd name="connsiteX108" fmla="*/ 1174797 w 2854049"/>
                <a:gd name="connsiteY108" fmla="*/ 2745782 h 4135471"/>
                <a:gd name="connsiteX109" fmla="*/ 1190319 w 2854049"/>
                <a:gd name="connsiteY109" fmla="*/ 2788872 h 4135471"/>
                <a:gd name="connsiteX110" fmla="*/ 1202931 w 2854049"/>
                <a:gd name="connsiteY110" fmla="*/ 2837975 h 4135471"/>
                <a:gd name="connsiteX111" fmla="*/ 1215541 w 2854049"/>
                <a:gd name="connsiteY111" fmla="*/ 2889083 h 4135471"/>
                <a:gd name="connsiteX112" fmla="*/ 1226212 w 2854049"/>
                <a:gd name="connsiteY112" fmla="*/ 2942195 h 4135471"/>
                <a:gd name="connsiteX113" fmla="*/ 1235914 w 2854049"/>
                <a:gd name="connsiteY113" fmla="*/ 2996309 h 4135471"/>
                <a:gd name="connsiteX114" fmla="*/ 1245616 w 2854049"/>
                <a:gd name="connsiteY114" fmla="*/ 3049421 h 4135471"/>
                <a:gd name="connsiteX115" fmla="*/ 1252407 w 2854049"/>
                <a:gd name="connsiteY115" fmla="*/ 3098524 h 4135471"/>
                <a:gd name="connsiteX116" fmla="*/ 1261138 w 2854049"/>
                <a:gd name="connsiteY116" fmla="*/ 3144621 h 4135471"/>
                <a:gd name="connsiteX117" fmla="*/ 1267927 w 2854049"/>
                <a:gd name="connsiteY117" fmla="*/ 3182701 h 4135471"/>
                <a:gd name="connsiteX118" fmla="*/ 1273749 w 2854049"/>
                <a:gd name="connsiteY118" fmla="*/ 3215771 h 4135471"/>
                <a:gd name="connsiteX119" fmla="*/ 1405683 w 2854049"/>
                <a:gd name="connsiteY119" fmla="*/ 3238820 h 4135471"/>
                <a:gd name="connsiteX120" fmla="*/ 1539558 w 2854049"/>
                <a:gd name="connsiteY120" fmla="*/ 3251847 h 4135471"/>
                <a:gd name="connsiteX121" fmla="*/ 1677312 w 2854049"/>
                <a:gd name="connsiteY121" fmla="*/ 3253851 h 4135471"/>
                <a:gd name="connsiteX122" fmla="*/ 1817977 w 2854049"/>
                <a:gd name="connsiteY122" fmla="*/ 3246837 h 4135471"/>
                <a:gd name="connsiteX123" fmla="*/ 1963493 w 2854049"/>
                <a:gd name="connsiteY123" fmla="*/ 3226793 h 4135471"/>
                <a:gd name="connsiteX124" fmla="*/ 1998071 w 2854049"/>
                <a:gd name="connsiteY124" fmla="*/ 3220300 h 4135471"/>
                <a:gd name="connsiteX125" fmla="*/ 1972544 w 2854049"/>
                <a:gd name="connsiteY125" fmla="*/ 2990832 h 4135471"/>
                <a:gd name="connsiteX126" fmla="*/ 1866104 w 2854049"/>
                <a:gd name="connsiteY126" fmla="*/ 2529483 h 4135471"/>
                <a:gd name="connsiteX127" fmla="*/ 1085631 w 2854049"/>
                <a:gd name="connsiteY127" fmla="*/ 1773024 h 4135471"/>
                <a:gd name="connsiteX128" fmla="*/ 1277747 w 2854049"/>
                <a:gd name="connsiteY128" fmla="*/ 968535 h 4135471"/>
                <a:gd name="connsiteX129" fmla="*/ 1914134 w 2854049"/>
                <a:gd name="connsiteY129" fmla="*/ 872477 h 4135471"/>
                <a:gd name="connsiteX130" fmla="*/ 2334389 w 2854049"/>
                <a:gd name="connsiteY130" fmla="*/ 1316747 h 4135471"/>
                <a:gd name="connsiteX131" fmla="*/ 2850702 w 2854049"/>
                <a:gd name="connsiteY131" fmla="*/ 1256710 h 4135471"/>
                <a:gd name="connsiteX132" fmla="*/ 2851858 w 2854049"/>
                <a:gd name="connsiteY132" fmla="*/ 1288484 h 4135471"/>
                <a:gd name="connsiteX133" fmla="*/ 2854049 w 2854049"/>
                <a:gd name="connsiteY133" fmla="*/ 1252639 h 4135471"/>
                <a:gd name="connsiteX134" fmla="*/ 2852109 w 2854049"/>
                <a:gd name="connsiteY134" fmla="*/ 1156435 h 4135471"/>
                <a:gd name="connsiteX135" fmla="*/ 2845318 w 2854049"/>
                <a:gd name="connsiteY135" fmla="*/ 1062236 h 4135471"/>
                <a:gd name="connsiteX136" fmla="*/ 2830767 w 2854049"/>
                <a:gd name="connsiteY136" fmla="*/ 971045 h 4135471"/>
                <a:gd name="connsiteX137" fmla="*/ 2811365 w 2854049"/>
                <a:gd name="connsiteY137" fmla="*/ 881857 h 4135471"/>
                <a:gd name="connsiteX138" fmla="*/ 2787112 w 2854049"/>
                <a:gd name="connsiteY138" fmla="*/ 799684 h 4135471"/>
                <a:gd name="connsiteX139" fmla="*/ 2759950 w 2854049"/>
                <a:gd name="connsiteY139" fmla="*/ 724526 h 4135471"/>
                <a:gd name="connsiteX140" fmla="*/ 2728906 w 2854049"/>
                <a:gd name="connsiteY140" fmla="*/ 657385 h 4135471"/>
                <a:gd name="connsiteX141" fmla="*/ 2682340 w 2854049"/>
                <a:gd name="connsiteY141" fmla="*/ 577215 h 4135471"/>
                <a:gd name="connsiteX142" fmla="*/ 2631895 w 2854049"/>
                <a:gd name="connsiteY142" fmla="*/ 501055 h 4135471"/>
                <a:gd name="connsiteX143" fmla="*/ 2574659 w 2854049"/>
                <a:gd name="connsiteY143" fmla="*/ 429907 h 4135471"/>
                <a:gd name="connsiteX144" fmla="*/ 2513543 w 2854049"/>
                <a:gd name="connsiteY144" fmla="*/ 361762 h 4135471"/>
                <a:gd name="connsiteX145" fmla="*/ 2446606 w 2854049"/>
                <a:gd name="connsiteY145" fmla="*/ 300634 h 4135471"/>
                <a:gd name="connsiteX146" fmla="*/ 2371907 w 2854049"/>
                <a:gd name="connsiteY146" fmla="*/ 243513 h 4135471"/>
                <a:gd name="connsiteX147" fmla="*/ 2294299 w 2854049"/>
                <a:gd name="connsiteY147" fmla="*/ 192406 h 4135471"/>
                <a:gd name="connsiteX148" fmla="*/ 2211840 w 2854049"/>
                <a:gd name="connsiteY148" fmla="*/ 147311 h 4135471"/>
                <a:gd name="connsiteX149" fmla="*/ 2121620 w 2854049"/>
                <a:gd name="connsiteY149" fmla="*/ 109230 h 4135471"/>
                <a:gd name="connsiteX150" fmla="*/ 2028490 w 2854049"/>
                <a:gd name="connsiteY150" fmla="*/ 74157 h 4135471"/>
                <a:gd name="connsiteX151" fmla="*/ 1927599 w 2854049"/>
                <a:gd name="connsiteY151" fmla="*/ 47099 h 4135471"/>
                <a:gd name="connsiteX152" fmla="*/ 1821858 w 2854049"/>
                <a:gd name="connsiteY152" fmla="*/ 25053 h 4135471"/>
                <a:gd name="connsiteX153" fmla="*/ 1711265 w 2854049"/>
                <a:gd name="connsiteY153" fmla="*/ 10021 h 4135471"/>
                <a:gd name="connsiteX154" fmla="*/ 1594853 w 2854049"/>
                <a:gd name="connsiteY154" fmla="*/ 1002 h 4135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</a:cxnLst>
              <a:rect l="l" t="t" r="r" b="b"/>
              <a:pathLst>
                <a:path w="2854049" h="4135471">
                  <a:moveTo>
                    <a:pt x="1696267" y="3431657"/>
                  </a:moveTo>
                  <a:cubicBezTo>
                    <a:pt x="1501914" y="3431657"/>
                    <a:pt x="1344360" y="3589211"/>
                    <a:pt x="1344360" y="3783564"/>
                  </a:cubicBezTo>
                  <a:cubicBezTo>
                    <a:pt x="1344360" y="3977917"/>
                    <a:pt x="1501914" y="4135471"/>
                    <a:pt x="1696267" y="4135471"/>
                  </a:cubicBezTo>
                  <a:cubicBezTo>
                    <a:pt x="1890620" y="4135471"/>
                    <a:pt x="2048174" y="3977917"/>
                    <a:pt x="2048174" y="3783564"/>
                  </a:cubicBezTo>
                  <a:cubicBezTo>
                    <a:pt x="2048174" y="3589211"/>
                    <a:pt x="1890620" y="3431657"/>
                    <a:pt x="1696267" y="3431657"/>
                  </a:cubicBezTo>
                  <a:close/>
                  <a:moveTo>
                    <a:pt x="1470680" y="0"/>
                  </a:moveTo>
                  <a:lnTo>
                    <a:pt x="1360088" y="9020"/>
                  </a:lnTo>
                  <a:lnTo>
                    <a:pt x="1082638" y="72152"/>
                  </a:lnTo>
                  <a:lnTo>
                    <a:pt x="1000179" y="103217"/>
                  </a:lnTo>
                  <a:lnTo>
                    <a:pt x="918691" y="138291"/>
                  </a:lnTo>
                  <a:lnTo>
                    <a:pt x="839141" y="180379"/>
                  </a:lnTo>
                  <a:lnTo>
                    <a:pt x="765414" y="227479"/>
                  </a:lnTo>
                  <a:lnTo>
                    <a:pt x="694595" y="280591"/>
                  </a:lnTo>
                  <a:lnTo>
                    <a:pt x="629599" y="338714"/>
                  </a:lnTo>
                  <a:lnTo>
                    <a:pt x="569452" y="401847"/>
                  </a:lnTo>
                  <a:lnTo>
                    <a:pt x="515126" y="470992"/>
                  </a:lnTo>
                  <a:lnTo>
                    <a:pt x="467591" y="544147"/>
                  </a:lnTo>
                  <a:lnTo>
                    <a:pt x="426847" y="622311"/>
                  </a:lnTo>
                  <a:lnTo>
                    <a:pt x="392893" y="706488"/>
                  </a:lnTo>
                  <a:lnTo>
                    <a:pt x="338568" y="937976"/>
                  </a:lnTo>
                  <a:lnTo>
                    <a:pt x="333717" y="994094"/>
                  </a:lnTo>
                  <a:lnTo>
                    <a:pt x="331776" y="1047206"/>
                  </a:lnTo>
                  <a:lnTo>
                    <a:pt x="333717" y="1096308"/>
                  </a:lnTo>
                  <a:lnTo>
                    <a:pt x="334686" y="1145413"/>
                  </a:lnTo>
                  <a:lnTo>
                    <a:pt x="334686" y="1191509"/>
                  </a:lnTo>
                  <a:lnTo>
                    <a:pt x="329836" y="1234599"/>
                  </a:lnTo>
                  <a:lnTo>
                    <a:pt x="315284" y="1278693"/>
                  </a:lnTo>
                  <a:lnTo>
                    <a:pt x="289092" y="1331805"/>
                  </a:lnTo>
                  <a:lnTo>
                    <a:pt x="257078" y="1380908"/>
                  </a:lnTo>
                  <a:lnTo>
                    <a:pt x="222155" y="1423998"/>
                  </a:lnTo>
                  <a:lnTo>
                    <a:pt x="185291" y="1468092"/>
                  </a:lnTo>
                  <a:lnTo>
                    <a:pt x="146487" y="1508176"/>
                  </a:lnTo>
                  <a:lnTo>
                    <a:pt x="107683" y="1548261"/>
                  </a:lnTo>
                  <a:lnTo>
                    <a:pt x="70819" y="1592354"/>
                  </a:lnTo>
                  <a:lnTo>
                    <a:pt x="58206" y="1604378"/>
                  </a:lnTo>
                  <a:lnTo>
                    <a:pt x="42684" y="1619410"/>
                  </a:lnTo>
                  <a:lnTo>
                    <a:pt x="26193" y="1637448"/>
                  </a:lnTo>
                  <a:lnTo>
                    <a:pt x="12611" y="1655486"/>
                  </a:lnTo>
                  <a:lnTo>
                    <a:pt x="3882" y="1677533"/>
                  </a:lnTo>
                  <a:lnTo>
                    <a:pt x="0" y="1701583"/>
                  </a:lnTo>
                  <a:lnTo>
                    <a:pt x="4851" y="1726636"/>
                  </a:lnTo>
                  <a:lnTo>
                    <a:pt x="17462" y="1750687"/>
                  </a:lnTo>
                  <a:lnTo>
                    <a:pt x="38806" y="1770728"/>
                  </a:lnTo>
                  <a:lnTo>
                    <a:pt x="63057" y="1784759"/>
                  </a:lnTo>
                  <a:lnTo>
                    <a:pt x="93130" y="1797786"/>
                  </a:lnTo>
                  <a:lnTo>
                    <a:pt x="125143" y="1808809"/>
                  </a:lnTo>
                  <a:lnTo>
                    <a:pt x="157158" y="1819833"/>
                  </a:lnTo>
                  <a:lnTo>
                    <a:pt x="188201" y="1830855"/>
                  </a:lnTo>
                  <a:lnTo>
                    <a:pt x="218273" y="1843883"/>
                  </a:lnTo>
                  <a:lnTo>
                    <a:pt x="245437" y="1857912"/>
                  </a:lnTo>
                  <a:lnTo>
                    <a:pt x="264839" y="1875951"/>
                  </a:lnTo>
                  <a:lnTo>
                    <a:pt x="259018" y="1900001"/>
                  </a:lnTo>
                  <a:lnTo>
                    <a:pt x="248347" y="1922047"/>
                  </a:lnTo>
                  <a:lnTo>
                    <a:pt x="237676" y="1945097"/>
                  </a:lnTo>
                  <a:lnTo>
                    <a:pt x="226035" y="1967142"/>
                  </a:lnTo>
                  <a:lnTo>
                    <a:pt x="215364" y="1989189"/>
                  </a:lnTo>
                  <a:lnTo>
                    <a:pt x="207602" y="2011236"/>
                  </a:lnTo>
                  <a:lnTo>
                    <a:pt x="204693" y="2031277"/>
                  </a:lnTo>
                  <a:lnTo>
                    <a:pt x="206633" y="2053324"/>
                  </a:lnTo>
                  <a:lnTo>
                    <a:pt x="217304" y="2073366"/>
                  </a:lnTo>
                  <a:lnTo>
                    <a:pt x="236706" y="2093409"/>
                  </a:lnTo>
                  <a:lnTo>
                    <a:pt x="264839" y="2113450"/>
                  </a:lnTo>
                  <a:lnTo>
                    <a:pt x="259018" y="2129483"/>
                  </a:lnTo>
                  <a:lnTo>
                    <a:pt x="250288" y="2145517"/>
                  </a:lnTo>
                  <a:lnTo>
                    <a:pt x="243497" y="2164557"/>
                  </a:lnTo>
                  <a:lnTo>
                    <a:pt x="241557" y="2184601"/>
                  </a:lnTo>
                  <a:lnTo>
                    <a:pt x="245437" y="2204642"/>
                  </a:lnTo>
                  <a:lnTo>
                    <a:pt x="256109" y="2222680"/>
                  </a:lnTo>
                  <a:lnTo>
                    <a:pt x="269690" y="2236709"/>
                  </a:lnTo>
                  <a:lnTo>
                    <a:pt x="287151" y="2249737"/>
                  </a:lnTo>
                  <a:lnTo>
                    <a:pt x="304613" y="2258756"/>
                  </a:lnTo>
                  <a:lnTo>
                    <a:pt x="321105" y="2269780"/>
                  </a:lnTo>
                  <a:lnTo>
                    <a:pt x="336627" y="2284810"/>
                  </a:lnTo>
                  <a:lnTo>
                    <a:pt x="345358" y="2300845"/>
                  </a:lnTo>
                  <a:lnTo>
                    <a:pt x="354089" y="2329906"/>
                  </a:lnTo>
                  <a:lnTo>
                    <a:pt x="354089" y="2362976"/>
                  </a:lnTo>
                  <a:lnTo>
                    <a:pt x="351179" y="2394041"/>
                  </a:lnTo>
                  <a:lnTo>
                    <a:pt x="343417" y="2426108"/>
                  </a:lnTo>
                  <a:lnTo>
                    <a:pt x="336627" y="2457173"/>
                  </a:lnTo>
                  <a:lnTo>
                    <a:pt x="331776" y="2485233"/>
                  </a:lnTo>
                  <a:lnTo>
                    <a:pt x="327896" y="2525318"/>
                  </a:lnTo>
                  <a:lnTo>
                    <a:pt x="331776" y="2561393"/>
                  </a:lnTo>
                  <a:lnTo>
                    <a:pt x="342447" y="2594464"/>
                  </a:lnTo>
                  <a:lnTo>
                    <a:pt x="356029" y="2623524"/>
                  </a:lnTo>
                  <a:lnTo>
                    <a:pt x="375432" y="2646572"/>
                  </a:lnTo>
                  <a:lnTo>
                    <a:pt x="400654" y="2668619"/>
                  </a:lnTo>
                  <a:lnTo>
                    <a:pt x="424906" y="2686657"/>
                  </a:lnTo>
                  <a:lnTo>
                    <a:pt x="453040" y="2701688"/>
                  </a:lnTo>
                  <a:lnTo>
                    <a:pt x="481173" y="2714717"/>
                  </a:lnTo>
                  <a:lnTo>
                    <a:pt x="509306" y="2721731"/>
                  </a:lnTo>
                  <a:lnTo>
                    <a:pt x="560721" y="2730751"/>
                  </a:lnTo>
                  <a:lnTo>
                    <a:pt x="615047" y="2734758"/>
                  </a:lnTo>
                  <a:lnTo>
                    <a:pt x="672284" y="2732755"/>
                  </a:lnTo>
                  <a:lnTo>
                    <a:pt x="728550" y="2726742"/>
                  </a:lnTo>
                  <a:lnTo>
                    <a:pt x="784816" y="2719726"/>
                  </a:lnTo>
                  <a:lnTo>
                    <a:pt x="838171" y="2708704"/>
                  </a:lnTo>
                  <a:lnTo>
                    <a:pt x="885706" y="2695677"/>
                  </a:lnTo>
                  <a:lnTo>
                    <a:pt x="927421" y="2681646"/>
                  </a:lnTo>
                  <a:lnTo>
                    <a:pt x="944882" y="2675633"/>
                  </a:lnTo>
                  <a:lnTo>
                    <a:pt x="968165" y="2668619"/>
                  </a:lnTo>
                  <a:lnTo>
                    <a:pt x="993388" y="2661605"/>
                  </a:lnTo>
                  <a:lnTo>
                    <a:pt x="1019581" y="2654590"/>
                  </a:lnTo>
                  <a:lnTo>
                    <a:pt x="1047714" y="2650582"/>
                  </a:lnTo>
                  <a:lnTo>
                    <a:pt x="1075847" y="2648577"/>
                  </a:lnTo>
                  <a:lnTo>
                    <a:pt x="1100100" y="2652585"/>
                  </a:lnTo>
                  <a:lnTo>
                    <a:pt x="1121442" y="2661605"/>
                  </a:lnTo>
                  <a:lnTo>
                    <a:pt x="1140844" y="2679643"/>
                  </a:lnTo>
                  <a:lnTo>
                    <a:pt x="1158306" y="2708704"/>
                  </a:lnTo>
                  <a:lnTo>
                    <a:pt x="1174797" y="2745782"/>
                  </a:lnTo>
                  <a:lnTo>
                    <a:pt x="1190319" y="2788872"/>
                  </a:lnTo>
                  <a:lnTo>
                    <a:pt x="1202931" y="2837975"/>
                  </a:lnTo>
                  <a:lnTo>
                    <a:pt x="1215541" y="2889083"/>
                  </a:lnTo>
                  <a:lnTo>
                    <a:pt x="1226212" y="2942195"/>
                  </a:lnTo>
                  <a:lnTo>
                    <a:pt x="1235914" y="2996309"/>
                  </a:lnTo>
                  <a:lnTo>
                    <a:pt x="1245616" y="3049421"/>
                  </a:lnTo>
                  <a:lnTo>
                    <a:pt x="1252407" y="3098524"/>
                  </a:lnTo>
                  <a:lnTo>
                    <a:pt x="1261138" y="3144621"/>
                  </a:lnTo>
                  <a:lnTo>
                    <a:pt x="1267927" y="3182701"/>
                  </a:lnTo>
                  <a:lnTo>
                    <a:pt x="1273749" y="3215771"/>
                  </a:lnTo>
                  <a:lnTo>
                    <a:pt x="1405683" y="3238820"/>
                  </a:lnTo>
                  <a:lnTo>
                    <a:pt x="1539558" y="3251847"/>
                  </a:lnTo>
                  <a:lnTo>
                    <a:pt x="1677312" y="3253851"/>
                  </a:lnTo>
                  <a:lnTo>
                    <a:pt x="1817977" y="3246837"/>
                  </a:lnTo>
                  <a:lnTo>
                    <a:pt x="1963493" y="3226793"/>
                  </a:lnTo>
                  <a:lnTo>
                    <a:pt x="1998071" y="3220300"/>
                  </a:lnTo>
                  <a:lnTo>
                    <a:pt x="1972544" y="2990832"/>
                  </a:lnTo>
                  <a:cubicBezTo>
                    <a:pt x="1951990" y="2824419"/>
                    <a:pt x="1923973" y="2664322"/>
                    <a:pt x="1866104" y="2529483"/>
                  </a:cubicBezTo>
                  <a:cubicBezTo>
                    <a:pt x="1798827" y="2378364"/>
                    <a:pt x="1318234" y="2057324"/>
                    <a:pt x="1085631" y="1773024"/>
                  </a:cubicBezTo>
                  <a:cubicBezTo>
                    <a:pt x="1039452" y="1683967"/>
                    <a:pt x="924385" y="1218329"/>
                    <a:pt x="1277747" y="968535"/>
                  </a:cubicBezTo>
                  <a:cubicBezTo>
                    <a:pt x="1430175" y="835482"/>
                    <a:pt x="1702005" y="831017"/>
                    <a:pt x="1914134" y="872477"/>
                  </a:cubicBezTo>
                  <a:cubicBezTo>
                    <a:pt x="2031257" y="905756"/>
                    <a:pt x="2240228" y="1053847"/>
                    <a:pt x="2334389" y="1316747"/>
                  </a:cubicBezTo>
                  <a:lnTo>
                    <a:pt x="2850702" y="1256710"/>
                  </a:lnTo>
                  <a:lnTo>
                    <a:pt x="2851858" y="1288484"/>
                  </a:lnTo>
                  <a:lnTo>
                    <a:pt x="2854049" y="1252639"/>
                  </a:lnTo>
                  <a:lnTo>
                    <a:pt x="2852109" y="1156435"/>
                  </a:lnTo>
                  <a:lnTo>
                    <a:pt x="2845318" y="1062236"/>
                  </a:lnTo>
                  <a:lnTo>
                    <a:pt x="2830767" y="971045"/>
                  </a:lnTo>
                  <a:lnTo>
                    <a:pt x="2811365" y="881857"/>
                  </a:lnTo>
                  <a:lnTo>
                    <a:pt x="2787112" y="799684"/>
                  </a:lnTo>
                  <a:lnTo>
                    <a:pt x="2759950" y="724526"/>
                  </a:lnTo>
                  <a:lnTo>
                    <a:pt x="2728906" y="657385"/>
                  </a:lnTo>
                  <a:lnTo>
                    <a:pt x="2682340" y="577215"/>
                  </a:lnTo>
                  <a:lnTo>
                    <a:pt x="2631895" y="501055"/>
                  </a:lnTo>
                  <a:lnTo>
                    <a:pt x="2574659" y="429907"/>
                  </a:lnTo>
                  <a:lnTo>
                    <a:pt x="2513543" y="361762"/>
                  </a:lnTo>
                  <a:lnTo>
                    <a:pt x="2446606" y="300634"/>
                  </a:lnTo>
                  <a:lnTo>
                    <a:pt x="2371907" y="243513"/>
                  </a:lnTo>
                  <a:lnTo>
                    <a:pt x="2294299" y="192406"/>
                  </a:lnTo>
                  <a:lnTo>
                    <a:pt x="2211840" y="147311"/>
                  </a:lnTo>
                  <a:lnTo>
                    <a:pt x="2121620" y="109230"/>
                  </a:lnTo>
                  <a:lnTo>
                    <a:pt x="2028490" y="74157"/>
                  </a:lnTo>
                  <a:lnTo>
                    <a:pt x="1927599" y="47099"/>
                  </a:lnTo>
                  <a:lnTo>
                    <a:pt x="1821858" y="25053"/>
                  </a:lnTo>
                  <a:lnTo>
                    <a:pt x="1711265" y="10021"/>
                  </a:lnTo>
                  <a:lnTo>
                    <a:pt x="1594853" y="100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ko-KR" altLang="en-US" sz="2701"/>
            </a:p>
          </p:txBody>
        </p:sp>
        <p:sp>
          <p:nvSpPr>
            <p:cNvPr id="5" name="Freeform: Shape 3">
              <a:extLst>
                <a:ext uri="{FF2B5EF4-FFF2-40B4-BE49-F238E27FC236}">
                  <a16:creationId xmlns:a16="http://schemas.microsoft.com/office/drawing/2014/main" id="{EAAEC7CF-CDCD-41BA-9D01-CD92532F2C8F}"/>
                </a:ext>
              </a:extLst>
            </p:cNvPr>
            <p:cNvSpPr/>
            <p:nvPr/>
          </p:nvSpPr>
          <p:spPr>
            <a:xfrm flipH="1">
              <a:off x="1105009" y="665240"/>
              <a:ext cx="3688534" cy="2409764"/>
            </a:xfrm>
            <a:custGeom>
              <a:avLst/>
              <a:gdLst>
                <a:gd name="connsiteX0" fmla="*/ 1547519 w 3095038"/>
                <a:gd name="connsiteY0" fmla="*/ 0 h 2022026"/>
                <a:gd name="connsiteX1" fmla="*/ 3095038 w 3095038"/>
                <a:gd name="connsiteY1" fmla="*/ 627509 h 2022026"/>
                <a:gd name="connsiteX2" fmla="*/ 2825277 w 3095038"/>
                <a:gd name="connsiteY2" fmla="*/ 736897 h 2022026"/>
                <a:gd name="connsiteX3" fmla="*/ 2825277 w 3095038"/>
                <a:gd name="connsiteY3" fmla="*/ 1583608 h 2022026"/>
                <a:gd name="connsiteX4" fmla="*/ 2829142 w 3095038"/>
                <a:gd name="connsiteY4" fmla="*/ 1585209 h 2022026"/>
                <a:gd name="connsiteX5" fmla="*/ 2841509 w 3095038"/>
                <a:gd name="connsiteY5" fmla="*/ 1615067 h 2022026"/>
                <a:gd name="connsiteX6" fmla="*/ 2829142 w 3095038"/>
                <a:gd name="connsiteY6" fmla="*/ 1644926 h 2022026"/>
                <a:gd name="connsiteX7" fmla="*/ 2826092 w 3095038"/>
                <a:gd name="connsiteY7" fmla="*/ 1646189 h 2022026"/>
                <a:gd name="connsiteX8" fmla="*/ 2876626 w 3095038"/>
                <a:gd name="connsiteY8" fmla="*/ 2022026 h 2022026"/>
                <a:gd name="connsiteX9" fmla="*/ 2721940 w 3095038"/>
                <a:gd name="connsiteY9" fmla="*/ 2022026 h 2022026"/>
                <a:gd name="connsiteX10" fmla="*/ 2772475 w 3095038"/>
                <a:gd name="connsiteY10" fmla="*/ 1646189 h 2022026"/>
                <a:gd name="connsiteX11" fmla="*/ 2769425 w 3095038"/>
                <a:gd name="connsiteY11" fmla="*/ 1644926 h 2022026"/>
                <a:gd name="connsiteX12" fmla="*/ 2757057 w 3095038"/>
                <a:gd name="connsiteY12" fmla="*/ 1615067 h 2022026"/>
                <a:gd name="connsiteX13" fmla="*/ 2769425 w 3095038"/>
                <a:gd name="connsiteY13" fmla="*/ 1585209 h 2022026"/>
                <a:gd name="connsiteX14" fmla="*/ 2773289 w 3095038"/>
                <a:gd name="connsiteY14" fmla="*/ 1583608 h 2022026"/>
                <a:gd name="connsiteX15" fmla="*/ 2773289 w 3095038"/>
                <a:gd name="connsiteY15" fmla="*/ 757978 h 2022026"/>
                <a:gd name="connsiteX16" fmla="*/ 2747752 w 3095038"/>
                <a:gd name="connsiteY16" fmla="*/ 768333 h 2022026"/>
                <a:gd name="connsiteX17" fmla="*/ 2473970 w 3095038"/>
                <a:gd name="connsiteY17" fmla="*/ 981499 h 2022026"/>
                <a:gd name="connsiteX18" fmla="*/ 2473970 w 3095038"/>
                <a:gd name="connsiteY18" fmla="*/ 1333096 h 2022026"/>
                <a:gd name="connsiteX19" fmla="*/ 1442377 w 3095038"/>
                <a:gd name="connsiteY19" fmla="*/ 1553521 h 2022026"/>
                <a:gd name="connsiteX20" fmla="*/ 628675 w 3095038"/>
                <a:gd name="connsiteY20" fmla="*/ 1422110 h 2022026"/>
                <a:gd name="connsiteX21" fmla="*/ 635755 w 3095038"/>
                <a:gd name="connsiteY21" fmla="*/ 1406334 h 2022026"/>
                <a:gd name="connsiteX22" fmla="*/ 621068 w 3095038"/>
                <a:gd name="connsiteY22" fmla="*/ 1402746 h 2022026"/>
                <a:gd name="connsiteX23" fmla="*/ 621068 w 3095038"/>
                <a:gd name="connsiteY23" fmla="*/ 981499 h 2022026"/>
                <a:gd name="connsiteX24" fmla="*/ 0 w 3095038"/>
                <a:gd name="connsiteY24" fmla="*/ 627509 h 20220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3095038" h="2022026">
                  <a:moveTo>
                    <a:pt x="1547519" y="0"/>
                  </a:moveTo>
                  <a:lnTo>
                    <a:pt x="3095038" y="627509"/>
                  </a:lnTo>
                  <a:lnTo>
                    <a:pt x="2825277" y="736897"/>
                  </a:lnTo>
                  <a:lnTo>
                    <a:pt x="2825277" y="1583608"/>
                  </a:lnTo>
                  <a:lnTo>
                    <a:pt x="2829142" y="1585209"/>
                  </a:lnTo>
                  <a:cubicBezTo>
                    <a:pt x="2836783" y="1592850"/>
                    <a:pt x="2841509" y="1603406"/>
                    <a:pt x="2841509" y="1615067"/>
                  </a:cubicBezTo>
                  <a:cubicBezTo>
                    <a:pt x="2841509" y="1626728"/>
                    <a:pt x="2836783" y="1637284"/>
                    <a:pt x="2829142" y="1644926"/>
                  </a:cubicBezTo>
                  <a:lnTo>
                    <a:pt x="2826092" y="1646189"/>
                  </a:lnTo>
                  <a:lnTo>
                    <a:pt x="2876626" y="2022026"/>
                  </a:lnTo>
                  <a:lnTo>
                    <a:pt x="2721940" y="2022026"/>
                  </a:lnTo>
                  <a:lnTo>
                    <a:pt x="2772475" y="1646189"/>
                  </a:lnTo>
                  <a:lnTo>
                    <a:pt x="2769425" y="1644926"/>
                  </a:lnTo>
                  <a:cubicBezTo>
                    <a:pt x="2761784" y="1637284"/>
                    <a:pt x="2757057" y="1626728"/>
                    <a:pt x="2757057" y="1615067"/>
                  </a:cubicBezTo>
                  <a:cubicBezTo>
                    <a:pt x="2757057" y="1603406"/>
                    <a:pt x="2761784" y="1592850"/>
                    <a:pt x="2769425" y="1585209"/>
                  </a:cubicBezTo>
                  <a:lnTo>
                    <a:pt x="2773289" y="1583608"/>
                  </a:lnTo>
                  <a:lnTo>
                    <a:pt x="2773289" y="757978"/>
                  </a:lnTo>
                  <a:lnTo>
                    <a:pt x="2747752" y="768333"/>
                  </a:lnTo>
                  <a:lnTo>
                    <a:pt x="2473970" y="981499"/>
                  </a:lnTo>
                  <a:lnTo>
                    <a:pt x="2473970" y="1333096"/>
                  </a:lnTo>
                  <a:cubicBezTo>
                    <a:pt x="2176456" y="1474039"/>
                    <a:pt x="1822001" y="1553521"/>
                    <a:pt x="1442377" y="1553521"/>
                  </a:cubicBezTo>
                  <a:cubicBezTo>
                    <a:pt x="1151810" y="1553521"/>
                    <a:pt x="875988" y="1506956"/>
                    <a:pt x="628675" y="1422110"/>
                  </a:cubicBezTo>
                  <a:cubicBezTo>
                    <a:pt x="630298" y="1416654"/>
                    <a:pt x="632987" y="1411486"/>
                    <a:pt x="635755" y="1406334"/>
                  </a:cubicBezTo>
                  <a:cubicBezTo>
                    <a:pt x="631035" y="1404608"/>
                    <a:pt x="626049" y="1403669"/>
                    <a:pt x="621068" y="1402746"/>
                  </a:cubicBezTo>
                  <a:lnTo>
                    <a:pt x="621068" y="981499"/>
                  </a:lnTo>
                  <a:lnTo>
                    <a:pt x="0" y="627509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 sz="2701" dirty="0"/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3DD4ED08-C458-4DAD-B3D1-E2D270C556C2}"/>
              </a:ext>
            </a:extLst>
          </p:cNvPr>
          <p:cNvSpPr txBox="1"/>
          <p:nvPr/>
        </p:nvSpPr>
        <p:spPr>
          <a:xfrm>
            <a:off x="4456043" y="1885029"/>
            <a:ext cx="14182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>
                <a:solidFill>
                  <a:schemeClr val="bg1"/>
                </a:solidFill>
                <a:cs typeface="Arial" pitchFamily="34" charset="0"/>
              </a:rPr>
              <a:t>Easy to change colors.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76477F0-4D77-45A8-9BA5-7010A1106C97}"/>
              </a:ext>
            </a:extLst>
          </p:cNvPr>
          <p:cNvSpPr txBox="1"/>
          <p:nvPr/>
        </p:nvSpPr>
        <p:spPr>
          <a:xfrm>
            <a:off x="3614125" y="1272047"/>
            <a:ext cx="8241037" cy="44383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200000"/>
              </a:lnSpc>
            </a:pPr>
            <a:r>
              <a:rPr lang="en-US" dirty="0"/>
              <a:t>Computer Operations: Understanding the basic functions of computers, including turning </a:t>
            </a:r>
            <a:r>
              <a:rPr lang="en-US" dirty="0" smtClean="0"/>
              <a:t>them on/off</a:t>
            </a:r>
            <a:r>
              <a:rPr lang="en-US" dirty="0"/>
              <a:t>, using peripherals, and managing </a:t>
            </a:r>
            <a:r>
              <a:rPr lang="en-US" dirty="0" smtClean="0"/>
              <a:t>files </a:t>
            </a:r>
            <a:r>
              <a:rPr lang="en-US" dirty="0"/>
              <a:t>and folders.</a:t>
            </a:r>
          </a:p>
          <a:p>
            <a:pPr algn="just">
              <a:lnSpc>
                <a:spcPct val="200000"/>
              </a:lnSpc>
            </a:pPr>
            <a:r>
              <a:rPr lang="en-US" dirty="0"/>
              <a:t>Software Applications: </a:t>
            </a:r>
            <a:r>
              <a:rPr lang="en-US" dirty="0" smtClean="0"/>
              <a:t>Proficiency </a:t>
            </a:r>
            <a:r>
              <a:rPr lang="en-US" dirty="0"/>
              <a:t>in using common software like word processors, </a:t>
            </a:r>
            <a:r>
              <a:rPr lang="en-US" dirty="0" smtClean="0"/>
              <a:t>spreadsheets, </a:t>
            </a:r>
            <a:r>
              <a:rPr lang="en-IN" dirty="0" smtClean="0"/>
              <a:t>and </a:t>
            </a:r>
            <a:r>
              <a:rPr lang="en-IN" dirty="0"/>
              <a:t>presentation tools.</a:t>
            </a:r>
          </a:p>
          <a:p>
            <a:pPr algn="just">
              <a:lnSpc>
                <a:spcPct val="200000"/>
              </a:lnSpc>
            </a:pPr>
            <a:r>
              <a:rPr lang="en-US" dirty="0"/>
              <a:t>Internet Navigation: </a:t>
            </a:r>
            <a:r>
              <a:rPr lang="en-US" dirty="0" smtClean="0"/>
              <a:t>Efficient </a:t>
            </a:r>
            <a:r>
              <a:rPr lang="en-US" dirty="0"/>
              <a:t>use of web browsers, search engines, and online resources.</a:t>
            </a:r>
          </a:p>
          <a:p>
            <a:pPr algn="just">
              <a:lnSpc>
                <a:spcPct val="200000"/>
              </a:lnSpc>
            </a:pPr>
            <a:r>
              <a:rPr lang="en-US" dirty="0"/>
              <a:t>Troubleshooting: Basic problem-solving skills for identifying and resolving common </a:t>
            </a:r>
            <a:r>
              <a:rPr lang="en-US" dirty="0" smtClean="0"/>
              <a:t>hardware </a:t>
            </a:r>
            <a:r>
              <a:rPr lang="en-IN" dirty="0" smtClean="0"/>
              <a:t>and </a:t>
            </a:r>
            <a:r>
              <a:rPr lang="en-IN" dirty="0"/>
              <a:t>software issues.</a:t>
            </a:r>
            <a:endParaRPr lang="en-US" altLang="ko-KR" sz="1100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46009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735F7F3-C1B5-4B60-A00A-4EB618DDFB5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95820" y="369622"/>
            <a:ext cx="11573197" cy="724247"/>
          </a:xfrm>
        </p:spPr>
        <p:txBody>
          <a:bodyPr/>
          <a:lstStyle/>
          <a:p>
            <a:r>
              <a:rPr lang="en-US" sz="4400" dirty="0" smtClean="0">
                <a:solidFill>
                  <a:srgbClr val="7030A0"/>
                </a:solidFill>
              </a:rPr>
              <a:t>Applications of IT</a:t>
            </a:r>
            <a:endParaRPr lang="en-US" sz="4400" dirty="0">
              <a:solidFill>
                <a:srgbClr val="7030A0"/>
              </a:solidFill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76477F0-4D77-45A8-9BA5-7010A1106C97}"/>
              </a:ext>
            </a:extLst>
          </p:cNvPr>
          <p:cNvSpPr txBox="1"/>
          <p:nvPr/>
        </p:nvSpPr>
        <p:spPr>
          <a:xfrm>
            <a:off x="360219" y="2979628"/>
            <a:ext cx="11471563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400" b="1" dirty="0" smtClean="0"/>
              <a:t>IT </a:t>
            </a:r>
            <a:r>
              <a:rPr lang="en-US" sz="2400" b="1" dirty="0"/>
              <a:t>in home</a:t>
            </a:r>
          </a:p>
          <a:p>
            <a:pPr algn="just">
              <a:lnSpc>
                <a:spcPct val="150000"/>
              </a:lnSpc>
            </a:pPr>
            <a:r>
              <a:rPr lang="en-US" dirty="0"/>
              <a:t>	IT has revolutionized home computing by providing more powerful and user-friendly devices,</a:t>
            </a:r>
          </a:p>
          <a:p>
            <a:pPr algn="just">
              <a:lnSpc>
                <a:spcPct val="150000"/>
              </a:lnSpc>
            </a:pPr>
            <a:r>
              <a:rPr lang="en-US" dirty="0"/>
              <a:t>	connectivity options, and a wide range of applications and services that cater to various needs</a:t>
            </a:r>
          </a:p>
          <a:p>
            <a:pPr algn="just">
              <a:lnSpc>
                <a:spcPct val="150000"/>
              </a:lnSpc>
            </a:pPr>
            <a:r>
              <a:rPr lang="en-US" dirty="0"/>
              <a:t>	and preferences. The integration of smart technologies and the expansion of cloud computing</a:t>
            </a:r>
          </a:p>
          <a:p>
            <a:pPr algn="just">
              <a:lnSpc>
                <a:spcPct val="150000"/>
              </a:lnSpc>
            </a:pPr>
            <a:r>
              <a:rPr lang="en-US" dirty="0"/>
              <a:t>	have further enhanced the overall home computing experience</a:t>
            </a:r>
            <a:r>
              <a:rPr lang="en-US" dirty="0" smtClean="0"/>
              <a:t>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400" b="1" dirty="0" smtClean="0"/>
              <a:t>IT </a:t>
            </a:r>
            <a:r>
              <a:rPr lang="en-US" sz="2400" b="1" dirty="0"/>
              <a:t>in </a:t>
            </a:r>
            <a:r>
              <a:rPr lang="en-US" sz="2400" b="1" dirty="0" smtClean="0"/>
              <a:t>Banking</a:t>
            </a:r>
            <a:endParaRPr lang="en-US" sz="2400" b="1" dirty="0"/>
          </a:p>
          <a:p>
            <a:pPr algn="just">
              <a:lnSpc>
                <a:spcPct val="150000"/>
              </a:lnSpc>
            </a:pPr>
            <a:r>
              <a:rPr lang="en-US" dirty="0" smtClean="0"/>
              <a:t>	Information </a:t>
            </a:r>
            <a:r>
              <a:rPr lang="en-US" dirty="0"/>
              <a:t>Technology, is like the backbone of modern banking. It's the technology that keeps</a:t>
            </a:r>
          </a:p>
          <a:p>
            <a:pPr algn="just">
              <a:lnSpc>
                <a:spcPct val="150000"/>
              </a:lnSpc>
            </a:pPr>
            <a:r>
              <a:rPr lang="en-US" dirty="0" smtClean="0"/>
              <a:t>	things </a:t>
            </a:r>
            <a:r>
              <a:rPr lang="en-US" dirty="0"/>
              <a:t>running smoothly and helps banks thrive in today's world.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76477F0-4D77-45A8-9BA5-7010A1106C97}"/>
              </a:ext>
            </a:extLst>
          </p:cNvPr>
          <p:cNvSpPr txBox="1"/>
          <p:nvPr/>
        </p:nvSpPr>
        <p:spPr>
          <a:xfrm>
            <a:off x="330599" y="1396737"/>
            <a:ext cx="11376492" cy="13388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dirty="0"/>
              <a:t>It is used in Business and Enterprise Systems, Communication and Collaboration, </a:t>
            </a:r>
            <a:r>
              <a:rPr lang="en-US" dirty="0" smtClean="0"/>
              <a:t>Data Management </a:t>
            </a:r>
            <a:r>
              <a:rPr lang="en-US" dirty="0"/>
              <a:t>and Analytics, E- Commerce, Healthcare Informatics, Education </a:t>
            </a:r>
            <a:r>
              <a:rPr lang="en-US" dirty="0" smtClean="0"/>
              <a:t>Technology, Financial </a:t>
            </a:r>
            <a:r>
              <a:rPr lang="en-US" dirty="0"/>
              <a:t>Technology, Government and Public Services, Entertainment and Media, </a:t>
            </a:r>
            <a:r>
              <a:rPr lang="en-US" dirty="0" smtClean="0"/>
              <a:t>Cybersecurity, Robotics </a:t>
            </a:r>
            <a:r>
              <a:rPr lang="en-US" dirty="0"/>
              <a:t>and Animation.</a:t>
            </a:r>
            <a:endParaRPr lang="en-US" altLang="ko-KR" sz="1100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097826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TextBox 39">
            <a:extLst>
              <a:ext uri="{FF2B5EF4-FFF2-40B4-BE49-F238E27FC236}">
                <a16:creationId xmlns:a16="http://schemas.microsoft.com/office/drawing/2014/main" id="{376477F0-4D77-45A8-9BA5-7010A1106C97}"/>
              </a:ext>
            </a:extLst>
          </p:cNvPr>
          <p:cNvSpPr txBox="1"/>
          <p:nvPr/>
        </p:nvSpPr>
        <p:spPr>
          <a:xfrm>
            <a:off x="401784" y="250282"/>
            <a:ext cx="10820398" cy="37394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400" b="1" dirty="0" smtClean="0"/>
              <a:t>IT </a:t>
            </a:r>
            <a:r>
              <a:rPr lang="en-US" sz="2400" b="1" dirty="0"/>
              <a:t>in </a:t>
            </a:r>
            <a:r>
              <a:rPr lang="en-US" sz="2400" b="1" dirty="0" smtClean="0"/>
              <a:t>Medical Science &amp; Health Care</a:t>
            </a:r>
            <a:endParaRPr lang="en-US" sz="2400" b="1" dirty="0"/>
          </a:p>
          <a:p>
            <a:pPr algn="just">
              <a:lnSpc>
                <a:spcPct val="150000"/>
              </a:lnSpc>
            </a:pPr>
            <a:r>
              <a:rPr lang="en-US" dirty="0"/>
              <a:t>	Information Technology (IT) plays a tremendously important role in both medical science and</a:t>
            </a:r>
          </a:p>
          <a:p>
            <a:pPr algn="just">
              <a:lnSpc>
                <a:spcPct val="150000"/>
              </a:lnSpc>
            </a:pPr>
            <a:r>
              <a:rPr lang="en-US" dirty="0" smtClean="0"/>
              <a:t>	healthcare</a:t>
            </a:r>
            <a:r>
              <a:rPr lang="en-US" dirty="0"/>
              <a:t>. It has revolutionized how we research, diagnose, treat, and manage health, </a:t>
            </a:r>
            <a:r>
              <a:rPr lang="en-US" dirty="0" smtClean="0"/>
              <a:t>	impacting various </a:t>
            </a:r>
            <a:r>
              <a:rPr lang="en-US" dirty="0"/>
              <a:t>aspects of the medical </a:t>
            </a:r>
            <a:r>
              <a:rPr lang="en-US" dirty="0" smtClean="0"/>
              <a:t>field.</a:t>
            </a:r>
          </a:p>
          <a:p>
            <a:pPr algn="just">
              <a:lnSpc>
                <a:spcPct val="150000"/>
              </a:lnSpc>
            </a:pPr>
            <a:endParaRPr lang="en-US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400" b="1" dirty="0" smtClean="0"/>
              <a:t>IT in E-Governance &amp; Public Sector</a:t>
            </a:r>
          </a:p>
          <a:p>
            <a:pPr>
              <a:lnSpc>
                <a:spcPct val="150000"/>
              </a:lnSpc>
            </a:pPr>
            <a:r>
              <a:rPr lang="en-US" dirty="0" smtClean="0"/>
              <a:t>	</a:t>
            </a:r>
            <a:r>
              <a:rPr lang="en-US" dirty="0"/>
              <a:t>Digital India and E-Governance initiatives of the government have helped many government</a:t>
            </a:r>
          </a:p>
          <a:p>
            <a:pPr>
              <a:lnSpc>
                <a:spcPct val="150000"/>
              </a:lnSpc>
            </a:pPr>
            <a:r>
              <a:rPr lang="en-US" dirty="0" smtClean="0"/>
              <a:t>	services </a:t>
            </a:r>
            <a:r>
              <a:rPr lang="en-US" dirty="0"/>
              <a:t>to be online. Linking of Pan Card to bank account, collection of taxes, processing </a:t>
            </a:r>
            <a:r>
              <a:rPr lang="en-US" dirty="0" smtClean="0"/>
              <a:t>of 	</a:t>
            </a:r>
            <a:r>
              <a:rPr lang="fr-FR" dirty="0" smtClean="0"/>
              <a:t>documents </a:t>
            </a:r>
            <a:r>
              <a:rPr lang="fr-FR" dirty="0" err="1"/>
              <a:t>like</a:t>
            </a:r>
            <a:r>
              <a:rPr lang="fr-FR" dirty="0"/>
              <a:t> License, </a:t>
            </a:r>
            <a:r>
              <a:rPr lang="fr-FR" dirty="0" err="1"/>
              <a:t>Passports</a:t>
            </a:r>
            <a:r>
              <a:rPr lang="fr-FR" dirty="0"/>
              <a:t>, Voter Id </a:t>
            </a:r>
            <a:r>
              <a:rPr lang="fr-FR" dirty="0" err="1"/>
              <a:t>Card</a:t>
            </a:r>
            <a:r>
              <a:rPr lang="fr-FR" dirty="0"/>
              <a:t> etc.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76477F0-4D77-45A8-9BA5-7010A1106C97}"/>
              </a:ext>
            </a:extLst>
          </p:cNvPr>
          <p:cNvSpPr txBox="1"/>
          <p:nvPr/>
        </p:nvSpPr>
        <p:spPr>
          <a:xfrm>
            <a:off x="304801" y="4074343"/>
            <a:ext cx="11374579" cy="25391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b="1" dirty="0" smtClean="0">
                <a:solidFill>
                  <a:srgbClr val="7030A0"/>
                </a:solidFill>
              </a:rPr>
              <a:t>IT </a:t>
            </a:r>
            <a:r>
              <a:rPr lang="en-US" sz="2400" b="1" dirty="0">
                <a:solidFill>
                  <a:srgbClr val="7030A0"/>
                </a:solidFill>
              </a:rPr>
              <a:t>in </a:t>
            </a:r>
            <a:r>
              <a:rPr lang="en-US" sz="2400" b="1" dirty="0" smtClean="0">
                <a:solidFill>
                  <a:srgbClr val="7030A0"/>
                </a:solidFill>
              </a:rPr>
              <a:t>Medical Science &amp; Health Care</a:t>
            </a:r>
            <a:endParaRPr lang="en-US" sz="2400" b="1" dirty="0">
              <a:solidFill>
                <a:srgbClr val="7030A0"/>
              </a:solidFill>
            </a:endParaRPr>
          </a:p>
          <a:p>
            <a:pPr algn="just">
              <a:lnSpc>
                <a:spcPct val="150000"/>
              </a:lnSpc>
            </a:pPr>
            <a:r>
              <a:rPr lang="en-US" dirty="0"/>
              <a:t>	Information Technology Enabled Services (</a:t>
            </a:r>
            <a:r>
              <a:rPr lang="en-US" dirty="0" err="1"/>
              <a:t>ITeS</a:t>
            </a:r>
            <a:r>
              <a:rPr lang="en-US" dirty="0"/>
              <a:t>) refer to the application of </a:t>
            </a:r>
            <a:r>
              <a:rPr lang="en-US" dirty="0" smtClean="0"/>
              <a:t>Information Technology </a:t>
            </a:r>
            <a:r>
              <a:rPr lang="en-US" dirty="0"/>
              <a:t>to </a:t>
            </a:r>
            <a:r>
              <a:rPr lang="en-US" dirty="0" smtClean="0"/>
              <a:t>	deliver </a:t>
            </a:r>
            <a:r>
              <a:rPr lang="en-US" dirty="0"/>
              <a:t>various services that support business, processes and operations. </a:t>
            </a:r>
            <a:r>
              <a:rPr lang="en-US" dirty="0" smtClean="0"/>
              <a:t>These services are often 	delivered remotely using technology, and they play a significant role in today’s globalized economy. 	The skills required in </a:t>
            </a:r>
            <a:r>
              <a:rPr lang="en-US" dirty="0" err="1" smtClean="0"/>
              <a:t>ITeS</a:t>
            </a:r>
            <a:r>
              <a:rPr lang="en-US" dirty="0" smtClean="0"/>
              <a:t> are Communication Skills, Technical Proficiency, Problem Solving, Data 	Management.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16757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735F7F3-C1B5-4B60-A00A-4EB618DDFB5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637238" y="591294"/>
            <a:ext cx="7116362" cy="724247"/>
          </a:xfrm>
        </p:spPr>
        <p:txBody>
          <a:bodyPr/>
          <a:lstStyle/>
          <a:p>
            <a:r>
              <a:rPr lang="en-US" sz="4400" b="1" dirty="0" smtClean="0">
                <a:solidFill>
                  <a:srgbClr val="7030A0"/>
                </a:solidFill>
              </a:rPr>
              <a:t>Key Components of </a:t>
            </a:r>
            <a:r>
              <a:rPr lang="en-US" sz="4400" b="1" dirty="0" err="1" smtClean="0">
                <a:solidFill>
                  <a:srgbClr val="7030A0"/>
                </a:solidFill>
              </a:rPr>
              <a:t>ITeS</a:t>
            </a:r>
            <a:endParaRPr lang="en-US" sz="4400" b="1" dirty="0">
              <a:solidFill>
                <a:srgbClr val="7030A0"/>
              </a:solidFill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76477F0-4D77-45A8-9BA5-7010A1106C97}"/>
              </a:ext>
            </a:extLst>
          </p:cNvPr>
          <p:cNvSpPr txBox="1"/>
          <p:nvPr/>
        </p:nvSpPr>
        <p:spPr>
          <a:xfrm>
            <a:off x="471056" y="1455627"/>
            <a:ext cx="11471563" cy="46230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sz="2400" b="1" dirty="0" smtClean="0"/>
              <a:t>Customer Support: </a:t>
            </a:r>
            <a:r>
              <a:rPr lang="en-US" dirty="0"/>
              <a:t>Providing assistance to customers through various channels, such as phone,</a:t>
            </a:r>
          </a:p>
          <a:p>
            <a:pPr>
              <a:lnSpc>
                <a:spcPct val="200000"/>
              </a:lnSpc>
            </a:pPr>
            <a:r>
              <a:rPr lang="en-US" dirty="0"/>
              <a:t>email, chat, or social media</a:t>
            </a:r>
            <a:r>
              <a:rPr lang="en-US" dirty="0" smtClean="0"/>
              <a:t>.</a:t>
            </a:r>
          </a:p>
          <a:p>
            <a:pPr>
              <a:lnSpc>
                <a:spcPct val="200000"/>
              </a:lnSpc>
            </a:pPr>
            <a:r>
              <a:rPr lang="en-US" sz="2400" b="1" dirty="0"/>
              <a:t>Data Entry and Processing: </a:t>
            </a:r>
            <a:r>
              <a:rPr lang="en-US" dirty="0"/>
              <a:t>Handling and processing data </a:t>
            </a:r>
            <a:r>
              <a:rPr lang="en-US" dirty="0" smtClean="0"/>
              <a:t>efficiently </a:t>
            </a:r>
            <a:r>
              <a:rPr lang="en-US" dirty="0"/>
              <a:t>and accurately</a:t>
            </a:r>
            <a:r>
              <a:rPr lang="en-US" dirty="0" smtClean="0"/>
              <a:t>.</a:t>
            </a:r>
          </a:p>
          <a:p>
            <a:pPr>
              <a:lnSpc>
                <a:spcPct val="200000"/>
              </a:lnSpc>
            </a:pPr>
            <a:r>
              <a:rPr lang="en-US" sz="2400" b="1" dirty="0"/>
              <a:t>Technical Support: </a:t>
            </a:r>
            <a:r>
              <a:rPr lang="en-US" dirty="0"/>
              <a:t>Assisting users with technical issues related to software, hardware, or other </a:t>
            </a:r>
            <a:r>
              <a:rPr lang="en-US" dirty="0" smtClean="0"/>
              <a:t>IT </a:t>
            </a:r>
            <a:r>
              <a:rPr lang="en-IN" dirty="0" smtClean="0"/>
              <a:t>Products</a:t>
            </a:r>
          </a:p>
          <a:p>
            <a:pPr>
              <a:lnSpc>
                <a:spcPct val="200000"/>
              </a:lnSpc>
            </a:pPr>
            <a:r>
              <a:rPr lang="en-US" sz="2400" b="1" dirty="0"/>
              <a:t>Business Process Outsourcing (BPO): </a:t>
            </a:r>
            <a:r>
              <a:rPr lang="en-US" dirty="0"/>
              <a:t>Outsourcing </a:t>
            </a:r>
            <a:r>
              <a:rPr lang="en-US" dirty="0" smtClean="0"/>
              <a:t>specific </a:t>
            </a:r>
            <a:r>
              <a:rPr lang="en-US" dirty="0"/>
              <a:t>business processes to external </a:t>
            </a:r>
            <a:r>
              <a:rPr lang="en-US" dirty="0" smtClean="0"/>
              <a:t>service </a:t>
            </a:r>
            <a:r>
              <a:rPr lang="en-IN" dirty="0" smtClean="0"/>
              <a:t>providers</a:t>
            </a:r>
            <a:r>
              <a:rPr lang="en-IN" dirty="0"/>
              <a:t>.</a:t>
            </a:r>
            <a:endParaRPr lang="en-US" sz="2400" b="1" dirty="0" smtClean="0"/>
          </a:p>
        </p:txBody>
      </p:sp>
    </p:spTree>
    <p:extLst>
      <p:ext uri="{BB962C8B-B14F-4D97-AF65-F5344CB8AC3E}">
        <p14:creationId xmlns:p14="http://schemas.microsoft.com/office/powerpoint/2010/main" val="18508061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735F7F3-C1B5-4B60-A00A-4EB618DDFB5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637238" y="591294"/>
            <a:ext cx="7116362" cy="724247"/>
          </a:xfrm>
        </p:spPr>
        <p:txBody>
          <a:bodyPr/>
          <a:lstStyle/>
          <a:p>
            <a:r>
              <a:rPr lang="en-US" sz="4400" b="1" dirty="0" smtClean="0">
                <a:solidFill>
                  <a:srgbClr val="7030A0"/>
                </a:solidFill>
              </a:rPr>
              <a:t>Common </a:t>
            </a:r>
            <a:r>
              <a:rPr lang="en-US" sz="4400" b="1" dirty="0" err="1" smtClean="0">
                <a:solidFill>
                  <a:srgbClr val="7030A0"/>
                </a:solidFill>
              </a:rPr>
              <a:t>ITeS</a:t>
            </a:r>
            <a:r>
              <a:rPr lang="en-US" sz="4400" b="1" dirty="0" smtClean="0">
                <a:solidFill>
                  <a:srgbClr val="7030A0"/>
                </a:solidFill>
              </a:rPr>
              <a:t> Functions</a:t>
            </a:r>
            <a:endParaRPr lang="en-US" sz="4400" b="1" dirty="0">
              <a:solidFill>
                <a:srgbClr val="7030A0"/>
              </a:solidFill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76477F0-4D77-45A8-9BA5-7010A1106C97}"/>
              </a:ext>
            </a:extLst>
          </p:cNvPr>
          <p:cNvSpPr txBox="1"/>
          <p:nvPr/>
        </p:nvSpPr>
        <p:spPr>
          <a:xfrm>
            <a:off x="443347" y="1427917"/>
            <a:ext cx="11471563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sz="2400" b="1" dirty="0" smtClean="0"/>
              <a:t>Call Centers: </a:t>
            </a:r>
            <a:r>
              <a:rPr lang="en-US" dirty="0"/>
              <a:t>Handling inbound and outbound calls to address customer queries, </a:t>
            </a:r>
            <a:r>
              <a:rPr lang="en-US" dirty="0" smtClean="0"/>
              <a:t>provide information</a:t>
            </a:r>
            <a:r>
              <a:rPr lang="en-US" dirty="0"/>
              <a:t>, or offer support.</a:t>
            </a:r>
          </a:p>
          <a:p>
            <a:pPr>
              <a:lnSpc>
                <a:spcPct val="200000"/>
              </a:lnSpc>
            </a:pPr>
            <a:r>
              <a:rPr lang="en-US" sz="2400" b="1" dirty="0" smtClean="0"/>
              <a:t>Data Entry Services: </a:t>
            </a:r>
            <a:r>
              <a:rPr lang="en-US" dirty="0"/>
              <a:t>Inputting, processing, and managing data in digital formats.</a:t>
            </a:r>
            <a:r>
              <a:rPr lang="en-US" dirty="0" smtClean="0"/>
              <a:t>.</a:t>
            </a:r>
          </a:p>
          <a:p>
            <a:pPr>
              <a:lnSpc>
                <a:spcPct val="200000"/>
              </a:lnSpc>
            </a:pPr>
            <a:r>
              <a:rPr lang="en-US" sz="2400" b="1" dirty="0" smtClean="0"/>
              <a:t>Tech Support Services: </a:t>
            </a:r>
            <a:r>
              <a:rPr lang="en-US" dirty="0"/>
              <a:t>Resolving technical issues faced by customers or </a:t>
            </a:r>
            <a:r>
              <a:rPr lang="en-US" dirty="0" smtClean="0"/>
              <a:t>end-users.</a:t>
            </a:r>
            <a:endParaRPr lang="en-IN" dirty="0" smtClean="0"/>
          </a:p>
          <a:p>
            <a:pPr>
              <a:lnSpc>
                <a:spcPct val="200000"/>
              </a:lnSpc>
            </a:pPr>
            <a:r>
              <a:rPr lang="en-US" sz="2400" b="1" dirty="0" smtClean="0"/>
              <a:t>Back Office Operations: </a:t>
            </a:r>
            <a:r>
              <a:rPr lang="en-US" dirty="0"/>
              <a:t>Supporting internal business processes such as </a:t>
            </a:r>
            <a:r>
              <a:rPr lang="en-US" dirty="0" smtClean="0"/>
              <a:t>finance, HR and administrative tasks</a:t>
            </a:r>
            <a:r>
              <a:rPr lang="en-IN" dirty="0" smtClean="0"/>
              <a:t>.</a:t>
            </a:r>
            <a:endParaRPr lang="en-US" sz="2400" b="1" dirty="0" smtClean="0"/>
          </a:p>
        </p:txBody>
      </p:sp>
    </p:spTree>
    <p:extLst>
      <p:ext uri="{BB962C8B-B14F-4D97-AF65-F5344CB8AC3E}">
        <p14:creationId xmlns:p14="http://schemas.microsoft.com/office/powerpoint/2010/main" val="40742672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735F7F3-C1B5-4B60-A00A-4EB618DDFB5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637238" y="591294"/>
            <a:ext cx="7116362" cy="724247"/>
          </a:xfrm>
        </p:spPr>
        <p:txBody>
          <a:bodyPr/>
          <a:lstStyle/>
          <a:p>
            <a:r>
              <a:rPr lang="en-US" sz="4400" b="1" dirty="0" smtClean="0">
                <a:solidFill>
                  <a:srgbClr val="7030A0"/>
                </a:solidFill>
              </a:rPr>
              <a:t>Role of </a:t>
            </a:r>
            <a:r>
              <a:rPr lang="en-US" sz="4400" b="1" dirty="0" err="1" smtClean="0">
                <a:solidFill>
                  <a:srgbClr val="7030A0"/>
                </a:solidFill>
              </a:rPr>
              <a:t>ITeS</a:t>
            </a:r>
            <a:r>
              <a:rPr lang="en-US" sz="4400" b="1" dirty="0" smtClean="0">
                <a:solidFill>
                  <a:srgbClr val="7030A0"/>
                </a:solidFill>
              </a:rPr>
              <a:t> in Business</a:t>
            </a:r>
            <a:endParaRPr lang="en-US" sz="4400" b="1" dirty="0">
              <a:solidFill>
                <a:srgbClr val="7030A0"/>
              </a:solidFill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76477F0-4D77-45A8-9BA5-7010A1106C97}"/>
              </a:ext>
            </a:extLst>
          </p:cNvPr>
          <p:cNvSpPr txBox="1"/>
          <p:nvPr/>
        </p:nvSpPr>
        <p:spPr>
          <a:xfrm>
            <a:off x="374074" y="1483335"/>
            <a:ext cx="11471563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200000"/>
              </a:lnSpc>
            </a:pPr>
            <a:r>
              <a:rPr lang="en-US" sz="2400" b="1" dirty="0" smtClean="0"/>
              <a:t>Efficiency: </a:t>
            </a:r>
            <a:r>
              <a:rPr lang="en-US" dirty="0" err="1"/>
              <a:t>ITeS</a:t>
            </a:r>
            <a:r>
              <a:rPr lang="en-US" dirty="0"/>
              <a:t> can improve the </a:t>
            </a:r>
            <a:r>
              <a:rPr lang="en-US" dirty="0" smtClean="0"/>
              <a:t>efficiency </a:t>
            </a:r>
            <a:r>
              <a:rPr lang="en-US" dirty="0"/>
              <a:t>of business operations by outsourcing </a:t>
            </a:r>
            <a:r>
              <a:rPr lang="en-US" dirty="0" smtClean="0"/>
              <a:t>non-core functions</a:t>
            </a:r>
            <a:r>
              <a:rPr lang="en-US" dirty="0"/>
              <a:t>, allowing companies to focus on their core </a:t>
            </a:r>
            <a:r>
              <a:rPr lang="en-US" dirty="0" smtClean="0"/>
              <a:t>competencies.</a:t>
            </a:r>
          </a:p>
          <a:p>
            <a:pPr algn="just">
              <a:lnSpc>
                <a:spcPct val="200000"/>
              </a:lnSpc>
            </a:pPr>
            <a:r>
              <a:rPr lang="en-US" sz="2400" b="1" dirty="0"/>
              <a:t>Cost Savings</a:t>
            </a:r>
            <a:r>
              <a:rPr lang="en-US" dirty="0"/>
              <a:t>: Outsourcing </a:t>
            </a:r>
            <a:r>
              <a:rPr lang="en-US" dirty="0" err="1"/>
              <a:t>ITeS</a:t>
            </a:r>
            <a:r>
              <a:rPr lang="en-US" dirty="0"/>
              <a:t> functions can lead to cost savings for businesses</a:t>
            </a:r>
            <a:r>
              <a:rPr lang="en-US" dirty="0" smtClean="0"/>
              <a:t>.</a:t>
            </a:r>
          </a:p>
          <a:p>
            <a:pPr>
              <a:lnSpc>
                <a:spcPct val="200000"/>
              </a:lnSpc>
            </a:pPr>
            <a:r>
              <a:rPr lang="en-US" sz="2400" b="1" dirty="0"/>
              <a:t>Globalization:</a:t>
            </a:r>
            <a:r>
              <a:rPr lang="en-US" dirty="0"/>
              <a:t> </a:t>
            </a:r>
            <a:r>
              <a:rPr lang="en-US" dirty="0" err="1"/>
              <a:t>ITeS</a:t>
            </a:r>
            <a:r>
              <a:rPr lang="en-US" dirty="0"/>
              <a:t> allows companies to access a global talent pool, enabling them to operate on a</a:t>
            </a:r>
          </a:p>
          <a:p>
            <a:pPr>
              <a:lnSpc>
                <a:spcPct val="200000"/>
              </a:lnSpc>
            </a:pPr>
            <a:r>
              <a:rPr lang="en-IN" dirty="0"/>
              <a:t>larger scale</a:t>
            </a:r>
            <a:r>
              <a:rPr lang="en-IN" dirty="0" smtClean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3984399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413C5614-3310-43C7-BFE1-A34DC6F81F12}"/>
              </a:ext>
            </a:extLst>
          </p:cNvPr>
          <p:cNvSpPr txBox="1"/>
          <p:nvPr/>
        </p:nvSpPr>
        <p:spPr>
          <a:xfrm>
            <a:off x="4324535" y="3506736"/>
            <a:ext cx="3918920" cy="175432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GB" altLang="ko-KR" sz="5400" b="1" dirty="0" smtClean="0">
                <a:solidFill>
                  <a:srgbClr val="C00000"/>
                </a:solidFill>
                <a:cs typeface="Arial" pitchFamily="34" charset="0"/>
              </a:rPr>
              <a:t>Intellectual Skill Sheet</a:t>
            </a:r>
            <a:endParaRPr lang="ko-KR" altLang="en-US" sz="5400" b="1" dirty="0">
              <a:solidFill>
                <a:srgbClr val="C00000"/>
              </a:solidFill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525637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735F7F3-C1B5-4B60-A00A-4EB618DDFB5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006675" y="159401"/>
            <a:ext cx="9171812" cy="561036"/>
          </a:xfrm>
        </p:spPr>
        <p:txBody>
          <a:bodyPr/>
          <a:lstStyle/>
          <a:p>
            <a:r>
              <a:rPr lang="en-US" sz="4800" b="1" u="sng" dirty="0" smtClean="0">
                <a:solidFill>
                  <a:srgbClr val="C00000"/>
                </a:solidFill>
              </a:rPr>
              <a:t>Multiple </a:t>
            </a:r>
            <a:r>
              <a:rPr lang="en-US" sz="4000" b="1" u="sng" dirty="0" smtClean="0">
                <a:solidFill>
                  <a:srgbClr val="C00000"/>
                </a:solidFill>
              </a:rPr>
              <a:t>Choice</a:t>
            </a:r>
            <a:r>
              <a:rPr lang="en-US" sz="4800" b="1" u="sng" dirty="0" smtClean="0">
                <a:solidFill>
                  <a:srgbClr val="C00000"/>
                </a:solidFill>
              </a:rPr>
              <a:t> Questions</a:t>
            </a:r>
            <a:endParaRPr lang="en-US" sz="4800" b="1" u="sng" dirty="0">
              <a:solidFill>
                <a:srgbClr val="C00000"/>
              </a:solidFill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331A8A57-B6B4-428F-BE6B-FA8BCEF38EA4}"/>
              </a:ext>
            </a:extLst>
          </p:cNvPr>
          <p:cNvGrpSpPr/>
          <p:nvPr/>
        </p:nvGrpSpPr>
        <p:grpSpPr>
          <a:xfrm flipH="1">
            <a:off x="0" y="1785483"/>
            <a:ext cx="2050473" cy="2764544"/>
            <a:chOff x="6957846" y="390184"/>
            <a:chExt cx="3835060" cy="3644618"/>
          </a:xfrm>
        </p:grpSpPr>
        <p:grpSp>
          <p:nvGrpSpPr>
            <p:cNvPr id="6" name="그룹 5">
              <a:extLst>
                <a:ext uri="{FF2B5EF4-FFF2-40B4-BE49-F238E27FC236}">
                  <a16:creationId xmlns:a16="http://schemas.microsoft.com/office/drawing/2014/main" id="{6974F655-37C0-474B-B53D-536705169473}"/>
                </a:ext>
              </a:extLst>
            </p:cNvPr>
            <p:cNvGrpSpPr/>
            <p:nvPr/>
          </p:nvGrpSpPr>
          <p:grpSpPr>
            <a:xfrm>
              <a:off x="6957846" y="390184"/>
              <a:ext cx="3835060" cy="3644618"/>
              <a:chOff x="6957846" y="390184"/>
              <a:chExt cx="3835060" cy="3644618"/>
            </a:xfrm>
          </p:grpSpPr>
          <p:sp>
            <p:nvSpPr>
              <p:cNvPr id="13" name="자유형: 도형 12">
                <a:extLst>
                  <a:ext uri="{FF2B5EF4-FFF2-40B4-BE49-F238E27FC236}">
                    <a16:creationId xmlns:a16="http://schemas.microsoft.com/office/drawing/2014/main" id="{B70DE6EE-F4D0-4529-8D1D-8804F24145D6}"/>
                  </a:ext>
                </a:extLst>
              </p:cNvPr>
              <p:cNvSpPr/>
              <p:nvPr/>
            </p:nvSpPr>
            <p:spPr>
              <a:xfrm>
                <a:off x="9741118" y="1802306"/>
                <a:ext cx="1051788" cy="1120687"/>
              </a:xfrm>
              <a:custGeom>
                <a:avLst/>
                <a:gdLst>
                  <a:gd name="connsiteX0" fmla="*/ 1038197 w 1051788"/>
                  <a:gd name="connsiteY0" fmla="*/ 861877 h 1120687"/>
                  <a:gd name="connsiteX1" fmla="*/ 977598 w 1051788"/>
                  <a:gd name="connsiteY1" fmla="*/ 774938 h 1120687"/>
                  <a:gd name="connsiteX2" fmla="*/ 575884 w 1051788"/>
                  <a:gd name="connsiteY2" fmla="*/ 363798 h 1120687"/>
                  <a:gd name="connsiteX3" fmla="*/ 218630 w 1051788"/>
                  <a:gd name="connsiteY3" fmla="*/ 72976 h 1120687"/>
                  <a:gd name="connsiteX4" fmla="*/ 189871 w 1051788"/>
                  <a:gd name="connsiteY4" fmla="*/ 48325 h 1120687"/>
                  <a:gd name="connsiteX5" fmla="*/ 164303 w 1051788"/>
                  <a:gd name="connsiteY5" fmla="*/ 31268 h 1120687"/>
                  <a:gd name="connsiteX6" fmla="*/ 28980 w 1051788"/>
                  <a:gd name="connsiteY6" fmla="*/ 4783 h 1120687"/>
                  <a:gd name="connsiteX7" fmla="*/ 38 w 1051788"/>
                  <a:gd name="connsiteY7" fmla="*/ 136108 h 1120687"/>
                  <a:gd name="connsiteX8" fmla="*/ 63609 w 1051788"/>
                  <a:gd name="connsiteY8" fmla="*/ 363871 h 1120687"/>
                  <a:gd name="connsiteX9" fmla="*/ 110563 w 1051788"/>
                  <a:gd name="connsiteY9" fmla="*/ 450626 h 1120687"/>
                  <a:gd name="connsiteX10" fmla="*/ 125713 w 1051788"/>
                  <a:gd name="connsiteY10" fmla="*/ 470398 h 1120687"/>
                  <a:gd name="connsiteX11" fmla="*/ 282568 w 1051788"/>
                  <a:gd name="connsiteY11" fmla="*/ 568304 h 1120687"/>
                  <a:gd name="connsiteX12" fmla="*/ 282605 w 1051788"/>
                  <a:gd name="connsiteY12" fmla="*/ 566984 h 1120687"/>
                  <a:gd name="connsiteX13" fmla="*/ 644884 w 1051788"/>
                  <a:gd name="connsiteY13" fmla="*/ 780881 h 1120687"/>
                  <a:gd name="connsiteX14" fmla="*/ 712234 w 1051788"/>
                  <a:gd name="connsiteY14" fmla="*/ 830916 h 1120687"/>
                  <a:gd name="connsiteX15" fmla="*/ 701596 w 1051788"/>
                  <a:gd name="connsiteY15" fmla="*/ 895735 h 1120687"/>
                  <a:gd name="connsiteX16" fmla="*/ 535496 w 1051788"/>
                  <a:gd name="connsiteY16" fmla="*/ 951309 h 1120687"/>
                  <a:gd name="connsiteX17" fmla="*/ 532855 w 1051788"/>
                  <a:gd name="connsiteY17" fmla="*/ 951529 h 1120687"/>
                  <a:gd name="connsiteX18" fmla="*/ 539788 w 1051788"/>
                  <a:gd name="connsiteY18" fmla="*/ 970311 h 1120687"/>
                  <a:gd name="connsiteX19" fmla="*/ 639125 w 1051788"/>
                  <a:gd name="connsiteY19" fmla="*/ 1109706 h 1120687"/>
                  <a:gd name="connsiteX20" fmla="*/ 663960 w 1051788"/>
                  <a:gd name="connsiteY20" fmla="*/ 1119610 h 1120687"/>
                  <a:gd name="connsiteX21" fmla="*/ 767221 w 1051788"/>
                  <a:gd name="connsiteY21" fmla="*/ 1082634 h 1120687"/>
                  <a:gd name="connsiteX22" fmla="*/ 1007861 w 1051788"/>
                  <a:gd name="connsiteY22" fmla="*/ 971705 h 1120687"/>
                  <a:gd name="connsiteX23" fmla="*/ 1038197 w 1051788"/>
                  <a:gd name="connsiteY23" fmla="*/ 861877 h 11206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1051788" h="1120687">
                    <a:moveTo>
                      <a:pt x="1038197" y="861877"/>
                    </a:moveTo>
                    <a:cubicBezTo>
                      <a:pt x="1022240" y="829999"/>
                      <a:pt x="1000377" y="802047"/>
                      <a:pt x="977598" y="774938"/>
                    </a:cubicBezTo>
                    <a:cubicBezTo>
                      <a:pt x="853903" y="627914"/>
                      <a:pt x="718434" y="492444"/>
                      <a:pt x="575884" y="363798"/>
                    </a:cubicBezTo>
                    <a:cubicBezTo>
                      <a:pt x="461727" y="260756"/>
                      <a:pt x="351642" y="152871"/>
                      <a:pt x="218630" y="72976"/>
                    </a:cubicBezTo>
                    <a:cubicBezTo>
                      <a:pt x="207956" y="66557"/>
                      <a:pt x="196841" y="59587"/>
                      <a:pt x="189871" y="48325"/>
                    </a:cubicBezTo>
                    <a:cubicBezTo>
                      <a:pt x="179637" y="45171"/>
                      <a:pt x="172777" y="36991"/>
                      <a:pt x="164303" y="31268"/>
                    </a:cubicBezTo>
                    <a:cubicBezTo>
                      <a:pt x="122925" y="3206"/>
                      <a:pt x="78098" y="-6919"/>
                      <a:pt x="28980" y="4783"/>
                    </a:cubicBezTo>
                    <a:cubicBezTo>
                      <a:pt x="12693" y="47078"/>
                      <a:pt x="698" y="90437"/>
                      <a:pt x="38" y="136108"/>
                    </a:cubicBezTo>
                    <a:cubicBezTo>
                      <a:pt x="-1100" y="218204"/>
                      <a:pt x="23588" y="293220"/>
                      <a:pt x="63609" y="363871"/>
                    </a:cubicBezTo>
                    <a:cubicBezTo>
                      <a:pt x="79823" y="392484"/>
                      <a:pt x="97467" y="420399"/>
                      <a:pt x="110563" y="450626"/>
                    </a:cubicBezTo>
                    <a:cubicBezTo>
                      <a:pt x="114121" y="458843"/>
                      <a:pt x="119073" y="465042"/>
                      <a:pt x="125713" y="470398"/>
                    </a:cubicBezTo>
                    <a:cubicBezTo>
                      <a:pt x="128170" y="473369"/>
                      <a:pt x="194970" y="514454"/>
                      <a:pt x="282568" y="568304"/>
                    </a:cubicBezTo>
                    <a:cubicBezTo>
                      <a:pt x="282605" y="567864"/>
                      <a:pt x="282605" y="567424"/>
                      <a:pt x="282605" y="566984"/>
                    </a:cubicBezTo>
                    <a:cubicBezTo>
                      <a:pt x="402485" y="639799"/>
                      <a:pt x="522768" y="711881"/>
                      <a:pt x="644884" y="780881"/>
                    </a:cubicBezTo>
                    <a:cubicBezTo>
                      <a:pt x="669352" y="794711"/>
                      <a:pt x="692829" y="810227"/>
                      <a:pt x="712234" y="830916"/>
                    </a:cubicBezTo>
                    <a:cubicBezTo>
                      <a:pt x="738059" y="858502"/>
                      <a:pt x="735271" y="878824"/>
                      <a:pt x="701596" y="895735"/>
                    </a:cubicBezTo>
                    <a:cubicBezTo>
                      <a:pt x="657246" y="918038"/>
                      <a:pt x="544190" y="948558"/>
                      <a:pt x="535496" y="951309"/>
                    </a:cubicBezTo>
                    <a:cubicBezTo>
                      <a:pt x="534616" y="951346"/>
                      <a:pt x="533736" y="951456"/>
                      <a:pt x="532855" y="951529"/>
                    </a:cubicBezTo>
                    <a:cubicBezTo>
                      <a:pt x="531534" y="959013"/>
                      <a:pt x="535900" y="964845"/>
                      <a:pt x="539788" y="970311"/>
                    </a:cubicBezTo>
                    <a:cubicBezTo>
                      <a:pt x="572766" y="1016898"/>
                      <a:pt x="606074" y="1063192"/>
                      <a:pt x="639125" y="1109706"/>
                    </a:cubicBezTo>
                    <a:cubicBezTo>
                      <a:pt x="645178" y="1118216"/>
                      <a:pt x="653028" y="1122948"/>
                      <a:pt x="663960" y="1119610"/>
                    </a:cubicBezTo>
                    <a:cubicBezTo>
                      <a:pt x="699175" y="1109559"/>
                      <a:pt x="733253" y="1096133"/>
                      <a:pt x="767221" y="1082634"/>
                    </a:cubicBezTo>
                    <a:cubicBezTo>
                      <a:pt x="849391" y="1049949"/>
                      <a:pt x="932074" y="1018072"/>
                      <a:pt x="1007861" y="971705"/>
                    </a:cubicBezTo>
                    <a:cubicBezTo>
                      <a:pt x="1054741" y="943056"/>
                      <a:pt x="1062812" y="911105"/>
                      <a:pt x="1038197" y="861877"/>
                    </a:cubicBezTo>
                    <a:close/>
                  </a:path>
                </a:pathLst>
              </a:custGeom>
              <a:solidFill>
                <a:schemeClr val="accent4">
                  <a:lumMod val="75000"/>
                </a:schemeClr>
              </a:solidFill>
              <a:ln w="366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4" name="자유형: 도형 13">
                <a:extLst>
                  <a:ext uri="{FF2B5EF4-FFF2-40B4-BE49-F238E27FC236}">
                    <a16:creationId xmlns:a16="http://schemas.microsoft.com/office/drawing/2014/main" id="{39BE19EB-8DDA-4B33-8DB5-6F14AFAB6BCC}"/>
                  </a:ext>
                </a:extLst>
              </p:cNvPr>
              <p:cNvSpPr/>
              <p:nvPr/>
            </p:nvSpPr>
            <p:spPr>
              <a:xfrm>
                <a:off x="8762612" y="1805011"/>
                <a:ext cx="1202235" cy="1454239"/>
              </a:xfrm>
              <a:custGeom>
                <a:avLst/>
                <a:gdLst>
                  <a:gd name="connsiteX0" fmla="*/ 1106236 w 1202235"/>
                  <a:gd name="connsiteY0" fmla="*/ 466812 h 1454239"/>
                  <a:gd name="connsiteX1" fmla="*/ 1058365 w 1202235"/>
                  <a:gd name="connsiteY1" fmla="*/ 372501 h 1454239"/>
                  <a:gd name="connsiteX2" fmla="*/ 986833 w 1202235"/>
                  <a:gd name="connsiteY2" fmla="*/ 133659 h 1454239"/>
                  <a:gd name="connsiteX3" fmla="*/ 1006679 w 1202235"/>
                  <a:gd name="connsiteY3" fmla="*/ 29847 h 1454239"/>
                  <a:gd name="connsiteX4" fmla="*/ 1007449 w 1202235"/>
                  <a:gd name="connsiteY4" fmla="*/ 2005 h 1454239"/>
                  <a:gd name="connsiteX5" fmla="*/ 923849 w 1202235"/>
                  <a:gd name="connsiteY5" fmla="*/ 13046 h 1454239"/>
                  <a:gd name="connsiteX6" fmla="*/ 911780 w 1202235"/>
                  <a:gd name="connsiteY6" fmla="*/ 32158 h 1454239"/>
                  <a:gd name="connsiteX7" fmla="*/ 860388 w 1202235"/>
                  <a:gd name="connsiteY7" fmla="*/ 188390 h 1454239"/>
                  <a:gd name="connsiteX8" fmla="*/ 765416 w 1202235"/>
                  <a:gd name="connsiteY8" fmla="*/ 386073 h 1454239"/>
                  <a:gd name="connsiteX9" fmla="*/ 735776 w 1202235"/>
                  <a:gd name="connsiteY9" fmla="*/ 392676 h 1454239"/>
                  <a:gd name="connsiteX10" fmla="*/ 626755 w 1202235"/>
                  <a:gd name="connsiteY10" fmla="*/ 352802 h 1454239"/>
                  <a:gd name="connsiteX11" fmla="*/ 519385 w 1202235"/>
                  <a:gd name="connsiteY11" fmla="*/ 375912 h 1454239"/>
                  <a:gd name="connsiteX12" fmla="*/ 491396 w 1202235"/>
                  <a:gd name="connsiteY12" fmla="*/ 368136 h 1454239"/>
                  <a:gd name="connsiteX13" fmla="*/ 353725 w 1202235"/>
                  <a:gd name="connsiteY13" fmla="*/ 430019 h 1454239"/>
                  <a:gd name="connsiteX14" fmla="*/ 331826 w 1202235"/>
                  <a:gd name="connsiteY14" fmla="*/ 430460 h 1454239"/>
                  <a:gd name="connsiteX15" fmla="*/ 264182 w 1202235"/>
                  <a:gd name="connsiteY15" fmla="*/ 278996 h 1454239"/>
                  <a:gd name="connsiteX16" fmla="*/ 234323 w 1202235"/>
                  <a:gd name="connsiteY16" fmla="*/ 103066 h 1454239"/>
                  <a:gd name="connsiteX17" fmla="*/ 226399 w 1202235"/>
                  <a:gd name="connsiteY17" fmla="*/ 85935 h 1454239"/>
                  <a:gd name="connsiteX18" fmla="*/ 149292 w 1202235"/>
                  <a:gd name="connsiteY18" fmla="*/ 122361 h 1454239"/>
                  <a:gd name="connsiteX19" fmla="*/ 114003 w 1202235"/>
                  <a:gd name="connsiteY19" fmla="*/ 177532 h 1454239"/>
                  <a:gd name="connsiteX20" fmla="*/ 49258 w 1202235"/>
                  <a:gd name="connsiteY20" fmla="*/ 322649 h 1454239"/>
                  <a:gd name="connsiteX21" fmla="*/ 2451 w 1202235"/>
                  <a:gd name="connsiteY21" fmla="*/ 604483 h 1454239"/>
                  <a:gd name="connsiteX22" fmla="*/ 17380 w 1202235"/>
                  <a:gd name="connsiteY22" fmla="*/ 643183 h 1454239"/>
                  <a:gd name="connsiteX23" fmla="*/ 54577 w 1202235"/>
                  <a:gd name="connsiteY23" fmla="*/ 726453 h 1454239"/>
                  <a:gd name="connsiteX24" fmla="*/ 107107 w 1202235"/>
                  <a:gd name="connsiteY24" fmla="*/ 805945 h 1454239"/>
                  <a:gd name="connsiteX25" fmla="*/ 201418 w 1202235"/>
                  <a:gd name="connsiteY25" fmla="*/ 1276879 h 1454239"/>
                  <a:gd name="connsiteX26" fmla="*/ 168147 w 1202235"/>
                  <a:gd name="connsiteY26" fmla="*/ 1402260 h 1454239"/>
                  <a:gd name="connsiteX27" fmla="*/ 604305 w 1202235"/>
                  <a:gd name="connsiteY27" fmla="*/ 1454240 h 1454239"/>
                  <a:gd name="connsiteX28" fmla="*/ 1202235 w 1202235"/>
                  <a:gd name="connsiteY28" fmla="*/ 1347860 h 1454239"/>
                  <a:gd name="connsiteX29" fmla="*/ 1040831 w 1202235"/>
                  <a:gd name="connsiteY29" fmla="*/ 1069070 h 1454239"/>
                  <a:gd name="connsiteX30" fmla="*/ 1055504 w 1202235"/>
                  <a:gd name="connsiteY30" fmla="*/ 760935 h 1454239"/>
                  <a:gd name="connsiteX31" fmla="*/ 1106236 w 1202235"/>
                  <a:gd name="connsiteY31" fmla="*/ 466812 h 14542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1202235" h="1454239">
                    <a:moveTo>
                      <a:pt x="1106236" y="466812"/>
                    </a:moveTo>
                    <a:cubicBezTo>
                      <a:pt x="1094571" y="433211"/>
                      <a:pt x="1076450" y="402801"/>
                      <a:pt x="1058365" y="372501"/>
                    </a:cubicBezTo>
                    <a:cubicBezTo>
                      <a:pt x="1014419" y="298842"/>
                      <a:pt x="986173" y="220451"/>
                      <a:pt x="986833" y="133659"/>
                    </a:cubicBezTo>
                    <a:cubicBezTo>
                      <a:pt x="987127" y="98077"/>
                      <a:pt x="994867" y="63485"/>
                      <a:pt x="1006679" y="29847"/>
                    </a:cubicBezTo>
                    <a:cubicBezTo>
                      <a:pt x="1009797" y="20896"/>
                      <a:pt x="1014822" y="11469"/>
                      <a:pt x="1007449" y="2005"/>
                    </a:cubicBezTo>
                    <a:cubicBezTo>
                      <a:pt x="978397" y="-3461"/>
                      <a:pt x="950884" y="2922"/>
                      <a:pt x="923849" y="13046"/>
                    </a:cubicBezTo>
                    <a:cubicBezTo>
                      <a:pt x="915082" y="16421"/>
                      <a:pt x="913872" y="24564"/>
                      <a:pt x="911780" y="32158"/>
                    </a:cubicBezTo>
                    <a:cubicBezTo>
                      <a:pt x="897144" y="85054"/>
                      <a:pt x="880453" y="137254"/>
                      <a:pt x="860388" y="188390"/>
                    </a:cubicBezTo>
                    <a:cubicBezTo>
                      <a:pt x="833573" y="256657"/>
                      <a:pt x="801292" y="322245"/>
                      <a:pt x="765416" y="386073"/>
                    </a:cubicBezTo>
                    <a:cubicBezTo>
                      <a:pt x="756135" y="402617"/>
                      <a:pt x="752871" y="407570"/>
                      <a:pt x="735776" y="392676"/>
                    </a:cubicBezTo>
                    <a:cubicBezTo>
                      <a:pt x="704853" y="365714"/>
                      <a:pt x="668427" y="352509"/>
                      <a:pt x="626755" y="352802"/>
                    </a:cubicBezTo>
                    <a:cubicBezTo>
                      <a:pt x="599683" y="352986"/>
                      <a:pt x="530793" y="381085"/>
                      <a:pt x="519385" y="375912"/>
                    </a:cubicBezTo>
                    <a:cubicBezTo>
                      <a:pt x="509444" y="375545"/>
                      <a:pt x="501300" y="368979"/>
                      <a:pt x="491396" y="368136"/>
                    </a:cubicBezTo>
                    <a:cubicBezTo>
                      <a:pt x="433950" y="363183"/>
                      <a:pt x="387327" y="382038"/>
                      <a:pt x="353725" y="430019"/>
                    </a:cubicBezTo>
                    <a:cubicBezTo>
                      <a:pt x="342683" y="445756"/>
                      <a:pt x="341436" y="445976"/>
                      <a:pt x="331826" y="430460"/>
                    </a:cubicBezTo>
                    <a:cubicBezTo>
                      <a:pt x="302406" y="383065"/>
                      <a:pt x="280690" y="332150"/>
                      <a:pt x="264182" y="278996"/>
                    </a:cubicBezTo>
                    <a:cubicBezTo>
                      <a:pt x="246391" y="221698"/>
                      <a:pt x="237367" y="162859"/>
                      <a:pt x="234323" y="103066"/>
                    </a:cubicBezTo>
                    <a:cubicBezTo>
                      <a:pt x="233993" y="96353"/>
                      <a:pt x="233846" y="89420"/>
                      <a:pt x="226399" y="85935"/>
                    </a:cubicBezTo>
                    <a:cubicBezTo>
                      <a:pt x="193165" y="82156"/>
                      <a:pt x="171412" y="102589"/>
                      <a:pt x="149292" y="122361"/>
                    </a:cubicBezTo>
                    <a:cubicBezTo>
                      <a:pt x="136343" y="140005"/>
                      <a:pt x="123834" y="157650"/>
                      <a:pt x="114003" y="177532"/>
                    </a:cubicBezTo>
                    <a:cubicBezTo>
                      <a:pt x="90526" y="225109"/>
                      <a:pt x="67562" y="272797"/>
                      <a:pt x="49258" y="322649"/>
                    </a:cubicBezTo>
                    <a:cubicBezTo>
                      <a:pt x="15803" y="413659"/>
                      <a:pt x="-7894" y="506320"/>
                      <a:pt x="2451" y="604483"/>
                    </a:cubicBezTo>
                    <a:cubicBezTo>
                      <a:pt x="3918" y="618275"/>
                      <a:pt x="1350" y="634599"/>
                      <a:pt x="17380" y="643183"/>
                    </a:cubicBezTo>
                    <a:cubicBezTo>
                      <a:pt x="25964" y="672639"/>
                      <a:pt x="37629" y="700775"/>
                      <a:pt x="54577" y="726453"/>
                    </a:cubicBezTo>
                    <a:cubicBezTo>
                      <a:pt x="72075" y="752975"/>
                      <a:pt x="90783" y="778726"/>
                      <a:pt x="107107" y="805945"/>
                    </a:cubicBezTo>
                    <a:cubicBezTo>
                      <a:pt x="194559" y="951612"/>
                      <a:pt x="228930" y="1107918"/>
                      <a:pt x="201418" y="1276879"/>
                    </a:cubicBezTo>
                    <a:cubicBezTo>
                      <a:pt x="194412" y="1319907"/>
                      <a:pt x="178895" y="1360369"/>
                      <a:pt x="168147" y="1402260"/>
                    </a:cubicBezTo>
                    <a:cubicBezTo>
                      <a:pt x="274600" y="1424160"/>
                      <a:pt x="495467" y="1454313"/>
                      <a:pt x="604305" y="1454240"/>
                    </a:cubicBezTo>
                    <a:cubicBezTo>
                      <a:pt x="671362" y="1454203"/>
                      <a:pt x="1135729" y="1357544"/>
                      <a:pt x="1202235" y="1347860"/>
                    </a:cubicBezTo>
                    <a:cubicBezTo>
                      <a:pt x="1139874" y="1215802"/>
                      <a:pt x="1092187" y="1171782"/>
                      <a:pt x="1040831" y="1069070"/>
                    </a:cubicBezTo>
                    <a:cubicBezTo>
                      <a:pt x="1015153" y="1021383"/>
                      <a:pt x="963797" y="900330"/>
                      <a:pt x="1055504" y="760935"/>
                    </a:cubicBezTo>
                    <a:cubicBezTo>
                      <a:pt x="1189836" y="556795"/>
                      <a:pt x="1104439" y="477230"/>
                      <a:pt x="1106236" y="466812"/>
                    </a:cubicBezTo>
                    <a:close/>
                  </a:path>
                </a:pathLst>
              </a:custGeom>
              <a:solidFill>
                <a:schemeClr val="accent4"/>
              </a:solidFill>
              <a:ln w="366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5" name="자유형: 도형 14">
                <a:extLst>
                  <a:ext uri="{FF2B5EF4-FFF2-40B4-BE49-F238E27FC236}">
                    <a16:creationId xmlns:a16="http://schemas.microsoft.com/office/drawing/2014/main" id="{BDEDFFC3-1798-4CDC-A474-5D92F48864A3}"/>
                  </a:ext>
                </a:extLst>
              </p:cNvPr>
              <p:cNvSpPr/>
              <p:nvPr/>
            </p:nvSpPr>
            <p:spPr>
              <a:xfrm>
                <a:off x="8805827" y="3138198"/>
                <a:ext cx="1734940" cy="896604"/>
              </a:xfrm>
              <a:custGeom>
                <a:avLst/>
                <a:gdLst>
                  <a:gd name="connsiteX0" fmla="*/ 283 w 1734940"/>
                  <a:gd name="connsiteY0" fmla="*/ 1167320 h 1170479"/>
                  <a:gd name="connsiteX1" fmla="*/ 27 w 1734940"/>
                  <a:gd name="connsiteY1" fmla="*/ 1079502 h 1170479"/>
                  <a:gd name="connsiteX2" fmla="*/ 35719 w 1734940"/>
                  <a:gd name="connsiteY2" fmla="*/ 535679 h 1170479"/>
                  <a:gd name="connsiteX3" fmla="*/ 124968 w 1734940"/>
                  <a:gd name="connsiteY3" fmla="*/ 69074 h 1170479"/>
                  <a:gd name="connsiteX4" fmla="*/ 646598 w 1734940"/>
                  <a:gd name="connsiteY4" fmla="*/ 87195 h 1170479"/>
                  <a:gd name="connsiteX5" fmla="*/ 1151720 w 1734940"/>
                  <a:gd name="connsiteY5" fmla="*/ 0 h 1170479"/>
                  <a:gd name="connsiteX6" fmla="*/ 1469283 w 1734940"/>
                  <a:gd name="connsiteY6" fmla="*/ 451639 h 1170479"/>
                  <a:gd name="connsiteX7" fmla="*/ 1649506 w 1734940"/>
                  <a:gd name="connsiteY7" fmla="*/ 877966 h 1170479"/>
                  <a:gd name="connsiteX8" fmla="*/ 1734720 w 1734940"/>
                  <a:gd name="connsiteY8" fmla="*/ 1167504 h 1170479"/>
                  <a:gd name="connsiteX9" fmla="*/ 283 w 1734940"/>
                  <a:gd name="connsiteY9" fmla="*/ 1167320 h 11704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734940" h="1170479">
                    <a:moveTo>
                      <a:pt x="283" y="1167320"/>
                    </a:moveTo>
                    <a:cubicBezTo>
                      <a:pt x="174" y="1138047"/>
                      <a:pt x="-83" y="1108774"/>
                      <a:pt x="27" y="1079502"/>
                    </a:cubicBezTo>
                    <a:cubicBezTo>
                      <a:pt x="724" y="897481"/>
                      <a:pt x="11912" y="716232"/>
                      <a:pt x="35719" y="535679"/>
                    </a:cubicBezTo>
                    <a:cubicBezTo>
                      <a:pt x="55821" y="383225"/>
                      <a:pt x="123611" y="73769"/>
                      <a:pt x="124968" y="69074"/>
                    </a:cubicBezTo>
                    <a:cubicBezTo>
                      <a:pt x="131975" y="62067"/>
                      <a:pt x="586218" y="88112"/>
                      <a:pt x="646598" y="87195"/>
                    </a:cubicBezTo>
                    <a:cubicBezTo>
                      <a:pt x="655108" y="90020"/>
                      <a:pt x="1101685" y="13719"/>
                      <a:pt x="1151720" y="0"/>
                    </a:cubicBezTo>
                    <a:cubicBezTo>
                      <a:pt x="1313124" y="179746"/>
                      <a:pt x="1430179" y="370863"/>
                      <a:pt x="1469283" y="451639"/>
                    </a:cubicBezTo>
                    <a:cubicBezTo>
                      <a:pt x="1536559" y="590667"/>
                      <a:pt x="1597343" y="732519"/>
                      <a:pt x="1649506" y="877966"/>
                    </a:cubicBezTo>
                    <a:cubicBezTo>
                      <a:pt x="1680649" y="964721"/>
                      <a:pt x="1738975" y="1158626"/>
                      <a:pt x="1734720" y="1167504"/>
                    </a:cubicBezTo>
                    <a:cubicBezTo>
                      <a:pt x="1728557" y="1171465"/>
                      <a:pt x="6410" y="1171539"/>
                      <a:pt x="283" y="116732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366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6" name="자유형: 도형 15">
                <a:extLst>
                  <a:ext uri="{FF2B5EF4-FFF2-40B4-BE49-F238E27FC236}">
                    <a16:creationId xmlns:a16="http://schemas.microsoft.com/office/drawing/2014/main" id="{1E10310C-D47D-4A4D-86D5-3058798B835C}"/>
                  </a:ext>
                </a:extLst>
              </p:cNvPr>
              <p:cNvSpPr/>
              <p:nvPr/>
            </p:nvSpPr>
            <p:spPr>
              <a:xfrm>
                <a:off x="8339708" y="390184"/>
                <a:ext cx="1625541" cy="1373519"/>
              </a:xfrm>
              <a:custGeom>
                <a:avLst/>
                <a:gdLst>
                  <a:gd name="connsiteX0" fmla="*/ 159808 w 1625541"/>
                  <a:gd name="connsiteY0" fmla="*/ 1084449 h 1373519"/>
                  <a:gd name="connsiteX1" fmla="*/ 242822 w 1625541"/>
                  <a:gd name="connsiteY1" fmla="*/ 1197469 h 1373519"/>
                  <a:gd name="connsiteX2" fmla="*/ 159808 w 1625541"/>
                  <a:gd name="connsiteY2" fmla="*/ 1084449 h 1373519"/>
                  <a:gd name="connsiteX3" fmla="*/ 1457389 w 1625541"/>
                  <a:gd name="connsiteY3" fmla="*/ 985808 h 1373519"/>
                  <a:gd name="connsiteX4" fmla="*/ 1398843 w 1625541"/>
                  <a:gd name="connsiteY4" fmla="*/ 1056790 h 1373519"/>
                  <a:gd name="connsiteX5" fmla="*/ 1375659 w 1625541"/>
                  <a:gd name="connsiteY5" fmla="*/ 1140573 h 1373519"/>
                  <a:gd name="connsiteX6" fmla="*/ 1457902 w 1625541"/>
                  <a:gd name="connsiteY6" fmla="*/ 1070619 h 1373519"/>
                  <a:gd name="connsiteX7" fmla="*/ 1457205 w 1625541"/>
                  <a:gd name="connsiteY7" fmla="*/ 1067024 h 1373519"/>
                  <a:gd name="connsiteX8" fmla="*/ 1453684 w 1625541"/>
                  <a:gd name="connsiteY8" fmla="*/ 1034340 h 1373519"/>
                  <a:gd name="connsiteX9" fmla="*/ 1480499 w 1625541"/>
                  <a:gd name="connsiteY9" fmla="*/ 997767 h 1373519"/>
                  <a:gd name="connsiteX10" fmla="*/ 1502435 w 1625541"/>
                  <a:gd name="connsiteY10" fmla="*/ 992008 h 1373519"/>
                  <a:gd name="connsiteX11" fmla="*/ 1457389 w 1625541"/>
                  <a:gd name="connsiteY11" fmla="*/ 985808 h 1373519"/>
                  <a:gd name="connsiteX12" fmla="*/ 79457 w 1625541"/>
                  <a:gd name="connsiteY12" fmla="*/ 882109 h 1373519"/>
                  <a:gd name="connsiteX13" fmla="*/ 66180 w 1625541"/>
                  <a:gd name="connsiteY13" fmla="*/ 891190 h 1373519"/>
                  <a:gd name="connsiteX14" fmla="*/ 52145 w 1625541"/>
                  <a:gd name="connsiteY14" fmla="*/ 902759 h 1373519"/>
                  <a:gd name="connsiteX15" fmla="*/ 43231 w 1625541"/>
                  <a:gd name="connsiteY15" fmla="*/ 985955 h 1373519"/>
                  <a:gd name="connsiteX16" fmla="*/ 28521 w 1625541"/>
                  <a:gd name="connsiteY16" fmla="*/ 928363 h 1373519"/>
                  <a:gd name="connsiteX17" fmla="*/ 47738 w 1625541"/>
                  <a:gd name="connsiteY17" fmla="*/ 896954 h 1373519"/>
                  <a:gd name="connsiteX18" fmla="*/ 216484 w 1625541"/>
                  <a:gd name="connsiteY18" fmla="*/ 273429 h 1373519"/>
                  <a:gd name="connsiteX19" fmla="*/ 185519 w 1625541"/>
                  <a:gd name="connsiteY19" fmla="*/ 306943 h 1373519"/>
                  <a:gd name="connsiteX20" fmla="*/ 169050 w 1625541"/>
                  <a:gd name="connsiteY20" fmla="*/ 348907 h 1373519"/>
                  <a:gd name="connsiteX21" fmla="*/ 161386 w 1625541"/>
                  <a:gd name="connsiteY21" fmla="*/ 353769 h 1373519"/>
                  <a:gd name="connsiteX22" fmla="*/ 158745 w 1625541"/>
                  <a:gd name="connsiteY22" fmla="*/ 345107 h 1373519"/>
                  <a:gd name="connsiteX23" fmla="*/ 188054 w 1625541"/>
                  <a:gd name="connsiteY23" fmla="*/ 285461 h 1373519"/>
                  <a:gd name="connsiteX24" fmla="*/ 216484 w 1625541"/>
                  <a:gd name="connsiteY24" fmla="*/ 273429 h 1373519"/>
                  <a:gd name="connsiteX25" fmla="*/ 1080854 w 1625541"/>
                  <a:gd name="connsiteY25" fmla="*/ 12696 h 1373519"/>
                  <a:gd name="connsiteX26" fmla="*/ 1045294 w 1625541"/>
                  <a:gd name="connsiteY26" fmla="*/ 24425 h 1373519"/>
                  <a:gd name="connsiteX27" fmla="*/ 1080106 w 1625541"/>
                  <a:gd name="connsiteY27" fmla="*/ 62466 h 1373519"/>
                  <a:gd name="connsiteX28" fmla="*/ 1124529 w 1625541"/>
                  <a:gd name="connsiteY28" fmla="*/ 67234 h 1373519"/>
                  <a:gd name="connsiteX29" fmla="*/ 1121044 w 1625541"/>
                  <a:gd name="connsiteY29" fmla="*/ 29158 h 1373519"/>
                  <a:gd name="connsiteX30" fmla="*/ 1115175 w 1625541"/>
                  <a:gd name="connsiteY30" fmla="*/ 22811 h 1373519"/>
                  <a:gd name="connsiteX31" fmla="*/ 1115285 w 1625541"/>
                  <a:gd name="connsiteY31" fmla="*/ 22848 h 1373519"/>
                  <a:gd name="connsiteX32" fmla="*/ 1114955 w 1625541"/>
                  <a:gd name="connsiteY32" fmla="*/ 22555 h 1373519"/>
                  <a:gd name="connsiteX33" fmla="*/ 1115175 w 1625541"/>
                  <a:gd name="connsiteY33" fmla="*/ 22811 h 1373519"/>
                  <a:gd name="connsiteX34" fmla="*/ 1080854 w 1625541"/>
                  <a:gd name="connsiteY34" fmla="*/ 12696 h 1373519"/>
                  <a:gd name="connsiteX35" fmla="*/ 1076438 w 1625541"/>
                  <a:gd name="connsiteY35" fmla="*/ 518 h 1373519"/>
                  <a:gd name="connsiteX36" fmla="*/ 1114991 w 1625541"/>
                  <a:gd name="connsiteY36" fmla="*/ 22518 h 1373519"/>
                  <a:gd name="connsiteX37" fmla="*/ 1226434 w 1625541"/>
                  <a:gd name="connsiteY37" fmla="*/ 47205 h 1373519"/>
                  <a:gd name="connsiteX38" fmla="*/ 1293197 w 1625541"/>
                  <a:gd name="connsiteY38" fmla="*/ 100102 h 1373519"/>
                  <a:gd name="connsiteX39" fmla="*/ 1325661 w 1625541"/>
                  <a:gd name="connsiteY39" fmla="*/ 185316 h 1373519"/>
                  <a:gd name="connsiteX40" fmla="*/ 1405849 w 1625541"/>
                  <a:gd name="connsiteY40" fmla="*/ 235572 h 1373519"/>
                  <a:gd name="connsiteX41" fmla="*/ 1490403 w 1625541"/>
                  <a:gd name="connsiteY41" fmla="*/ 257361 h 1373519"/>
                  <a:gd name="connsiteX42" fmla="*/ 1511496 w 1625541"/>
                  <a:gd name="connsiteY42" fmla="*/ 313009 h 1373519"/>
                  <a:gd name="connsiteX43" fmla="*/ 1511679 w 1625541"/>
                  <a:gd name="connsiteY43" fmla="*/ 369427 h 1373519"/>
                  <a:gd name="connsiteX44" fmla="*/ 1498400 w 1625541"/>
                  <a:gd name="connsiteY44" fmla="*/ 370821 h 1373519"/>
                  <a:gd name="connsiteX45" fmla="*/ 1477711 w 1625541"/>
                  <a:gd name="connsiteY45" fmla="*/ 394078 h 1373519"/>
                  <a:gd name="connsiteX46" fmla="*/ 1487982 w 1625541"/>
                  <a:gd name="connsiteY46" fmla="*/ 412566 h 1373519"/>
                  <a:gd name="connsiteX47" fmla="*/ 1564832 w 1625541"/>
                  <a:gd name="connsiteY47" fmla="*/ 495433 h 1373519"/>
                  <a:gd name="connsiteX48" fmla="*/ 1516815 w 1625541"/>
                  <a:gd name="connsiteY48" fmla="*/ 376837 h 1373519"/>
                  <a:gd name="connsiteX49" fmla="*/ 1569455 w 1625541"/>
                  <a:gd name="connsiteY49" fmla="*/ 509812 h 1373519"/>
                  <a:gd name="connsiteX50" fmla="*/ 1558853 w 1625541"/>
                  <a:gd name="connsiteY50" fmla="*/ 571733 h 1373519"/>
                  <a:gd name="connsiteX51" fmla="*/ 1552104 w 1625541"/>
                  <a:gd name="connsiteY51" fmla="*/ 584755 h 1373519"/>
                  <a:gd name="connsiteX52" fmla="*/ 1544951 w 1625541"/>
                  <a:gd name="connsiteY52" fmla="*/ 612231 h 1373519"/>
                  <a:gd name="connsiteX53" fmla="*/ 1567950 w 1625541"/>
                  <a:gd name="connsiteY53" fmla="*/ 635928 h 1373519"/>
                  <a:gd name="connsiteX54" fmla="*/ 1590621 w 1625541"/>
                  <a:gd name="connsiteY54" fmla="*/ 661973 h 1373519"/>
                  <a:gd name="connsiteX55" fmla="*/ 1572463 w 1625541"/>
                  <a:gd name="connsiteY55" fmla="*/ 595650 h 1373519"/>
                  <a:gd name="connsiteX56" fmla="*/ 1596233 w 1625541"/>
                  <a:gd name="connsiteY56" fmla="*/ 652655 h 1373519"/>
                  <a:gd name="connsiteX57" fmla="*/ 1602653 w 1625541"/>
                  <a:gd name="connsiteY57" fmla="*/ 681304 h 1373519"/>
                  <a:gd name="connsiteX58" fmla="*/ 1591244 w 1625541"/>
                  <a:gd name="connsiteY58" fmla="*/ 824404 h 1373519"/>
                  <a:gd name="connsiteX59" fmla="*/ 1586989 w 1625541"/>
                  <a:gd name="connsiteY59" fmla="*/ 840728 h 1373519"/>
                  <a:gd name="connsiteX60" fmla="*/ 1592015 w 1625541"/>
                  <a:gd name="connsiteY60" fmla="*/ 920953 h 1373519"/>
                  <a:gd name="connsiteX61" fmla="*/ 1536550 w 1625541"/>
                  <a:gd name="connsiteY61" fmla="*/ 987312 h 1373519"/>
                  <a:gd name="connsiteX62" fmla="*/ 1486882 w 1625541"/>
                  <a:gd name="connsiteY62" fmla="*/ 1005507 h 1373519"/>
                  <a:gd name="connsiteX63" fmla="*/ 1473052 w 1625541"/>
                  <a:gd name="connsiteY63" fmla="*/ 1031222 h 1373519"/>
                  <a:gd name="connsiteX64" fmla="*/ 1471768 w 1625541"/>
                  <a:gd name="connsiteY64" fmla="*/ 1118893 h 1373519"/>
                  <a:gd name="connsiteX65" fmla="*/ 1424227 w 1625541"/>
                  <a:gd name="connsiteY65" fmla="*/ 1159465 h 1373519"/>
                  <a:gd name="connsiteX66" fmla="*/ 1367773 w 1625541"/>
                  <a:gd name="connsiteY66" fmla="*/ 1143398 h 1373519"/>
                  <a:gd name="connsiteX67" fmla="*/ 1362014 w 1625541"/>
                  <a:gd name="connsiteY67" fmla="*/ 1141417 h 1373519"/>
                  <a:gd name="connsiteX68" fmla="*/ 1313482 w 1625541"/>
                  <a:gd name="connsiteY68" fmla="*/ 1154843 h 1373519"/>
                  <a:gd name="connsiteX69" fmla="*/ 1240007 w 1625541"/>
                  <a:gd name="connsiteY69" fmla="*/ 1211077 h 1373519"/>
                  <a:gd name="connsiteX70" fmla="*/ 1159231 w 1625541"/>
                  <a:gd name="connsiteY70" fmla="*/ 1302014 h 1373519"/>
                  <a:gd name="connsiteX71" fmla="*/ 1151381 w 1625541"/>
                  <a:gd name="connsiteY71" fmla="*/ 1313496 h 1373519"/>
                  <a:gd name="connsiteX72" fmla="*/ 1075484 w 1625541"/>
                  <a:gd name="connsiteY72" fmla="*/ 1334992 h 1373519"/>
                  <a:gd name="connsiteX73" fmla="*/ 1057986 w 1625541"/>
                  <a:gd name="connsiteY73" fmla="*/ 1318485 h 1373519"/>
                  <a:gd name="connsiteX74" fmla="*/ 863971 w 1625541"/>
                  <a:gd name="connsiteY74" fmla="*/ 1357662 h 1373519"/>
                  <a:gd name="connsiteX75" fmla="*/ 832240 w 1625541"/>
                  <a:gd name="connsiteY75" fmla="*/ 1356635 h 1373519"/>
                  <a:gd name="connsiteX76" fmla="*/ 825051 w 1625541"/>
                  <a:gd name="connsiteY76" fmla="*/ 1363054 h 1373519"/>
                  <a:gd name="connsiteX77" fmla="*/ 748347 w 1625541"/>
                  <a:gd name="connsiteY77" fmla="*/ 1368740 h 1373519"/>
                  <a:gd name="connsiteX78" fmla="*/ 554662 w 1625541"/>
                  <a:gd name="connsiteY78" fmla="*/ 1310855 h 1373519"/>
                  <a:gd name="connsiteX79" fmla="*/ 504113 w 1625541"/>
                  <a:gd name="connsiteY79" fmla="*/ 1251428 h 1373519"/>
                  <a:gd name="connsiteX80" fmla="*/ 477444 w 1625541"/>
                  <a:gd name="connsiteY80" fmla="*/ 1241047 h 1373519"/>
                  <a:gd name="connsiteX81" fmla="*/ 399016 w 1625541"/>
                  <a:gd name="connsiteY81" fmla="*/ 1257738 h 1373519"/>
                  <a:gd name="connsiteX82" fmla="*/ 300377 w 1625541"/>
                  <a:gd name="connsiteY82" fmla="*/ 1210784 h 1373519"/>
                  <a:gd name="connsiteX83" fmla="*/ 268096 w 1625541"/>
                  <a:gd name="connsiteY83" fmla="*/ 1180117 h 1373519"/>
                  <a:gd name="connsiteX84" fmla="*/ 214759 w 1625541"/>
                  <a:gd name="connsiteY84" fmla="*/ 1133750 h 1373519"/>
                  <a:gd name="connsiteX85" fmla="*/ 197371 w 1625541"/>
                  <a:gd name="connsiteY85" fmla="*/ 1085659 h 1373519"/>
                  <a:gd name="connsiteX86" fmla="*/ 125473 w 1625541"/>
                  <a:gd name="connsiteY86" fmla="*/ 1036651 h 1373519"/>
                  <a:gd name="connsiteX87" fmla="*/ 55922 w 1625541"/>
                  <a:gd name="connsiteY87" fmla="*/ 1000115 h 1373519"/>
                  <a:gd name="connsiteX88" fmla="*/ 106104 w 1625541"/>
                  <a:gd name="connsiteY88" fmla="*/ 1018456 h 1373519"/>
                  <a:gd name="connsiteX89" fmla="*/ 159551 w 1625541"/>
                  <a:gd name="connsiteY89" fmla="*/ 1004406 h 1373519"/>
                  <a:gd name="connsiteX90" fmla="*/ 167071 w 1625541"/>
                  <a:gd name="connsiteY90" fmla="*/ 992595 h 1373519"/>
                  <a:gd name="connsiteX91" fmla="*/ 155333 w 1625541"/>
                  <a:gd name="connsiteY91" fmla="*/ 985662 h 1373519"/>
                  <a:gd name="connsiteX92" fmla="*/ 124556 w 1625541"/>
                  <a:gd name="connsiteY92" fmla="*/ 981296 h 1373519"/>
                  <a:gd name="connsiteX93" fmla="*/ 78372 w 1625541"/>
                  <a:gd name="connsiteY93" fmla="*/ 911709 h 1373519"/>
                  <a:gd name="connsiteX94" fmla="*/ 83604 w 1625541"/>
                  <a:gd name="connsiteY94" fmla="*/ 896738 h 1373519"/>
                  <a:gd name="connsiteX95" fmla="*/ 81210 w 1625541"/>
                  <a:gd name="connsiteY95" fmla="*/ 881289 h 1373519"/>
                  <a:gd name="connsiteX96" fmla="*/ 79457 w 1625541"/>
                  <a:gd name="connsiteY96" fmla="*/ 882109 h 1373519"/>
                  <a:gd name="connsiteX97" fmla="*/ 81124 w 1625541"/>
                  <a:gd name="connsiteY97" fmla="*/ 880969 h 1373519"/>
                  <a:gd name="connsiteX98" fmla="*/ 81168 w 1625541"/>
                  <a:gd name="connsiteY98" fmla="*/ 881020 h 1373519"/>
                  <a:gd name="connsiteX99" fmla="*/ 81160 w 1625541"/>
                  <a:gd name="connsiteY99" fmla="*/ 880969 h 1373519"/>
                  <a:gd name="connsiteX100" fmla="*/ 81417 w 1625541"/>
                  <a:gd name="connsiteY100" fmla="*/ 881262 h 1373519"/>
                  <a:gd name="connsiteX101" fmla="*/ 98254 w 1625541"/>
                  <a:gd name="connsiteY101" fmla="*/ 849825 h 1373519"/>
                  <a:gd name="connsiteX102" fmla="*/ 88240 w 1625541"/>
                  <a:gd name="connsiteY102" fmla="*/ 837060 h 1373519"/>
                  <a:gd name="connsiteX103" fmla="*/ 38792 w 1625541"/>
                  <a:gd name="connsiteY103" fmla="*/ 779761 h 1373519"/>
                  <a:gd name="connsiteX104" fmla="*/ 46128 w 1625541"/>
                  <a:gd name="connsiteY104" fmla="*/ 698325 h 1373519"/>
                  <a:gd name="connsiteX105" fmla="*/ 41579 w 1625541"/>
                  <a:gd name="connsiteY105" fmla="*/ 662303 h 1373519"/>
                  <a:gd name="connsiteX106" fmla="*/ 2585 w 1625541"/>
                  <a:gd name="connsiteY106" fmla="*/ 594843 h 1373519"/>
                  <a:gd name="connsiteX107" fmla="*/ 6767 w 1625541"/>
                  <a:gd name="connsiteY107" fmla="*/ 551264 h 1373519"/>
                  <a:gd name="connsiteX108" fmla="*/ 58160 w 1625541"/>
                  <a:gd name="connsiteY108" fmla="*/ 669382 h 1373519"/>
                  <a:gd name="connsiteX109" fmla="*/ 64543 w 1625541"/>
                  <a:gd name="connsiteY109" fmla="*/ 644585 h 1373519"/>
                  <a:gd name="connsiteX110" fmla="*/ 68651 w 1625541"/>
                  <a:gd name="connsiteY110" fmla="*/ 544808 h 1373519"/>
                  <a:gd name="connsiteX111" fmla="*/ 57463 w 1625541"/>
                  <a:gd name="connsiteY111" fmla="*/ 523055 h 1373519"/>
                  <a:gd name="connsiteX112" fmla="*/ 105114 w 1625541"/>
                  <a:gd name="connsiteY112" fmla="*/ 509299 h 1373519"/>
                  <a:gd name="connsiteX113" fmla="*/ 164943 w 1625541"/>
                  <a:gd name="connsiteY113" fmla="*/ 421407 h 1373519"/>
                  <a:gd name="connsiteX114" fmla="*/ 169236 w 1625541"/>
                  <a:gd name="connsiteY114" fmla="*/ 348775 h 1373519"/>
                  <a:gd name="connsiteX115" fmla="*/ 169185 w 1625541"/>
                  <a:gd name="connsiteY115" fmla="*/ 348833 h 1373519"/>
                  <a:gd name="connsiteX116" fmla="*/ 168943 w 1625541"/>
                  <a:gd name="connsiteY116" fmla="*/ 349179 h 1373519"/>
                  <a:gd name="connsiteX117" fmla="*/ 168996 w 1625541"/>
                  <a:gd name="connsiteY117" fmla="*/ 349045 h 1373519"/>
                  <a:gd name="connsiteX118" fmla="*/ 168942 w 1625541"/>
                  <a:gd name="connsiteY118" fmla="*/ 349105 h 1373519"/>
                  <a:gd name="connsiteX119" fmla="*/ 169011 w 1625541"/>
                  <a:gd name="connsiteY119" fmla="*/ 349005 h 1373519"/>
                  <a:gd name="connsiteX120" fmla="*/ 169050 w 1625541"/>
                  <a:gd name="connsiteY120" fmla="*/ 348907 h 1373519"/>
                  <a:gd name="connsiteX121" fmla="*/ 169103 w 1625541"/>
                  <a:gd name="connsiteY121" fmla="*/ 348873 h 1373519"/>
                  <a:gd name="connsiteX122" fmla="*/ 194890 w 1625541"/>
                  <a:gd name="connsiteY122" fmla="*/ 311725 h 1373519"/>
                  <a:gd name="connsiteX123" fmla="*/ 229946 w 1625541"/>
                  <a:gd name="connsiteY123" fmla="*/ 282599 h 1373519"/>
                  <a:gd name="connsiteX124" fmla="*/ 233137 w 1625541"/>
                  <a:gd name="connsiteY124" fmla="*/ 270053 h 1373519"/>
                  <a:gd name="connsiteX125" fmla="*/ 240914 w 1625541"/>
                  <a:gd name="connsiteY125" fmla="*/ 265505 h 1373519"/>
                  <a:gd name="connsiteX126" fmla="*/ 297075 w 1625541"/>
                  <a:gd name="connsiteY126" fmla="*/ 257398 h 1373519"/>
                  <a:gd name="connsiteX127" fmla="*/ 353310 w 1625541"/>
                  <a:gd name="connsiteY127" fmla="*/ 151091 h 1373519"/>
                  <a:gd name="connsiteX128" fmla="*/ 349531 w 1625541"/>
                  <a:gd name="connsiteY128" fmla="*/ 145552 h 1373519"/>
                  <a:gd name="connsiteX129" fmla="*/ 341425 w 1625541"/>
                  <a:gd name="connsiteY129" fmla="*/ 151385 h 1373519"/>
                  <a:gd name="connsiteX130" fmla="*/ 316223 w 1625541"/>
                  <a:gd name="connsiteY130" fmla="*/ 206225 h 1373519"/>
                  <a:gd name="connsiteX131" fmla="*/ 302247 w 1625541"/>
                  <a:gd name="connsiteY131" fmla="*/ 232527 h 1373519"/>
                  <a:gd name="connsiteX132" fmla="*/ 365415 w 1625541"/>
                  <a:gd name="connsiteY132" fmla="*/ 114849 h 1373519"/>
                  <a:gd name="connsiteX133" fmla="*/ 441458 w 1625541"/>
                  <a:gd name="connsiteY133" fmla="*/ 108869 h 1373519"/>
                  <a:gd name="connsiteX134" fmla="*/ 518566 w 1625541"/>
                  <a:gd name="connsiteY134" fmla="*/ 129008 h 1373519"/>
                  <a:gd name="connsiteX135" fmla="*/ 640610 w 1625541"/>
                  <a:gd name="connsiteY135" fmla="*/ 50177 h 1373519"/>
                  <a:gd name="connsiteX136" fmla="*/ 519996 w 1625541"/>
                  <a:gd name="connsiteY136" fmla="*/ 109493 h 1373519"/>
                  <a:gd name="connsiteX137" fmla="*/ 525242 w 1625541"/>
                  <a:gd name="connsiteY137" fmla="*/ 99002 h 1373519"/>
                  <a:gd name="connsiteX138" fmla="*/ 600479 w 1625541"/>
                  <a:gd name="connsiteY138" fmla="*/ 51351 h 1373519"/>
                  <a:gd name="connsiteX139" fmla="*/ 705721 w 1625541"/>
                  <a:gd name="connsiteY139" fmla="*/ 72847 h 1373519"/>
                  <a:gd name="connsiteX140" fmla="*/ 796585 w 1625541"/>
                  <a:gd name="connsiteY140" fmla="*/ 59934 h 1373519"/>
                  <a:gd name="connsiteX141" fmla="*/ 909935 w 1625541"/>
                  <a:gd name="connsiteY141" fmla="*/ 16759 h 1373519"/>
                  <a:gd name="connsiteX142" fmla="*/ 979412 w 1625541"/>
                  <a:gd name="connsiteY142" fmla="*/ 49296 h 1373519"/>
                  <a:gd name="connsiteX143" fmla="*/ 999734 w 1625541"/>
                  <a:gd name="connsiteY143" fmla="*/ 47976 h 1373519"/>
                  <a:gd name="connsiteX144" fmla="*/ 1043056 w 1625541"/>
                  <a:gd name="connsiteY144" fmla="*/ 12027 h 1373519"/>
                  <a:gd name="connsiteX145" fmla="*/ 1076438 w 1625541"/>
                  <a:gd name="connsiteY145" fmla="*/ 518 h 13735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</a:cxnLst>
                <a:rect l="l" t="t" r="r" b="b"/>
                <a:pathLst>
                  <a:path w="1625541" h="1373519">
                    <a:moveTo>
                      <a:pt x="159808" y="1084449"/>
                    </a:moveTo>
                    <a:cubicBezTo>
                      <a:pt x="171547" y="1136135"/>
                      <a:pt x="195684" y="1174615"/>
                      <a:pt x="242822" y="1197469"/>
                    </a:cubicBezTo>
                    <a:cubicBezTo>
                      <a:pt x="185156" y="1193030"/>
                      <a:pt x="146456" y="1141417"/>
                      <a:pt x="159808" y="1084449"/>
                    </a:cubicBezTo>
                    <a:close/>
                    <a:moveTo>
                      <a:pt x="1457389" y="985808"/>
                    </a:moveTo>
                    <a:cubicBezTo>
                      <a:pt x="1409077" y="985221"/>
                      <a:pt x="1388278" y="1009542"/>
                      <a:pt x="1398843" y="1056790"/>
                    </a:cubicBezTo>
                    <a:cubicBezTo>
                      <a:pt x="1406033" y="1088850"/>
                      <a:pt x="1399686" y="1115629"/>
                      <a:pt x="1375659" y="1140573"/>
                    </a:cubicBezTo>
                    <a:cubicBezTo>
                      <a:pt x="1445687" y="1153632"/>
                      <a:pt x="1464579" y="1146589"/>
                      <a:pt x="1457902" y="1070619"/>
                    </a:cubicBezTo>
                    <a:cubicBezTo>
                      <a:pt x="1457792" y="1069408"/>
                      <a:pt x="1457352" y="1068235"/>
                      <a:pt x="1457205" y="1067024"/>
                    </a:cubicBezTo>
                    <a:cubicBezTo>
                      <a:pt x="1455958" y="1056129"/>
                      <a:pt x="1454051" y="1045271"/>
                      <a:pt x="1453684" y="1034340"/>
                    </a:cubicBezTo>
                    <a:cubicBezTo>
                      <a:pt x="1453023" y="1015448"/>
                      <a:pt x="1462451" y="1003233"/>
                      <a:pt x="1480499" y="997767"/>
                    </a:cubicBezTo>
                    <a:cubicBezTo>
                      <a:pt x="1486771" y="995896"/>
                      <a:pt x="1493191" y="994429"/>
                      <a:pt x="1502435" y="992008"/>
                    </a:cubicBezTo>
                    <a:cubicBezTo>
                      <a:pt x="1486148" y="985368"/>
                      <a:pt x="1471512" y="985992"/>
                      <a:pt x="1457389" y="985808"/>
                    </a:cubicBezTo>
                    <a:close/>
                    <a:moveTo>
                      <a:pt x="79457" y="882109"/>
                    </a:moveTo>
                    <a:lnTo>
                      <a:pt x="66180" y="891190"/>
                    </a:lnTo>
                    <a:cubicBezTo>
                      <a:pt x="61105" y="894468"/>
                      <a:pt x="56180" y="897972"/>
                      <a:pt x="52145" y="902759"/>
                    </a:cubicBezTo>
                    <a:cubicBezTo>
                      <a:pt x="30539" y="928437"/>
                      <a:pt x="27934" y="956022"/>
                      <a:pt x="43231" y="985955"/>
                    </a:cubicBezTo>
                    <a:cubicBezTo>
                      <a:pt x="26650" y="969448"/>
                      <a:pt x="21258" y="949969"/>
                      <a:pt x="28521" y="928363"/>
                    </a:cubicBezTo>
                    <a:cubicBezTo>
                      <a:pt x="32795" y="915726"/>
                      <a:pt x="39068" y="905033"/>
                      <a:pt x="47738" y="896954"/>
                    </a:cubicBezTo>
                    <a:close/>
                    <a:moveTo>
                      <a:pt x="216484" y="273429"/>
                    </a:moveTo>
                    <a:cubicBezTo>
                      <a:pt x="204214" y="283461"/>
                      <a:pt x="193667" y="294475"/>
                      <a:pt x="185519" y="306943"/>
                    </a:cubicBezTo>
                    <a:lnTo>
                      <a:pt x="169050" y="348907"/>
                    </a:lnTo>
                    <a:lnTo>
                      <a:pt x="161386" y="353769"/>
                    </a:lnTo>
                    <a:cubicBezTo>
                      <a:pt x="159653" y="352975"/>
                      <a:pt x="158782" y="349912"/>
                      <a:pt x="158745" y="345107"/>
                    </a:cubicBezTo>
                    <a:cubicBezTo>
                      <a:pt x="158598" y="320456"/>
                      <a:pt x="167769" y="300134"/>
                      <a:pt x="188054" y="285461"/>
                    </a:cubicBezTo>
                    <a:cubicBezTo>
                      <a:pt x="196418" y="279408"/>
                      <a:pt x="205846" y="275483"/>
                      <a:pt x="216484" y="273429"/>
                    </a:cubicBezTo>
                    <a:close/>
                    <a:moveTo>
                      <a:pt x="1080854" y="12696"/>
                    </a:moveTo>
                    <a:cubicBezTo>
                      <a:pt x="1069285" y="12256"/>
                      <a:pt x="1057510" y="15457"/>
                      <a:pt x="1045294" y="24425"/>
                    </a:cubicBezTo>
                    <a:cubicBezTo>
                      <a:pt x="1065726" y="30221"/>
                      <a:pt x="1070165" y="48599"/>
                      <a:pt x="1080106" y="62466"/>
                    </a:cubicBezTo>
                    <a:cubicBezTo>
                      <a:pt x="1091074" y="77799"/>
                      <a:pt x="1109893" y="79560"/>
                      <a:pt x="1124529" y="67234"/>
                    </a:cubicBezTo>
                    <a:cubicBezTo>
                      <a:pt x="1137955" y="55936"/>
                      <a:pt x="1136928" y="44711"/>
                      <a:pt x="1121044" y="29158"/>
                    </a:cubicBezTo>
                    <a:cubicBezTo>
                      <a:pt x="1118990" y="27140"/>
                      <a:pt x="1117119" y="24939"/>
                      <a:pt x="1115175" y="22811"/>
                    </a:cubicBezTo>
                    <a:cubicBezTo>
                      <a:pt x="1115212" y="22848"/>
                      <a:pt x="1115248" y="22848"/>
                      <a:pt x="1115285" y="22848"/>
                    </a:cubicBezTo>
                    <a:cubicBezTo>
                      <a:pt x="1115285" y="22848"/>
                      <a:pt x="1114955" y="22555"/>
                      <a:pt x="1114955" y="22555"/>
                    </a:cubicBezTo>
                    <a:cubicBezTo>
                      <a:pt x="1115028" y="22665"/>
                      <a:pt x="1115101" y="22738"/>
                      <a:pt x="1115175" y="22811"/>
                    </a:cubicBezTo>
                    <a:cubicBezTo>
                      <a:pt x="1103785" y="17217"/>
                      <a:pt x="1092422" y="13136"/>
                      <a:pt x="1080854" y="12696"/>
                    </a:cubicBezTo>
                    <a:close/>
                    <a:moveTo>
                      <a:pt x="1076438" y="518"/>
                    </a:moveTo>
                    <a:cubicBezTo>
                      <a:pt x="1088800" y="2489"/>
                      <a:pt x="1102024" y="10046"/>
                      <a:pt x="1114991" y="22518"/>
                    </a:cubicBezTo>
                    <a:cubicBezTo>
                      <a:pt x="1149033" y="44821"/>
                      <a:pt x="1185569" y="51901"/>
                      <a:pt x="1226434" y="47205"/>
                    </a:cubicBezTo>
                    <a:cubicBezTo>
                      <a:pt x="1255266" y="43867"/>
                      <a:pt x="1286080" y="71306"/>
                      <a:pt x="1293197" y="100102"/>
                    </a:cubicBezTo>
                    <a:cubicBezTo>
                      <a:pt x="1300570" y="129852"/>
                      <a:pt x="1309557" y="158941"/>
                      <a:pt x="1325661" y="185316"/>
                    </a:cubicBezTo>
                    <a:cubicBezTo>
                      <a:pt x="1344002" y="215359"/>
                      <a:pt x="1369423" y="233334"/>
                      <a:pt x="1405849" y="235572"/>
                    </a:cubicBezTo>
                    <a:cubicBezTo>
                      <a:pt x="1435159" y="237406"/>
                      <a:pt x="1464065" y="243348"/>
                      <a:pt x="1490403" y="257361"/>
                    </a:cubicBezTo>
                    <a:cubicBezTo>
                      <a:pt x="1516008" y="270971"/>
                      <a:pt x="1521730" y="285754"/>
                      <a:pt x="1511496" y="313009"/>
                    </a:cubicBezTo>
                    <a:cubicBezTo>
                      <a:pt x="1504489" y="331681"/>
                      <a:pt x="1505773" y="349985"/>
                      <a:pt x="1511679" y="369427"/>
                    </a:cubicBezTo>
                    <a:cubicBezTo>
                      <a:pt x="1506654" y="369941"/>
                      <a:pt x="1502472" y="370087"/>
                      <a:pt x="1498400" y="370821"/>
                    </a:cubicBezTo>
                    <a:cubicBezTo>
                      <a:pt x="1485451" y="373132"/>
                      <a:pt x="1481966" y="383770"/>
                      <a:pt x="1477711" y="394078"/>
                    </a:cubicBezTo>
                    <a:cubicBezTo>
                      <a:pt x="1473236" y="405009"/>
                      <a:pt x="1482186" y="407907"/>
                      <a:pt x="1487982" y="412566"/>
                    </a:cubicBezTo>
                    <a:cubicBezTo>
                      <a:pt x="1516962" y="435823"/>
                      <a:pt x="1544657" y="460290"/>
                      <a:pt x="1564832" y="495433"/>
                    </a:cubicBezTo>
                    <a:cubicBezTo>
                      <a:pt x="1573526" y="443893"/>
                      <a:pt x="1547592" y="409411"/>
                      <a:pt x="1516815" y="376837"/>
                    </a:cubicBezTo>
                    <a:cubicBezTo>
                      <a:pt x="1568574" y="394445"/>
                      <a:pt x="1590180" y="459740"/>
                      <a:pt x="1569455" y="509812"/>
                    </a:cubicBezTo>
                    <a:cubicBezTo>
                      <a:pt x="1562228" y="527200"/>
                      <a:pt x="1552654" y="549540"/>
                      <a:pt x="1558853" y="571733"/>
                    </a:cubicBezTo>
                    <a:cubicBezTo>
                      <a:pt x="1560614" y="578079"/>
                      <a:pt x="1563805" y="582811"/>
                      <a:pt x="1552104" y="584755"/>
                    </a:cubicBezTo>
                    <a:cubicBezTo>
                      <a:pt x="1535707" y="587470"/>
                      <a:pt x="1533285" y="600199"/>
                      <a:pt x="1544951" y="612231"/>
                    </a:cubicBezTo>
                    <a:cubicBezTo>
                      <a:pt x="1552617" y="620154"/>
                      <a:pt x="1560504" y="627858"/>
                      <a:pt x="1567950" y="635928"/>
                    </a:cubicBezTo>
                    <a:cubicBezTo>
                      <a:pt x="1574884" y="643411"/>
                      <a:pt x="1581376" y="651298"/>
                      <a:pt x="1590621" y="661973"/>
                    </a:cubicBezTo>
                    <a:cubicBezTo>
                      <a:pt x="1592161" y="635854"/>
                      <a:pt x="1584605" y="616119"/>
                      <a:pt x="1572463" y="595650"/>
                    </a:cubicBezTo>
                    <a:cubicBezTo>
                      <a:pt x="1592345" y="607609"/>
                      <a:pt x="1600488" y="626390"/>
                      <a:pt x="1596233" y="652655"/>
                    </a:cubicBezTo>
                    <a:cubicBezTo>
                      <a:pt x="1594436" y="663843"/>
                      <a:pt x="1596820" y="672024"/>
                      <a:pt x="1602653" y="681304"/>
                    </a:cubicBezTo>
                    <a:cubicBezTo>
                      <a:pt x="1634090" y="731486"/>
                      <a:pt x="1635741" y="780165"/>
                      <a:pt x="1591244" y="824404"/>
                    </a:cubicBezTo>
                    <a:cubicBezTo>
                      <a:pt x="1586219" y="829393"/>
                      <a:pt x="1585742" y="834125"/>
                      <a:pt x="1586989" y="840728"/>
                    </a:cubicBezTo>
                    <a:cubicBezTo>
                      <a:pt x="1592381" y="867213"/>
                      <a:pt x="1594472" y="893991"/>
                      <a:pt x="1592015" y="920953"/>
                    </a:cubicBezTo>
                    <a:cubicBezTo>
                      <a:pt x="1588640" y="957783"/>
                      <a:pt x="1571986" y="976968"/>
                      <a:pt x="1536550" y="987312"/>
                    </a:cubicBezTo>
                    <a:cubicBezTo>
                      <a:pt x="1519639" y="992228"/>
                      <a:pt x="1503206" y="998831"/>
                      <a:pt x="1486882" y="1005507"/>
                    </a:cubicBezTo>
                    <a:cubicBezTo>
                      <a:pt x="1475767" y="1010056"/>
                      <a:pt x="1471218" y="1017062"/>
                      <a:pt x="1473052" y="1031222"/>
                    </a:cubicBezTo>
                    <a:cubicBezTo>
                      <a:pt x="1476867" y="1060238"/>
                      <a:pt x="1472062" y="1089621"/>
                      <a:pt x="1471768" y="1118893"/>
                    </a:cubicBezTo>
                    <a:cubicBezTo>
                      <a:pt x="1471548" y="1140903"/>
                      <a:pt x="1447888" y="1158804"/>
                      <a:pt x="1424227" y="1159465"/>
                    </a:cubicBezTo>
                    <a:cubicBezTo>
                      <a:pt x="1404015" y="1160015"/>
                      <a:pt x="1384243" y="1156934"/>
                      <a:pt x="1367773" y="1143398"/>
                    </a:cubicBezTo>
                    <a:cubicBezTo>
                      <a:pt x="1366012" y="1141930"/>
                      <a:pt x="1363921" y="1139106"/>
                      <a:pt x="1362014" y="1141417"/>
                    </a:cubicBezTo>
                    <a:cubicBezTo>
                      <a:pt x="1348991" y="1157374"/>
                      <a:pt x="1329769" y="1151981"/>
                      <a:pt x="1313482" y="1154843"/>
                    </a:cubicBezTo>
                    <a:cubicBezTo>
                      <a:pt x="1278560" y="1161005"/>
                      <a:pt x="1254203" y="1178906"/>
                      <a:pt x="1240007" y="1211077"/>
                    </a:cubicBezTo>
                    <a:cubicBezTo>
                      <a:pt x="1222729" y="1249961"/>
                      <a:pt x="1196611" y="1280995"/>
                      <a:pt x="1159231" y="1302014"/>
                    </a:cubicBezTo>
                    <a:cubicBezTo>
                      <a:pt x="1158717" y="1307260"/>
                      <a:pt x="1156003" y="1311258"/>
                      <a:pt x="1151381" y="1313496"/>
                    </a:cubicBezTo>
                    <a:cubicBezTo>
                      <a:pt x="1127354" y="1325124"/>
                      <a:pt x="1103106" y="1336019"/>
                      <a:pt x="1075484" y="1334992"/>
                    </a:cubicBezTo>
                    <a:cubicBezTo>
                      <a:pt x="1065616" y="1332718"/>
                      <a:pt x="1060517" y="1326665"/>
                      <a:pt x="1057986" y="1318485"/>
                    </a:cubicBezTo>
                    <a:cubicBezTo>
                      <a:pt x="997900" y="1343759"/>
                      <a:pt x="932458" y="1357662"/>
                      <a:pt x="863971" y="1357662"/>
                    </a:cubicBezTo>
                    <a:cubicBezTo>
                      <a:pt x="853333" y="1357662"/>
                      <a:pt x="842732" y="1357295"/>
                      <a:pt x="832240" y="1356635"/>
                    </a:cubicBezTo>
                    <a:cubicBezTo>
                      <a:pt x="830479" y="1359092"/>
                      <a:pt x="828205" y="1361293"/>
                      <a:pt x="825051" y="1363054"/>
                    </a:cubicBezTo>
                    <a:cubicBezTo>
                      <a:pt x="799923" y="1371088"/>
                      <a:pt x="774795" y="1378791"/>
                      <a:pt x="748347" y="1368740"/>
                    </a:cubicBezTo>
                    <a:cubicBezTo>
                      <a:pt x="678173" y="1368263"/>
                      <a:pt x="611190" y="1357478"/>
                      <a:pt x="554662" y="1310855"/>
                    </a:cubicBezTo>
                    <a:cubicBezTo>
                      <a:pt x="534156" y="1293944"/>
                      <a:pt x="516952" y="1274465"/>
                      <a:pt x="504113" y="1251428"/>
                    </a:cubicBezTo>
                    <a:cubicBezTo>
                      <a:pt x="497620" y="1239763"/>
                      <a:pt x="489953" y="1236352"/>
                      <a:pt x="477444" y="1241047"/>
                    </a:cubicBezTo>
                    <a:cubicBezTo>
                      <a:pt x="452206" y="1250475"/>
                      <a:pt x="425611" y="1254913"/>
                      <a:pt x="399016" y="1257738"/>
                    </a:cubicBezTo>
                    <a:cubicBezTo>
                      <a:pt x="356134" y="1262250"/>
                      <a:pt x="314059" y="1251355"/>
                      <a:pt x="300377" y="1210784"/>
                    </a:cubicBezTo>
                    <a:cubicBezTo>
                      <a:pt x="300120" y="1189398"/>
                      <a:pt x="289702" y="1182171"/>
                      <a:pt x="268096" y="1180117"/>
                    </a:cubicBezTo>
                    <a:cubicBezTo>
                      <a:pt x="241500" y="1177623"/>
                      <a:pt x="222829" y="1160785"/>
                      <a:pt x="214759" y="1133750"/>
                    </a:cubicBezTo>
                    <a:cubicBezTo>
                      <a:pt x="209880" y="1117389"/>
                      <a:pt x="205258" y="1100589"/>
                      <a:pt x="197371" y="1085659"/>
                    </a:cubicBezTo>
                    <a:cubicBezTo>
                      <a:pt x="182368" y="1057230"/>
                      <a:pt x="161385" y="1036761"/>
                      <a:pt x="125473" y="1036651"/>
                    </a:cubicBezTo>
                    <a:cubicBezTo>
                      <a:pt x="96970" y="1036541"/>
                      <a:pt x="75658" y="1019190"/>
                      <a:pt x="55922" y="1000115"/>
                    </a:cubicBezTo>
                    <a:cubicBezTo>
                      <a:pt x="72319" y="1007304"/>
                      <a:pt x="88056" y="1015888"/>
                      <a:pt x="106104" y="1018456"/>
                    </a:cubicBezTo>
                    <a:cubicBezTo>
                      <a:pt x="126023" y="1021281"/>
                      <a:pt x="143521" y="1015741"/>
                      <a:pt x="159551" y="1004406"/>
                    </a:cubicBezTo>
                    <a:cubicBezTo>
                      <a:pt x="163513" y="1001582"/>
                      <a:pt x="167952" y="997803"/>
                      <a:pt x="167071" y="992595"/>
                    </a:cubicBezTo>
                    <a:cubicBezTo>
                      <a:pt x="166117" y="986835"/>
                      <a:pt x="159991" y="986469"/>
                      <a:pt x="155333" y="985662"/>
                    </a:cubicBezTo>
                    <a:cubicBezTo>
                      <a:pt x="145135" y="983937"/>
                      <a:pt x="134717" y="983240"/>
                      <a:pt x="124556" y="981296"/>
                    </a:cubicBezTo>
                    <a:cubicBezTo>
                      <a:pt x="83801" y="973520"/>
                      <a:pt x="70779" y="952941"/>
                      <a:pt x="78372" y="911709"/>
                    </a:cubicBezTo>
                    <a:cubicBezTo>
                      <a:pt x="79289" y="906739"/>
                      <a:pt x="82086" y="901805"/>
                      <a:pt x="83604" y="896738"/>
                    </a:cubicBezTo>
                    <a:lnTo>
                      <a:pt x="81210" y="881289"/>
                    </a:lnTo>
                    <a:lnTo>
                      <a:pt x="79457" y="882109"/>
                    </a:lnTo>
                    <a:lnTo>
                      <a:pt x="81124" y="880969"/>
                    </a:lnTo>
                    <a:lnTo>
                      <a:pt x="81168" y="881020"/>
                    </a:lnTo>
                    <a:lnTo>
                      <a:pt x="81160" y="880969"/>
                    </a:lnTo>
                    <a:lnTo>
                      <a:pt x="81417" y="881262"/>
                    </a:lnTo>
                    <a:cubicBezTo>
                      <a:pt x="93155" y="874146"/>
                      <a:pt x="93339" y="860573"/>
                      <a:pt x="98254" y="849825"/>
                    </a:cubicBezTo>
                    <a:cubicBezTo>
                      <a:pt x="101886" y="841938"/>
                      <a:pt x="92679" y="840214"/>
                      <a:pt x="88240" y="837060"/>
                    </a:cubicBezTo>
                    <a:cubicBezTo>
                      <a:pt x="67111" y="821909"/>
                      <a:pt x="48366" y="804852"/>
                      <a:pt x="38792" y="779761"/>
                    </a:cubicBezTo>
                    <a:cubicBezTo>
                      <a:pt x="27970" y="751405"/>
                      <a:pt x="33619" y="724113"/>
                      <a:pt x="46128" y="698325"/>
                    </a:cubicBezTo>
                    <a:cubicBezTo>
                      <a:pt x="53024" y="684056"/>
                      <a:pt x="53868" y="674848"/>
                      <a:pt x="41579" y="662303"/>
                    </a:cubicBezTo>
                    <a:cubicBezTo>
                      <a:pt x="23201" y="643558"/>
                      <a:pt x="9482" y="620851"/>
                      <a:pt x="2585" y="594843"/>
                    </a:cubicBezTo>
                    <a:cubicBezTo>
                      <a:pt x="-1083" y="580977"/>
                      <a:pt x="-1780" y="567294"/>
                      <a:pt x="6767" y="551264"/>
                    </a:cubicBezTo>
                    <a:cubicBezTo>
                      <a:pt x="12600" y="597264"/>
                      <a:pt x="35600" y="632626"/>
                      <a:pt x="58160" y="669382"/>
                    </a:cubicBezTo>
                    <a:cubicBezTo>
                      <a:pt x="67001" y="661202"/>
                      <a:pt x="70449" y="655003"/>
                      <a:pt x="64543" y="644585"/>
                    </a:cubicBezTo>
                    <a:cubicBezTo>
                      <a:pt x="45358" y="610800"/>
                      <a:pt x="40075" y="577235"/>
                      <a:pt x="68651" y="544808"/>
                    </a:cubicBezTo>
                    <a:cubicBezTo>
                      <a:pt x="79766" y="532189"/>
                      <a:pt x="65276" y="529254"/>
                      <a:pt x="57463" y="523055"/>
                    </a:cubicBezTo>
                    <a:cubicBezTo>
                      <a:pt x="74154" y="518286"/>
                      <a:pt x="89927" y="514654"/>
                      <a:pt x="105114" y="509299"/>
                    </a:cubicBezTo>
                    <a:cubicBezTo>
                      <a:pt x="146749" y="494626"/>
                      <a:pt x="166778" y="465573"/>
                      <a:pt x="164943" y="421407"/>
                    </a:cubicBezTo>
                    <a:cubicBezTo>
                      <a:pt x="163953" y="396939"/>
                      <a:pt x="162486" y="372692"/>
                      <a:pt x="169236" y="348775"/>
                    </a:cubicBezTo>
                    <a:lnTo>
                      <a:pt x="169185" y="348833"/>
                    </a:lnTo>
                    <a:lnTo>
                      <a:pt x="168943" y="349179"/>
                    </a:lnTo>
                    <a:lnTo>
                      <a:pt x="168996" y="349045"/>
                    </a:lnTo>
                    <a:lnTo>
                      <a:pt x="168942" y="349105"/>
                    </a:lnTo>
                    <a:lnTo>
                      <a:pt x="169011" y="349005"/>
                    </a:lnTo>
                    <a:lnTo>
                      <a:pt x="169050" y="348907"/>
                    </a:lnTo>
                    <a:lnTo>
                      <a:pt x="169103" y="348873"/>
                    </a:lnTo>
                    <a:lnTo>
                      <a:pt x="194890" y="311725"/>
                    </a:lnTo>
                    <a:cubicBezTo>
                      <a:pt x="205020" y="300619"/>
                      <a:pt x="216667" y="290889"/>
                      <a:pt x="229946" y="282599"/>
                    </a:cubicBezTo>
                    <a:cubicBezTo>
                      <a:pt x="233504" y="280361"/>
                      <a:pt x="243738" y="277867"/>
                      <a:pt x="233137" y="270053"/>
                    </a:cubicBezTo>
                    <a:cubicBezTo>
                      <a:pt x="231303" y="268733"/>
                      <a:pt x="237869" y="265982"/>
                      <a:pt x="240914" y="265505"/>
                    </a:cubicBezTo>
                    <a:cubicBezTo>
                      <a:pt x="259622" y="262644"/>
                      <a:pt x="278550" y="261030"/>
                      <a:pt x="297075" y="257398"/>
                    </a:cubicBezTo>
                    <a:cubicBezTo>
                      <a:pt x="337866" y="249401"/>
                      <a:pt x="369377" y="189278"/>
                      <a:pt x="353310" y="151091"/>
                    </a:cubicBezTo>
                    <a:cubicBezTo>
                      <a:pt x="352429" y="149000"/>
                      <a:pt x="351182" y="146029"/>
                      <a:pt x="349531" y="145552"/>
                    </a:cubicBezTo>
                    <a:cubicBezTo>
                      <a:pt x="345093" y="144305"/>
                      <a:pt x="343295" y="148413"/>
                      <a:pt x="341425" y="151385"/>
                    </a:cubicBezTo>
                    <a:cubicBezTo>
                      <a:pt x="330603" y="168515"/>
                      <a:pt x="324000" y="187664"/>
                      <a:pt x="316223" y="206225"/>
                    </a:cubicBezTo>
                    <a:cubicBezTo>
                      <a:pt x="313069" y="213782"/>
                      <a:pt x="312188" y="222476"/>
                      <a:pt x="302247" y="232527"/>
                    </a:cubicBezTo>
                    <a:cubicBezTo>
                      <a:pt x="315306" y="185169"/>
                      <a:pt x="328916" y="143718"/>
                      <a:pt x="365415" y="114849"/>
                    </a:cubicBezTo>
                    <a:cubicBezTo>
                      <a:pt x="388965" y="96214"/>
                      <a:pt x="414863" y="96984"/>
                      <a:pt x="441458" y="108869"/>
                    </a:cubicBezTo>
                    <a:cubicBezTo>
                      <a:pt x="465999" y="119837"/>
                      <a:pt x="490613" y="131392"/>
                      <a:pt x="518566" y="129008"/>
                    </a:cubicBezTo>
                    <a:cubicBezTo>
                      <a:pt x="572966" y="124349"/>
                      <a:pt x="612400" y="96104"/>
                      <a:pt x="640610" y="50177"/>
                    </a:cubicBezTo>
                    <a:cubicBezTo>
                      <a:pt x="596847" y="62245"/>
                      <a:pt x="560788" y="89868"/>
                      <a:pt x="519996" y="109493"/>
                    </a:cubicBezTo>
                    <a:cubicBezTo>
                      <a:pt x="518015" y="103550"/>
                      <a:pt x="522638" y="101496"/>
                      <a:pt x="525242" y="99002"/>
                    </a:cubicBezTo>
                    <a:cubicBezTo>
                      <a:pt x="547068" y="77982"/>
                      <a:pt x="571646" y="61402"/>
                      <a:pt x="600479" y="51351"/>
                    </a:cubicBezTo>
                    <a:cubicBezTo>
                      <a:pt x="639949" y="37558"/>
                      <a:pt x="674651" y="44711"/>
                      <a:pt x="705721" y="72847"/>
                    </a:cubicBezTo>
                    <a:cubicBezTo>
                      <a:pt x="749484" y="112464"/>
                      <a:pt x="765881" y="109860"/>
                      <a:pt x="796585" y="59934"/>
                    </a:cubicBezTo>
                    <a:cubicBezTo>
                      <a:pt x="825381" y="13127"/>
                      <a:pt x="857405" y="875"/>
                      <a:pt x="909935" y="16759"/>
                    </a:cubicBezTo>
                    <a:cubicBezTo>
                      <a:pt x="934659" y="24242"/>
                      <a:pt x="957696" y="35504"/>
                      <a:pt x="979412" y="49296"/>
                    </a:cubicBezTo>
                    <a:cubicBezTo>
                      <a:pt x="987189" y="54249"/>
                      <a:pt x="992581" y="55386"/>
                      <a:pt x="999734" y="47976"/>
                    </a:cubicBezTo>
                    <a:cubicBezTo>
                      <a:pt x="1012793" y="34513"/>
                      <a:pt x="1029704" y="25856"/>
                      <a:pt x="1043056" y="12027"/>
                    </a:cubicBezTo>
                    <a:cubicBezTo>
                      <a:pt x="1052575" y="2159"/>
                      <a:pt x="1064076" y="-1454"/>
                      <a:pt x="1076438" y="518"/>
                    </a:cubicBezTo>
                    <a:close/>
                  </a:path>
                </a:pathLst>
              </a:custGeom>
              <a:solidFill>
                <a:srgbClr val="693723"/>
              </a:solidFill>
              <a:ln w="366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7" name="자유형: 도형 16">
                <a:extLst>
                  <a:ext uri="{FF2B5EF4-FFF2-40B4-BE49-F238E27FC236}">
                    <a16:creationId xmlns:a16="http://schemas.microsoft.com/office/drawing/2014/main" id="{9A9C1565-C9B6-43D0-AA3D-72FD46CD09E0}"/>
                  </a:ext>
                </a:extLst>
              </p:cNvPr>
              <p:cNvSpPr/>
              <p:nvPr/>
            </p:nvSpPr>
            <p:spPr>
              <a:xfrm>
                <a:off x="7940651" y="1937869"/>
                <a:ext cx="969670" cy="1131758"/>
              </a:xfrm>
              <a:custGeom>
                <a:avLst/>
                <a:gdLst>
                  <a:gd name="connsiteX0" fmla="*/ 967768 w 969670"/>
                  <a:gd name="connsiteY0" fmla="*/ 764 h 1131758"/>
                  <a:gd name="connsiteX1" fmla="*/ 967842 w 969670"/>
                  <a:gd name="connsiteY1" fmla="*/ 874 h 1131758"/>
                  <a:gd name="connsiteX2" fmla="*/ 845285 w 969670"/>
                  <a:gd name="connsiteY2" fmla="*/ 303984 h 1131758"/>
                  <a:gd name="connsiteX3" fmla="*/ 839379 w 969670"/>
                  <a:gd name="connsiteY3" fmla="*/ 510288 h 1131758"/>
                  <a:gd name="connsiteX4" fmla="*/ 693748 w 969670"/>
                  <a:gd name="connsiteY4" fmla="*/ 693482 h 1131758"/>
                  <a:gd name="connsiteX5" fmla="*/ 445736 w 969670"/>
                  <a:gd name="connsiteY5" fmla="*/ 1017648 h 1131758"/>
                  <a:gd name="connsiteX6" fmla="*/ 380917 w 969670"/>
                  <a:gd name="connsiteY6" fmla="*/ 1087199 h 1131758"/>
                  <a:gd name="connsiteX7" fmla="*/ 205537 w 969670"/>
                  <a:gd name="connsiteY7" fmla="*/ 1118342 h 1131758"/>
                  <a:gd name="connsiteX8" fmla="*/ 2901 w 969670"/>
                  <a:gd name="connsiteY8" fmla="*/ 969410 h 1131758"/>
                  <a:gd name="connsiteX9" fmla="*/ 11888 w 969670"/>
                  <a:gd name="connsiteY9" fmla="*/ 940724 h 1131758"/>
                  <a:gd name="connsiteX10" fmla="*/ 68636 w 969670"/>
                  <a:gd name="connsiteY10" fmla="*/ 869083 h 1131758"/>
                  <a:gd name="connsiteX11" fmla="*/ 105906 w 969670"/>
                  <a:gd name="connsiteY11" fmla="*/ 814792 h 1131758"/>
                  <a:gd name="connsiteX12" fmla="*/ 124394 w 969670"/>
                  <a:gd name="connsiteY12" fmla="*/ 803934 h 1131758"/>
                  <a:gd name="connsiteX13" fmla="*/ 204803 w 969670"/>
                  <a:gd name="connsiteY13" fmla="*/ 858151 h 1131758"/>
                  <a:gd name="connsiteX14" fmla="*/ 279783 w 969670"/>
                  <a:gd name="connsiteY14" fmla="*/ 848320 h 1131758"/>
                  <a:gd name="connsiteX15" fmla="*/ 398635 w 969670"/>
                  <a:gd name="connsiteY15" fmla="*/ 688457 h 1131758"/>
                  <a:gd name="connsiteX16" fmla="*/ 853979 w 969670"/>
                  <a:gd name="connsiteY16" fmla="*/ 91591 h 1131758"/>
                  <a:gd name="connsiteX17" fmla="*/ 967768 w 969670"/>
                  <a:gd name="connsiteY17" fmla="*/ 764 h 11317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969670" h="1131758">
                    <a:moveTo>
                      <a:pt x="967768" y="764"/>
                    </a:moveTo>
                    <a:cubicBezTo>
                      <a:pt x="970850" y="5790"/>
                      <a:pt x="969676" y="-2611"/>
                      <a:pt x="967842" y="874"/>
                    </a:cubicBezTo>
                    <a:cubicBezTo>
                      <a:pt x="917366" y="98010"/>
                      <a:pt x="869862" y="196357"/>
                      <a:pt x="845285" y="303984"/>
                    </a:cubicBezTo>
                    <a:cubicBezTo>
                      <a:pt x="829658" y="372361"/>
                      <a:pt x="823532" y="441031"/>
                      <a:pt x="839379" y="510288"/>
                    </a:cubicBezTo>
                    <a:cubicBezTo>
                      <a:pt x="788536" y="569531"/>
                      <a:pt x="741436" y="631745"/>
                      <a:pt x="693748" y="693482"/>
                    </a:cubicBezTo>
                    <a:cubicBezTo>
                      <a:pt x="610588" y="801146"/>
                      <a:pt x="528565" y="909727"/>
                      <a:pt x="445736" y="1017648"/>
                    </a:cubicBezTo>
                    <a:cubicBezTo>
                      <a:pt x="426404" y="1042849"/>
                      <a:pt x="404798" y="1066069"/>
                      <a:pt x="380917" y="1087199"/>
                    </a:cubicBezTo>
                    <a:cubicBezTo>
                      <a:pt x="328718" y="1133419"/>
                      <a:pt x="269768" y="1143470"/>
                      <a:pt x="205537" y="1118342"/>
                    </a:cubicBezTo>
                    <a:cubicBezTo>
                      <a:pt x="124944" y="1086832"/>
                      <a:pt x="57815" y="1036246"/>
                      <a:pt x="2901" y="969410"/>
                    </a:cubicBezTo>
                    <a:cubicBezTo>
                      <a:pt x="-5059" y="956498"/>
                      <a:pt x="5175" y="948171"/>
                      <a:pt x="11888" y="940724"/>
                    </a:cubicBezTo>
                    <a:cubicBezTo>
                      <a:pt x="32357" y="918018"/>
                      <a:pt x="50075" y="893257"/>
                      <a:pt x="68636" y="869083"/>
                    </a:cubicBezTo>
                    <a:cubicBezTo>
                      <a:pt x="82026" y="851622"/>
                      <a:pt x="93251" y="832730"/>
                      <a:pt x="105906" y="814792"/>
                    </a:cubicBezTo>
                    <a:cubicBezTo>
                      <a:pt x="110418" y="808409"/>
                      <a:pt x="114160" y="800596"/>
                      <a:pt x="124394" y="803934"/>
                    </a:cubicBezTo>
                    <a:cubicBezTo>
                      <a:pt x="151173" y="822055"/>
                      <a:pt x="177731" y="840507"/>
                      <a:pt x="204803" y="858151"/>
                    </a:cubicBezTo>
                    <a:cubicBezTo>
                      <a:pt x="236680" y="878950"/>
                      <a:pt x="256196" y="877410"/>
                      <a:pt x="279783" y="848320"/>
                    </a:cubicBezTo>
                    <a:cubicBezTo>
                      <a:pt x="321601" y="796744"/>
                      <a:pt x="363529" y="745535"/>
                      <a:pt x="398635" y="688457"/>
                    </a:cubicBezTo>
                    <a:cubicBezTo>
                      <a:pt x="530326" y="474339"/>
                      <a:pt x="675150" y="269833"/>
                      <a:pt x="853979" y="91591"/>
                    </a:cubicBezTo>
                    <a:cubicBezTo>
                      <a:pt x="890735" y="54981"/>
                      <a:pt x="926464" y="32238"/>
                      <a:pt x="967768" y="764"/>
                    </a:cubicBezTo>
                    <a:close/>
                  </a:path>
                </a:pathLst>
              </a:custGeom>
              <a:solidFill>
                <a:schemeClr val="accent4">
                  <a:lumMod val="75000"/>
                </a:schemeClr>
              </a:solidFill>
              <a:ln w="366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8" name="자유형: 도형 17">
                <a:extLst>
                  <a:ext uri="{FF2B5EF4-FFF2-40B4-BE49-F238E27FC236}">
                    <a16:creationId xmlns:a16="http://schemas.microsoft.com/office/drawing/2014/main" id="{175363C1-C20F-443C-BB6E-E782D9179061}"/>
                  </a:ext>
                </a:extLst>
              </p:cNvPr>
              <p:cNvSpPr/>
              <p:nvPr/>
            </p:nvSpPr>
            <p:spPr>
              <a:xfrm>
                <a:off x="6957846" y="2094246"/>
                <a:ext cx="962414" cy="681932"/>
              </a:xfrm>
              <a:custGeom>
                <a:avLst/>
                <a:gdLst>
                  <a:gd name="connsiteX0" fmla="*/ 846568 w 962414"/>
                  <a:gd name="connsiteY0" fmla="*/ 681086 h 681932"/>
                  <a:gd name="connsiteX1" fmla="*/ 552225 w 962414"/>
                  <a:gd name="connsiteY1" fmla="*/ 450938 h 681932"/>
                  <a:gd name="connsiteX2" fmla="*/ 517780 w 962414"/>
                  <a:gd name="connsiteY2" fmla="*/ 435054 h 681932"/>
                  <a:gd name="connsiteX3" fmla="*/ 176814 w 962414"/>
                  <a:gd name="connsiteY3" fmla="*/ 398408 h 681932"/>
                  <a:gd name="connsiteX4" fmla="*/ 100110 w 962414"/>
                  <a:gd name="connsiteY4" fmla="*/ 395767 h 681932"/>
                  <a:gd name="connsiteX5" fmla="*/ 77770 w 962414"/>
                  <a:gd name="connsiteY5" fmla="*/ 337001 h 681932"/>
                  <a:gd name="connsiteX6" fmla="*/ 87711 w 962414"/>
                  <a:gd name="connsiteY6" fmla="*/ 323832 h 681932"/>
                  <a:gd name="connsiteX7" fmla="*/ 67426 w 962414"/>
                  <a:gd name="connsiteY7" fmla="*/ 322145 h 681932"/>
                  <a:gd name="connsiteX8" fmla="*/ 33384 w 962414"/>
                  <a:gd name="connsiteY8" fmla="*/ 316239 h 681932"/>
                  <a:gd name="connsiteX9" fmla="*/ 14822 w 962414"/>
                  <a:gd name="connsiteY9" fmla="*/ 260004 h 681932"/>
                  <a:gd name="connsiteX10" fmla="*/ 14346 w 962414"/>
                  <a:gd name="connsiteY10" fmla="*/ 239645 h 681932"/>
                  <a:gd name="connsiteX11" fmla="*/ 39547 w 962414"/>
                  <a:gd name="connsiteY11" fmla="*/ 164152 h 681932"/>
                  <a:gd name="connsiteX12" fmla="*/ 47507 w 962414"/>
                  <a:gd name="connsiteY12" fmla="*/ 148268 h 681932"/>
                  <a:gd name="connsiteX13" fmla="*/ 65848 w 962414"/>
                  <a:gd name="connsiteY13" fmla="*/ 98820 h 681932"/>
                  <a:gd name="connsiteX14" fmla="*/ 115517 w 962414"/>
                  <a:gd name="connsiteY14" fmla="*/ 87081 h 681932"/>
                  <a:gd name="connsiteX15" fmla="*/ 287412 w 962414"/>
                  <a:gd name="connsiteY15" fmla="*/ 92327 h 681932"/>
                  <a:gd name="connsiteX16" fmla="*/ 377872 w 962414"/>
                  <a:gd name="connsiteY16" fmla="*/ 102781 h 681932"/>
                  <a:gd name="connsiteX17" fmla="*/ 355202 w 962414"/>
                  <a:gd name="connsiteY17" fmla="*/ 84733 h 681932"/>
                  <a:gd name="connsiteX18" fmla="*/ 349883 w 962414"/>
                  <a:gd name="connsiteY18" fmla="*/ 19842 h 681932"/>
                  <a:gd name="connsiteX19" fmla="*/ 422882 w 962414"/>
                  <a:gd name="connsiteY19" fmla="*/ 13312 h 681932"/>
                  <a:gd name="connsiteX20" fmla="*/ 458868 w 962414"/>
                  <a:gd name="connsiteY20" fmla="*/ 49848 h 681932"/>
                  <a:gd name="connsiteX21" fmla="*/ 592723 w 962414"/>
                  <a:gd name="connsiteY21" fmla="*/ 165839 h 681932"/>
                  <a:gd name="connsiteX22" fmla="*/ 673792 w 962414"/>
                  <a:gd name="connsiteY22" fmla="*/ 314551 h 681932"/>
                  <a:gd name="connsiteX23" fmla="*/ 685604 w 962414"/>
                  <a:gd name="connsiteY23" fmla="*/ 337735 h 681932"/>
                  <a:gd name="connsiteX24" fmla="*/ 942971 w 962414"/>
                  <a:gd name="connsiteY24" fmla="*/ 549578 h 681932"/>
                  <a:gd name="connsiteX25" fmla="*/ 961899 w 962414"/>
                  <a:gd name="connsiteY25" fmla="*/ 566819 h 681932"/>
                  <a:gd name="connsiteX26" fmla="*/ 954269 w 962414"/>
                  <a:gd name="connsiteY26" fmla="*/ 584060 h 681932"/>
                  <a:gd name="connsiteX27" fmla="*/ 864653 w 962414"/>
                  <a:gd name="connsiteY27" fmla="*/ 672135 h 681932"/>
                  <a:gd name="connsiteX28" fmla="*/ 846568 w 962414"/>
                  <a:gd name="connsiteY28" fmla="*/ 681086 h 6819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962414" h="681932">
                    <a:moveTo>
                      <a:pt x="846568" y="681086"/>
                    </a:moveTo>
                    <a:cubicBezTo>
                      <a:pt x="748442" y="604419"/>
                      <a:pt x="650205" y="527825"/>
                      <a:pt x="552225" y="450938"/>
                    </a:cubicBezTo>
                    <a:cubicBezTo>
                      <a:pt x="541771" y="442721"/>
                      <a:pt x="530289" y="438356"/>
                      <a:pt x="517780" y="435054"/>
                    </a:cubicBezTo>
                    <a:cubicBezTo>
                      <a:pt x="405934" y="405855"/>
                      <a:pt x="292328" y="393786"/>
                      <a:pt x="176814" y="398408"/>
                    </a:cubicBezTo>
                    <a:cubicBezTo>
                      <a:pt x="151246" y="399435"/>
                      <a:pt x="125421" y="401343"/>
                      <a:pt x="100110" y="395767"/>
                    </a:cubicBezTo>
                    <a:cubicBezTo>
                      <a:pt x="62583" y="387513"/>
                      <a:pt x="55540" y="368548"/>
                      <a:pt x="77770" y="337001"/>
                    </a:cubicBezTo>
                    <a:cubicBezTo>
                      <a:pt x="80851" y="332636"/>
                      <a:pt x="84190" y="328491"/>
                      <a:pt x="87711" y="323832"/>
                    </a:cubicBezTo>
                    <a:cubicBezTo>
                      <a:pt x="80448" y="319430"/>
                      <a:pt x="73772" y="322255"/>
                      <a:pt x="67426" y="322145"/>
                    </a:cubicBezTo>
                    <a:cubicBezTo>
                      <a:pt x="55724" y="321961"/>
                      <a:pt x="44242" y="321044"/>
                      <a:pt x="33384" y="316239"/>
                    </a:cubicBezTo>
                    <a:cubicBezTo>
                      <a:pt x="7302" y="304720"/>
                      <a:pt x="296" y="284508"/>
                      <a:pt x="14822" y="260004"/>
                    </a:cubicBezTo>
                    <a:cubicBezTo>
                      <a:pt x="19298" y="252447"/>
                      <a:pt x="21682" y="247678"/>
                      <a:pt x="14346" y="239645"/>
                    </a:cubicBezTo>
                    <a:cubicBezTo>
                      <a:pt x="-12506" y="210115"/>
                      <a:pt x="-291" y="173066"/>
                      <a:pt x="39547" y="164152"/>
                    </a:cubicBezTo>
                    <a:cubicBezTo>
                      <a:pt x="51762" y="161400"/>
                      <a:pt x="52862" y="159273"/>
                      <a:pt x="47507" y="148268"/>
                    </a:cubicBezTo>
                    <a:cubicBezTo>
                      <a:pt x="36759" y="126295"/>
                      <a:pt x="43655" y="109201"/>
                      <a:pt x="65848" y="98820"/>
                    </a:cubicBezTo>
                    <a:cubicBezTo>
                      <a:pt x="81548" y="91483"/>
                      <a:pt x="98569" y="87998"/>
                      <a:pt x="115517" y="87081"/>
                    </a:cubicBezTo>
                    <a:cubicBezTo>
                      <a:pt x="172925" y="84073"/>
                      <a:pt x="230260" y="85320"/>
                      <a:pt x="287412" y="92327"/>
                    </a:cubicBezTo>
                    <a:cubicBezTo>
                      <a:pt x="316869" y="95958"/>
                      <a:pt x="346325" y="99150"/>
                      <a:pt x="377872" y="102781"/>
                    </a:cubicBezTo>
                    <a:cubicBezTo>
                      <a:pt x="369142" y="95922"/>
                      <a:pt x="361548" y="90933"/>
                      <a:pt x="355202" y="84733"/>
                    </a:cubicBezTo>
                    <a:cubicBezTo>
                      <a:pt x="333706" y="63788"/>
                      <a:pt x="331909" y="39650"/>
                      <a:pt x="349883" y="19842"/>
                    </a:cubicBezTo>
                    <a:cubicBezTo>
                      <a:pt x="371269" y="-3782"/>
                      <a:pt x="400469" y="-6753"/>
                      <a:pt x="422882" y="13312"/>
                    </a:cubicBezTo>
                    <a:cubicBezTo>
                      <a:pt x="435574" y="24720"/>
                      <a:pt x="447753" y="36899"/>
                      <a:pt x="458868" y="49848"/>
                    </a:cubicBezTo>
                    <a:cubicBezTo>
                      <a:pt x="497825" y="95115"/>
                      <a:pt x="542321" y="134292"/>
                      <a:pt x="592723" y="165839"/>
                    </a:cubicBezTo>
                    <a:cubicBezTo>
                      <a:pt x="648444" y="200724"/>
                      <a:pt x="672472" y="251163"/>
                      <a:pt x="673792" y="314551"/>
                    </a:cubicBezTo>
                    <a:cubicBezTo>
                      <a:pt x="674012" y="324932"/>
                      <a:pt x="678121" y="331609"/>
                      <a:pt x="685604" y="337735"/>
                    </a:cubicBezTo>
                    <a:cubicBezTo>
                      <a:pt x="771478" y="408276"/>
                      <a:pt x="857243" y="478890"/>
                      <a:pt x="942971" y="549578"/>
                    </a:cubicBezTo>
                    <a:cubicBezTo>
                      <a:pt x="949537" y="555007"/>
                      <a:pt x="955589" y="561059"/>
                      <a:pt x="961899" y="566819"/>
                    </a:cubicBezTo>
                    <a:cubicBezTo>
                      <a:pt x="963953" y="574595"/>
                      <a:pt x="959551" y="579694"/>
                      <a:pt x="954269" y="584060"/>
                    </a:cubicBezTo>
                    <a:cubicBezTo>
                      <a:pt x="921951" y="610948"/>
                      <a:pt x="891028" y="639194"/>
                      <a:pt x="864653" y="672135"/>
                    </a:cubicBezTo>
                    <a:cubicBezTo>
                      <a:pt x="860251" y="677821"/>
                      <a:pt x="855555" y="684277"/>
                      <a:pt x="846568" y="681086"/>
                    </a:cubicBezTo>
                    <a:close/>
                  </a:path>
                </a:pathLst>
              </a:custGeom>
              <a:solidFill>
                <a:srgbClr val="F4AB92"/>
              </a:solidFill>
              <a:ln w="366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9" name="자유형: 도형 18">
                <a:extLst>
                  <a:ext uri="{FF2B5EF4-FFF2-40B4-BE49-F238E27FC236}">
                    <a16:creationId xmlns:a16="http://schemas.microsoft.com/office/drawing/2014/main" id="{151A7C95-B90A-4500-B397-32E965BEC009}"/>
                  </a:ext>
                </a:extLst>
              </p:cNvPr>
              <p:cNvSpPr/>
              <p:nvPr/>
            </p:nvSpPr>
            <p:spPr>
              <a:xfrm>
                <a:off x="7787994" y="2641952"/>
                <a:ext cx="279522" cy="296708"/>
              </a:xfrm>
              <a:custGeom>
                <a:avLst/>
                <a:gdLst>
                  <a:gd name="connsiteX0" fmla="*/ 16420 w 279522"/>
                  <a:gd name="connsiteY0" fmla="*/ 133380 h 296708"/>
                  <a:gd name="connsiteX1" fmla="*/ 131787 w 279522"/>
                  <a:gd name="connsiteY1" fmla="*/ 19260 h 296708"/>
                  <a:gd name="connsiteX2" fmla="*/ 135126 w 279522"/>
                  <a:gd name="connsiteY2" fmla="*/ 17792 h 296708"/>
                  <a:gd name="connsiteX3" fmla="*/ 205666 w 279522"/>
                  <a:gd name="connsiteY3" fmla="*/ 18526 h 296708"/>
                  <a:gd name="connsiteX4" fmla="*/ 271035 w 279522"/>
                  <a:gd name="connsiteY4" fmla="*/ 73330 h 296708"/>
                  <a:gd name="connsiteX5" fmla="*/ 277088 w 279522"/>
                  <a:gd name="connsiteY5" fmla="*/ 99852 h 296708"/>
                  <a:gd name="connsiteX6" fmla="*/ 224742 w 279522"/>
                  <a:gd name="connsiteY6" fmla="*/ 174171 h 296708"/>
                  <a:gd name="connsiteX7" fmla="*/ 162381 w 279522"/>
                  <a:gd name="connsiteY7" fmla="*/ 252672 h 296708"/>
                  <a:gd name="connsiteX8" fmla="*/ 155595 w 279522"/>
                  <a:gd name="connsiteY8" fmla="*/ 265328 h 296708"/>
                  <a:gd name="connsiteX9" fmla="*/ 126138 w 279522"/>
                  <a:gd name="connsiteY9" fmla="*/ 290419 h 296708"/>
                  <a:gd name="connsiteX10" fmla="*/ 105559 w 279522"/>
                  <a:gd name="connsiteY10" fmla="*/ 291409 h 296708"/>
                  <a:gd name="connsiteX11" fmla="*/ 3838 w 279522"/>
                  <a:gd name="connsiteY11" fmla="*/ 170283 h 296708"/>
                  <a:gd name="connsiteX12" fmla="*/ 4975 w 279522"/>
                  <a:gd name="connsiteY12" fmla="*/ 149704 h 296708"/>
                  <a:gd name="connsiteX13" fmla="*/ 16420 w 279522"/>
                  <a:gd name="connsiteY13" fmla="*/ 133380 h 2967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79522" h="296708">
                    <a:moveTo>
                      <a:pt x="16420" y="133380"/>
                    </a:moveTo>
                    <a:cubicBezTo>
                      <a:pt x="50755" y="91158"/>
                      <a:pt x="89566" y="53521"/>
                      <a:pt x="131787" y="19260"/>
                    </a:cubicBezTo>
                    <a:cubicBezTo>
                      <a:pt x="132924" y="18783"/>
                      <a:pt x="134135" y="18452"/>
                      <a:pt x="135126" y="17792"/>
                    </a:cubicBezTo>
                    <a:cubicBezTo>
                      <a:pt x="170268" y="-6052"/>
                      <a:pt x="170268" y="-6052"/>
                      <a:pt x="205666" y="18526"/>
                    </a:cubicBezTo>
                    <a:cubicBezTo>
                      <a:pt x="229107" y="34813"/>
                      <a:pt x="250309" y="53705"/>
                      <a:pt x="271035" y="73330"/>
                    </a:cubicBezTo>
                    <a:cubicBezTo>
                      <a:pt x="279986" y="81804"/>
                      <a:pt x="281600" y="89507"/>
                      <a:pt x="277088" y="99852"/>
                    </a:cubicBezTo>
                    <a:cubicBezTo>
                      <a:pt x="259700" y="124686"/>
                      <a:pt x="242936" y="149960"/>
                      <a:pt x="224742" y="174171"/>
                    </a:cubicBezTo>
                    <a:cubicBezTo>
                      <a:pt x="204676" y="200876"/>
                      <a:pt x="183290" y="226591"/>
                      <a:pt x="162381" y="252672"/>
                    </a:cubicBezTo>
                    <a:cubicBezTo>
                      <a:pt x="159299" y="256524"/>
                      <a:pt x="156218" y="260229"/>
                      <a:pt x="155595" y="265328"/>
                    </a:cubicBezTo>
                    <a:cubicBezTo>
                      <a:pt x="140921" y="267859"/>
                      <a:pt x="135639" y="281798"/>
                      <a:pt x="126138" y="290419"/>
                    </a:cubicBezTo>
                    <a:cubicBezTo>
                      <a:pt x="118545" y="297315"/>
                      <a:pt x="114180" y="299773"/>
                      <a:pt x="105559" y="291409"/>
                    </a:cubicBezTo>
                    <a:cubicBezTo>
                      <a:pt x="67446" y="254506"/>
                      <a:pt x="33294" y="214449"/>
                      <a:pt x="3838" y="170283"/>
                    </a:cubicBezTo>
                    <a:cubicBezTo>
                      <a:pt x="-1628" y="162102"/>
                      <a:pt x="-1261" y="156600"/>
                      <a:pt x="4975" y="149704"/>
                    </a:cubicBezTo>
                    <a:cubicBezTo>
                      <a:pt x="9377" y="144825"/>
                      <a:pt x="12642" y="138882"/>
                      <a:pt x="16420" y="133380"/>
                    </a:cubicBezTo>
                    <a:close/>
                  </a:path>
                </a:pathLst>
              </a:custGeom>
              <a:solidFill>
                <a:schemeClr val="accent4">
                  <a:lumMod val="50000"/>
                </a:schemeClr>
              </a:solidFill>
              <a:ln w="366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0" name="자유형: 도형 19">
                <a:extLst>
                  <a:ext uri="{FF2B5EF4-FFF2-40B4-BE49-F238E27FC236}">
                    <a16:creationId xmlns:a16="http://schemas.microsoft.com/office/drawing/2014/main" id="{5B2A4472-458C-4213-8240-4B48916AA59B}"/>
                  </a:ext>
                </a:extLst>
              </p:cNvPr>
              <p:cNvSpPr/>
              <p:nvPr/>
            </p:nvSpPr>
            <p:spPr>
              <a:xfrm>
                <a:off x="8989048" y="1692235"/>
                <a:ext cx="697450" cy="575626"/>
              </a:xfrm>
              <a:custGeom>
                <a:avLst/>
                <a:gdLst>
                  <a:gd name="connsiteX0" fmla="*/ 509964 w 697450"/>
                  <a:gd name="connsiteY0" fmla="*/ 0 h 575626"/>
                  <a:gd name="connsiteX1" fmla="*/ 424530 w 697450"/>
                  <a:gd name="connsiteY1" fmla="*/ 27512 h 575626"/>
                  <a:gd name="connsiteX2" fmla="*/ 170391 w 697450"/>
                  <a:gd name="connsiteY2" fmla="*/ 55795 h 575626"/>
                  <a:gd name="connsiteX3" fmla="*/ 99044 w 697450"/>
                  <a:gd name="connsiteY3" fmla="*/ 66726 h 575626"/>
                  <a:gd name="connsiteX4" fmla="*/ 55574 w 697450"/>
                  <a:gd name="connsiteY4" fmla="*/ 112690 h 575626"/>
                  <a:gd name="connsiteX5" fmla="*/ 0 w 697450"/>
                  <a:gd name="connsiteY5" fmla="*/ 198711 h 575626"/>
                  <a:gd name="connsiteX6" fmla="*/ 115844 w 697450"/>
                  <a:gd name="connsiteY6" fmla="*/ 575627 h 575626"/>
                  <a:gd name="connsiteX7" fmla="*/ 293462 w 697450"/>
                  <a:gd name="connsiteY7" fmla="*/ 495585 h 575626"/>
                  <a:gd name="connsiteX8" fmla="*/ 330255 w 697450"/>
                  <a:gd name="connsiteY8" fmla="*/ 488541 h 575626"/>
                  <a:gd name="connsiteX9" fmla="*/ 385169 w 697450"/>
                  <a:gd name="connsiteY9" fmla="*/ 474602 h 575626"/>
                  <a:gd name="connsiteX10" fmla="*/ 514990 w 697450"/>
                  <a:gd name="connsiteY10" fmla="*/ 522473 h 575626"/>
                  <a:gd name="connsiteX11" fmla="*/ 537476 w 697450"/>
                  <a:gd name="connsiteY11" fmla="*/ 518548 h 575626"/>
                  <a:gd name="connsiteX12" fmla="*/ 652440 w 697450"/>
                  <a:gd name="connsiteY12" fmla="*/ 276148 h 575626"/>
                  <a:gd name="connsiteX13" fmla="*/ 697450 w 697450"/>
                  <a:gd name="connsiteY13" fmla="*/ 125895 h 575626"/>
                  <a:gd name="connsiteX14" fmla="*/ 509964 w 697450"/>
                  <a:gd name="connsiteY14" fmla="*/ 0 h 5756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697450" h="575626">
                    <a:moveTo>
                      <a:pt x="509964" y="0"/>
                    </a:moveTo>
                    <a:cubicBezTo>
                      <a:pt x="482525" y="12436"/>
                      <a:pt x="454426" y="22780"/>
                      <a:pt x="424530" y="27512"/>
                    </a:cubicBezTo>
                    <a:cubicBezTo>
                      <a:pt x="409160" y="31547"/>
                      <a:pt x="200251" y="45487"/>
                      <a:pt x="170391" y="55795"/>
                    </a:cubicBezTo>
                    <a:cubicBezTo>
                      <a:pt x="146621" y="59426"/>
                      <a:pt x="122814" y="63058"/>
                      <a:pt x="99044" y="66726"/>
                    </a:cubicBezTo>
                    <a:cubicBezTo>
                      <a:pt x="84554" y="82059"/>
                      <a:pt x="70064" y="97356"/>
                      <a:pt x="55574" y="112690"/>
                    </a:cubicBezTo>
                    <a:cubicBezTo>
                      <a:pt x="41965" y="127106"/>
                      <a:pt x="6199" y="185468"/>
                      <a:pt x="0" y="198711"/>
                    </a:cubicBezTo>
                    <a:cubicBezTo>
                      <a:pt x="1321" y="335538"/>
                      <a:pt x="40131" y="460663"/>
                      <a:pt x="115844" y="575627"/>
                    </a:cubicBezTo>
                    <a:cubicBezTo>
                      <a:pt x="169731" y="495218"/>
                      <a:pt x="215108" y="475079"/>
                      <a:pt x="293462" y="495585"/>
                    </a:cubicBezTo>
                    <a:cubicBezTo>
                      <a:pt x="315582" y="514219"/>
                      <a:pt x="322919" y="499546"/>
                      <a:pt x="330255" y="488541"/>
                    </a:cubicBezTo>
                    <a:cubicBezTo>
                      <a:pt x="346432" y="486524"/>
                      <a:pt x="370239" y="480912"/>
                      <a:pt x="385169" y="474602"/>
                    </a:cubicBezTo>
                    <a:cubicBezTo>
                      <a:pt x="432123" y="468549"/>
                      <a:pt x="475666" y="484030"/>
                      <a:pt x="514990" y="522473"/>
                    </a:cubicBezTo>
                    <a:cubicBezTo>
                      <a:pt x="527499" y="534689"/>
                      <a:pt x="530910" y="529736"/>
                      <a:pt x="537476" y="518548"/>
                    </a:cubicBezTo>
                    <a:cubicBezTo>
                      <a:pt x="582963" y="441111"/>
                      <a:pt x="621810" y="360555"/>
                      <a:pt x="652440" y="276148"/>
                    </a:cubicBezTo>
                    <a:cubicBezTo>
                      <a:pt x="670305" y="226956"/>
                      <a:pt x="687619" y="177545"/>
                      <a:pt x="697450" y="125895"/>
                    </a:cubicBezTo>
                    <a:cubicBezTo>
                      <a:pt x="644076" y="70321"/>
                      <a:pt x="581716" y="28136"/>
                      <a:pt x="509964" y="0"/>
                    </a:cubicBezTo>
                    <a:close/>
                  </a:path>
                </a:pathLst>
              </a:custGeom>
              <a:solidFill>
                <a:srgbClr val="FEFCFC"/>
              </a:solidFill>
              <a:ln w="366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1" name="자유형: 도형 20">
                <a:extLst>
                  <a:ext uri="{FF2B5EF4-FFF2-40B4-BE49-F238E27FC236}">
                    <a16:creationId xmlns:a16="http://schemas.microsoft.com/office/drawing/2014/main" id="{DCF6F6E9-B527-482F-B191-FEE9F3AF9D48}"/>
                  </a:ext>
                </a:extLst>
              </p:cNvPr>
              <p:cNvSpPr/>
              <p:nvPr/>
            </p:nvSpPr>
            <p:spPr>
              <a:xfrm>
                <a:off x="8704170" y="639896"/>
                <a:ext cx="948498" cy="1555521"/>
              </a:xfrm>
              <a:custGeom>
                <a:avLst/>
                <a:gdLst>
                  <a:gd name="connsiteX0" fmla="*/ 578304 w 948498"/>
                  <a:gd name="connsiteY0" fmla="*/ 1547887 h 1555521"/>
                  <a:gd name="connsiteX1" fmla="*/ 477573 w 948498"/>
                  <a:gd name="connsiteY1" fmla="*/ 1363373 h 1555521"/>
                  <a:gd name="connsiteX2" fmla="*/ 421375 w 948498"/>
                  <a:gd name="connsiteY2" fmla="*/ 1279883 h 1555521"/>
                  <a:gd name="connsiteX3" fmla="*/ 406592 w 948498"/>
                  <a:gd name="connsiteY3" fmla="*/ 1252554 h 1555521"/>
                  <a:gd name="connsiteX4" fmla="*/ 422218 w 948498"/>
                  <a:gd name="connsiteY4" fmla="*/ 1190340 h 1555521"/>
                  <a:gd name="connsiteX5" fmla="*/ 463413 w 948498"/>
                  <a:gd name="connsiteY5" fmla="*/ 1121120 h 1555521"/>
                  <a:gd name="connsiteX6" fmla="*/ 459195 w 948498"/>
                  <a:gd name="connsiteY6" fmla="*/ 1007476 h 1555521"/>
                  <a:gd name="connsiteX7" fmla="*/ 438359 w 948498"/>
                  <a:gd name="connsiteY7" fmla="*/ 978020 h 1555521"/>
                  <a:gd name="connsiteX8" fmla="*/ 312610 w 948498"/>
                  <a:gd name="connsiteY8" fmla="*/ 906709 h 1555521"/>
                  <a:gd name="connsiteX9" fmla="*/ 126738 w 948498"/>
                  <a:gd name="connsiteY9" fmla="*/ 703192 h 1555521"/>
                  <a:gd name="connsiteX10" fmla="*/ 104692 w 948498"/>
                  <a:gd name="connsiteY10" fmla="*/ 688042 h 1555521"/>
                  <a:gd name="connsiteX11" fmla="*/ 3154 w 948498"/>
                  <a:gd name="connsiteY11" fmla="*/ 537570 h 1555521"/>
                  <a:gd name="connsiteX12" fmla="*/ 71788 w 948498"/>
                  <a:gd name="connsiteY12" fmla="*/ 523777 h 1555521"/>
                  <a:gd name="connsiteX13" fmla="*/ 93320 w 948498"/>
                  <a:gd name="connsiteY13" fmla="*/ 557892 h 1555521"/>
                  <a:gd name="connsiteX14" fmla="*/ 92037 w 948498"/>
                  <a:gd name="connsiteY14" fmla="*/ 537863 h 1555521"/>
                  <a:gd name="connsiteX15" fmla="*/ 76813 w 948498"/>
                  <a:gd name="connsiteY15" fmla="*/ 460719 h 1555521"/>
                  <a:gd name="connsiteX16" fmla="*/ 137670 w 948498"/>
                  <a:gd name="connsiteY16" fmla="*/ 332659 h 1555521"/>
                  <a:gd name="connsiteX17" fmla="*/ 234439 w 948498"/>
                  <a:gd name="connsiteY17" fmla="*/ 191284 h 1555521"/>
                  <a:gd name="connsiteX18" fmla="*/ 288620 w 948498"/>
                  <a:gd name="connsiteY18" fmla="*/ 95835 h 1555521"/>
                  <a:gd name="connsiteX19" fmla="*/ 309639 w 948498"/>
                  <a:gd name="connsiteY19" fmla="*/ 87362 h 1555521"/>
                  <a:gd name="connsiteX20" fmla="*/ 318003 w 948498"/>
                  <a:gd name="connsiteY20" fmla="*/ 107721 h 1555521"/>
                  <a:gd name="connsiteX21" fmla="*/ 386709 w 948498"/>
                  <a:gd name="connsiteY21" fmla="*/ 200455 h 1555521"/>
                  <a:gd name="connsiteX22" fmla="*/ 393863 w 948498"/>
                  <a:gd name="connsiteY22" fmla="*/ 218319 h 1555521"/>
                  <a:gd name="connsiteX23" fmla="*/ 374898 w 948498"/>
                  <a:gd name="connsiteY23" fmla="*/ 263622 h 1555521"/>
                  <a:gd name="connsiteX24" fmla="*/ 402006 w 948498"/>
                  <a:gd name="connsiteY24" fmla="*/ 325360 h 1555521"/>
                  <a:gd name="connsiteX25" fmla="*/ 437955 w 948498"/>
                  <a:gd name="connsiteY25" fmla="*/ 236184 h 1555521"/>
                  <a:gd name="connsiteX26" fmla="*/ 435167 w 948498"/>
                  <a:gd name="connsiteY26" fmla="*/ 169421 h 1555521"/>
                  <a:gd name="connsiteX27" fmla="*/ 404134 w 948498"/>
                  <a:gd name="connsiteY27" fmla="*/ 153904 h 1555521"/>
                  <a:gd name="connsiteX28" fmla="*/ 384985 w 948498"/>
                  <a:gd name="connsiteY28" fmla="*/ 42682 h 1555521"/>
                  <a:gd name="connsiteX29" fmla="*/ 447713 w 948498"/>
                  <a:gd name="connsiteY29" fmla="*/ 9337 h 1555521"/>
                  <a:gd name="connsiteX30" fmla="*/ 504865 w 948498"/>
                  <a:gd name="connsiteY30" fmla="*/ 37106 h 1555521"/>
                  <a:gd name="connsiteX31" fmla="*/ 519391 w 948498"/>
                  <a:gd name="connsiteY31" fmla="*/ 128997 h 1555521"/>
                  <a:gd name="connsiteX32" fmla="*/ 520932 w 948498"/>
                  <a:gd name="connsiteY32" fmla="*/ 143523 h 1555521"/>
                  <a:gd name="connsiteX33" fmla="*/ 529185 w 948498"/>
                  <a:gd name="connsiteY33" fmla="*/ 161681 h 1555521"/>
                  <a:gd name="connsiteX34" fmla="*/ 544776 w 948498"/>
                  <a:gd name="connsiteY34" fmla="*/ 147778 h 1555521"/>
                  <a:gd name="connsiteX35" fmla="*/ 563227 w 948498"/>
                  <a:gd name="connsiteY35" fmla="*/ 24561 h 1555521"/>
                  <a:gd name="connsiteX36" fmla="*/ 563814 w 948498"/>
                  <a:gd name="connsiteY36" fmla="*/ 2588 h 1555521"/>
                  <a:gd name="connsiteX37" fmla="*/ 586411 w 948498"/>
                  <a:gd name="connsiteY37" fmla="*/ 4935 h 1555521"/>
                  <a:gd name="connsiteX38" fmla="*/ 699100 w 948498"/>
                  <a:gd name="connsiteY38" fmla="*/ 161974 h 1555521"/>
                  <a:gd name="connsiteX39" fmla="*/ 694515 w 948498"/>
                  <a:gd name="connsiteY39" fmla="*/ 198620 h 1555521"/>
                  <a:gd name="connsiteX40" fmla="*/ 706950 w 948498"/>
                  <a:gd name="connsiteY40" fmla="*/ 220814 h 1555521"/>
                  <a:gd name="connsiteX41" fmla="*/ 852104 w 948498"/>
                  <a:gd name="connsiteY41" fmla="*/ 311273 h 1555521"/>
                  <a:gd name="connsiteX42" fmla="*/ 860541 w 948498"/>
                  <a:gd name="connsiteY42" fmla="*/ 362593 h 1555521"/>
                  <a:gd name="connsiteX43" fmla="*/ 849573 w 948498"/>
                  <a:gd name="connsiteY43" fmla="*/ 429135 h 1555521"/>
                  <a:gd name="connsiteX44" fmla="*/ 860064 w 948498"/>
                  <a:gd name="connsiteY44" fmla="*/ 407015 h 1555521"/>
                  <a:gd name="connsiteX45" fmla="*/ 905477 w 948498"/>
                  <a:gd name="connsiteY45" fmla="*/ 382071 h 1555521"/>
                  <a:gd name="connsiteX46" fmla="*/ 939776 w 948498"/>
                  <a:gd name="connsiteY46" fmla="*/ 413508 h 1555521"/>
                  <a:gd name="connsiteX47" fmla="*/ 909293 w 948498"/>
                  <a:gd name="connsiteY47" fmla="*/ 571501 h 1555521"/>
                  <a:gd name="connsiteX48" fmla="*/ 894216 w 948498"/>
                  <a:gd name="connsiteY48" fmla="*/ 601764 h 1555521"/>
                  <a:gd name="connsiteX49" fmla="*/ 696459 w 948498"/>
                  <a:gd name="connsiteY49" fmla="*/ 924059 h 1555521"/>
                  <a:gd name="connsiteX50" fmla="*/ 685417 w 948498"/>
                  <a:gd name="connsiteY50" fmla="*/ 951828 h 1555521"/>
                  <a:gd name="connsiteX51" fmla="*/ 706877 w 948498"/>
                  <a:gd name="connsiteY51" fmla="*/ 1092434 h 1555521"/>
                  <a:gd name="connsiteX52" fmla="*/ 775327 w 948498"/>
                  <a:gd name="connsiteY52" fmla="*/ 1158683 h 1555521"/>
                  <a:gd name="connsiteX53" fmla="*/ 793338 w 948498"/>
                  <a:gd name="connsiteY53" fmla="*/ 1203913 h 1555521"/>
                  <a:gd name="connsiteX54" fmla="*/ 741212 w 948498"/>
                  <a:gd name="connsiteY54" fmla="*/ 1274527 h 1555521"/>
                  <a:gd name="connsiteX55" fmla="*/ 622873 w 948498"/>
                  <a:gd name="connsiteY55" fmla="*/ 1511865 h 1555521"/>
                  <a:gd name="connsiteX56" fmla="*/ 611502 w 948498"/>
                  <a:gd name="connsiteY56" fmla="*/ 1544586 h 1555521"/>
                  <a:gd name="connsiteX57" fmla="*/ 578304 w 948498"/>
                  <a:gd name="connsiteY57" fmla="*/ 1547887 h 15555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</a:cxnLst>
                <a:rect l="l" t="t" r="r" b="b"/>
                <a:pathLst>
                  <a:path w="948498" h="1555521">
                    <a:moveTo>
                      <a:pt x="578304" y="1547887"/>
                    </a:moveTo>
                    <a:cubicBezTo>
                      <a:pt x="545509" y="1485967"/>
                      <a:pt x="518034" y="1421148"/>
                      <a:pt x="477573" y="1363373"/>
                    </a:cubicBezTo>
                    <a:cubicBezTo>
                      <a:pt x="458351" y="1335897"/>
                      <a:pt x="439826" y="1307908"/>
                      <a:pt x="421375" y="1279883"/>
                    </a:cubicBezTo>
                    <a:cubicBezTo>
                      <a:pt x="415689" y="1271262"/>
                      <a:pt x="410700" y="1262018"/>
                      <a:pt x="406592" y="1252554"/>
                    </a:cubicBezTo>
                    <a:cubicBezTo>
                      <a:pt x="394266" y="1224088"/>
                      <a:pt x="397751" y="1209342"/>
                      <a:pt x="422218" y="1190340"/>
                    </a:cubicBezTo>
                    <a:cubicBezTo>
                      <a:pt x="445145" y="1172512"/>
                      <a:pt x="457177" y="1148668"/>
                      <a:pt x="463413" y="1121120"/>
                    </a:cubicBezTo>
                    <a:cubicBezTo>
                      <a:pt x="464514" y="1116204"/>
                      <a:pt x="459671" y="1034328"/>
                      <a:pt x="459195" y="1007476"/>
                    </a:cubicBezTo>
                    <a:cubicBezTo>
                      <a:pt x="458901" y="991629"/>
                      <a:pt x="452225" y="984403"/>
                      <a:pt x="438359" y="978020"/>
                    </a:cubicBezTo>
                    <a:cubicBezTo>
                      <a:pt x="394523" y="957808"/>
                      <a:pt x="353035" y="933157"/>
                      <a:pt x="312610" y="906709"/>
                    </a:cubicBezTo>
                    <a:cubicBezTo>
                      <a:pt x="233118" y="854766"/>
                      <a:pt x="171602" y="786536"/>
                      <a:pt x="126738" y="703192"/>
                    </a:cubicBezTo>
                    <a:cubicBezTo>
                      <a:pt x="121603" y="693692"/>
                      <a:pt x="115844" y="689510"/>
                      <a:pt x="104692" y="688042"/>
                    </a:cubicBezTo>
                    <a:cubicBezTo>
                      <a:pt x="36572" y="679202"/>
                      <a:pt x="-13280" y="604626"/>
                      <a:pt x="3154" y="537570"/>
                    </a:cubicBezTo>
                    <a:cubicBezTo>
                      <a:pt x="10564" y="507416"/>
                      <a:pt x="45999" y="500226"/>
                      <a:pt x="71788" y="523777"/>
                    </a:cubicBezTo>
                    <a:cubicBezTo>
                      <a:pt x="81252" y="532434"/>
                      <a:pt x="87011" y="543769"/>
                      <a:pt x="93320" y="557892"/>
                    </a:cubicBezTo>
                    <a:cubicBezTo>
                      <a:pt x="96512" y="548684"/>
                      <a:pt x="93761" y="543292"/>
                      <a:pt x="92037" y="537863"/>
                    </a:cubicBezTo>
                    <a:cubicBezTo>
                      <a:pt x="83966" y="512735"/>
                      <a:pt x="79674" y="486837"/>
                      <a:pt x="76813" y="460719"/>
                    </a:cubicBezTo>
                    <a:cubicBezTo>
                      <a:pt x="70724" y="405658"/>
                      <a:pt x="90753" y="361676"/>
                      <a:pt x="137670" y="332659"/>
                    </a:cubicBezTo>
                    <a:cubicBezTo>
                      <a:pt x="191337" y="299498"/>
                      <a:pt x="224755" y="254635"/>
                      <a:pt x="234439" y="191284"/>
                    </a:cubicBezTo>
                    <a:cubicBezTo>
                      <a:pt x="240198" y="153391"/>
                      <a:pt x="260337" y="121770"/>
                      <a:pt x="288620" y="95835"/>
                    </a:cubicBezTo>
                    <a:cubicBezTo>
                      <a:pt x="294379" y="90553"/>
                      <a:pt x="301018" y="84464"/>
                      <a:pt x="309639" y="87362"/>
                    </a:cubicBezTo>
                    <a:cubicBezTo>
                      <a:pt x="319250" y="90590"/>
                      <a:pt x="317929" y="99980"/>
                      <a:pt x="318003" y="107721"/>
                    </a:cubicBezTo>
                    <a:cubicBezTo>
                      <a:pt x="318516" y="155298"/>
                      <a:pt x="342213" y="185965"/>
                      <a:pt x="386709" y="200455"/>
                    </a:cubicBezTo>
                    <a:cubicBezTo>
                      <a:pt x="398338" y="204233"/>
                      <a:pt x="401786" y="207021"/>
                      <a:pt x="393863" y="218319"/>
                    </a:cubicBezTo>
                    <a:cubicBezTo>
                      <a:pt x="384362" y="231818"/>
                      <a:pt x="378052" y="247152"/>
                      <a:pt x="374898" y="263622"/>
                    </a:cubicBezTo>
                    <a:cubicBezTo>
                      <a:pt x="369945" y="289667"/>
                      <a:pt x="378089" y="309072"/>
                      <a:pt x="402006" y="325360"/>
                    </a:cubicBezTo>
                    <a:cubicBezTo>
                      <a:pt x="390011" y="285375"/>
                      <a:pt x="410590" y="259220"/>
                      <a:pt x="437955" y="236184"/>
                    </a:cubicBezTo>
                    <a:cubicBezTo>
                      <a:pt x="464367" y="213954"/>
                      <a:pt x="463560" y="189376"/>
                      <a:pt x="435167" y="169421"/>
                    </a:cubicBezTo>
                    <a:cubicBezTo>
                      <a:pt x="425630" y="162708"/>
                      <a:pt x="415029" y="158049"/>
                      <a:pt x="404134" y="153904"/>
                    </a:cubicBezTo>
                    <a:cubicBezTo>
                      <a:pt x="357033" y="136003"/>
                      <a:pt x="346395" y="75146"/>
                      <a:pt x="384985" y="42682"/>
                    </a:cubicBezTo>
                    <a:cubicBezTo>
                      <a:pt x="403400" y="27202"/>
                      <a:pt x="424860" y="16454"/>
                      <a:pt x="447713" y="9337"/>
                    </a:cubicBezTo>
                    <a:cubicBezTo>
                      <a:pt x="475408" y="717"/>
                      <a:pt x="493566" y="10364"/>
                      <a:pt x="504865" y="37106"/>
                    </a:cubicBezTo>
                    <a:cubicBezTo>
                      <a:pt x="517337" y="66599"/>
                      <a:pt x="515026" y="98293"/>
                      <a:pt x="519391" y="128997"/>
                    </a:cubicBezTo>
                    <a:cubicBezTo>
                      <a:pt x="520088" y="133839"/>
                      <a:pt x="519391" y="139011"/>
                      <a:pt x="520932" y="143523"/>
                    </a:cubicBezTo>
                    <a:cubicBezTo>
                      <a:pt x="523096" y="149906"/>
                      <a:pt x="519721" y="160580"/>
                      <a:pt x="529185" y="161681"/>
                    </a:cubicBezTo>
                    <a:cubicBezTo>
                      <a:pt x="536999" y="162598"/>
                      <a:pt x="541071" y="153867"/>
                      <a:pt x="544776" y="147778"/>
                    </a:cubicBezTo>
                    <a:cubicBezTo>
                      <a:pt x="568216" y="109371"/>
                      <a:pt x="574415" y="68250"/>
                      <a:pt x="563227" y="24561"/>
                    </a:cubicBezTo>
                    <a:cubicBezTo>
                      <a:pt x="561356" y="17224"/>
                      <a:pt x="555597" y="8787"/>
                      <a:pt x="563814" y="2588"/>
                    </a:cubicBezTo>
                    <a:cubicBezTo>
                      <a:pt x="571114" y="-2915"/>
                      <a:pt x="579478" y="1560"/>
                      <a:pt x="586411" y="4935"/>
                    </a:cubicBezTo>
                    <a:cubicBezTo>
                      <a:pt x="652110" y="36996"/>
                      <a:pt x="687068" y="91323"/>
                      <a:pt x="699100" y="161974"/>
                    </a:cubicBezTo>
                    <a:cubicBezTo>
                      <a:pt x="701228" y="174557"/>
                      <a:pt x="702475" y="186332"/>
                      <a:pt x="694515" y="198620"/>
                    </a:cubicBezTo>
                    <a:cubicBezTo>
                      <a:pt x="686848" y="210432"/>
                      <a:pt x="694845" y="219163"/>
                      <a:pt x="706950" y="220814"/>
                    </a:cubicBezTo>
                    <a:cubicBezTo>
                      <a:pt x="768981" y="229251"/>
                      <a:pt x="809259" y="272536"/>
                      <a:pt x="852104" y="311273"/>
                    </a:cubicBezTo>
                    <a:cubicBezTo>
                      <a:pt x="872903" y="330055"/>
                      <a:pt x="873050" y="337685"/>
                      <a:pt x="860541" y="362593"/>
                    </a:cubicBezTo>
                    <a:cubicBezTo>
                      <a:pt x="850527" y="382548"/>
                      <a:pt x="846015" y="403311"/>
                      <a:pt x="849573" y="429135"/>
                    </a:cubicBezTo>
                    <a:cubicBezTo>
                      <a:pt x="854012" y="419671"/>
                      <a:pt x="856506" y="413031"/>
                      <a:pt x="860064" y="407015"/>
                    </a:cubicBezTo>
                    <a:cubicBezTo>
                      <a:pt x="870225" y="389848"/>
                      <a:pt x="885009" y="380274"/>
                      <a:pt x="905477" y="382071"/>
                    </a:cubicBezTo>
                    <a:cubicBezTo>
                      <a:pt x="924699" y="383722"/>
                      <a:pt x="934787" y="397221"/>
                      <a:pt x="939776" y="413508"/>
                    </a:cubicBezTo>
                    <a:cubicBezTo>
                      <a:pt x="957457" y="471284"/>
                      <a:pt x="948727" y="524731"/>
                      <a:pt x="909293" y="571501"/>
                    </a:cubicBezTo>
                    <a:cubicBezTo>
                      <a:pt x="901516" y="580709"/>
                      <a:pt x="896564" y="590026"/>
                      <a:pt x="894216" y="601764"/>
                    </a:cubicBezTo>
                    <a:cubicBezTo>
                      <a:pt x="868208" y="733639"/>
                      <a:pt x="801555" y="840790"/>
                      <a:pt x="696459" y="924059"/>
                    </a:cubicBezTo>
                    <a:cubicBezTo>
                      <a:pt x="686334" y="932093"/>
                      <a:pt x="683583" y="939576"/>
                      <a:pt x="685417" y="951828"/>
                    </a:cubicBezTo>
                    <a:cubicBezTo>
                      <a:pt x="690773" y="987447"/>
                      <a:pt x="704859" y="1087592"/>
                      <a:pt x="706877" y="1092434"/>
                    </a:cubicBezTo>
                    <a:cubicBezTo>
                      <a:pt x="720156" y="1124421"/>
                      <a:pt x="740882" y="1148522"/>
                      <a:pt x="775327" y="1158683"/>
                    </a:cubicBezTo>
                    <a:cubicBezTo>
                      <a:pt x="803609" y="1167010"/>
                      <a:pt x="808121" y="1177978"/>
                      <a:pt x="793338" y="1203913"/>
                    </a:cubicBezTo>
                    <a:cubicBezTo>
                      <a:pt x="778775" y="1229444"/>
                      <a:pt x="759407" y="1251600"/>
                      <a:pt x="741212" y="1274527"/>
                    </a:cubicBezTo>
                    <a:cubicBezTo>
                      <a:pt x="685051" y="1345361"/>
                      <a:pt x="645433" y="1424303"/>
                      <a:pt x="622873" y="1511865"/>
                    </a:cubicBezTo>
                    <a:cubicBezTo>
                      <a:pt x="620012" y="1523016"/>
                      <a:pt x="615317" y="1533691"/>
                      <a:pt x="611502" y="1544586"/>
                    </a:cubicBezTo>
                    <a:cubicBezTo>
                      <a:pt x="601891" y="1558892"/>
                      <a:pt x="590592" y="1558268"/>
                      <a:pt x="578304" y="1547887"/>
                    </a:cubicBezTo>
                    <a:close/>
                  </a:path>
                </a:pathLst>
              </a:custGeom>
              <a:solidFill>
                <a:srgbClr val="F4AB93"/>
              </a:solidFill>
              <a:ln w="366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2" name="자유형: 도형 21">
                <a:extLst>
                  <a:ext uri="{FF2B5EF4-FFF2-40B4-BE49-F238E27FC236}">
                    <a16:creationId xmlns:a16="http://schemas.microsoft.com/office/drawing/2014/main" id="{5C9EBE0D-CD09-4465-AE7B-9A65331DAC88}"/>
                  </a:ext>
                </a:extLst>
              </p:cNvPr>
              <p:cNvSpPr/>
              <p:nvPr/>
            </p:nvSpPr>
            <p:spPr>
              <a:xfrm>
                <a:off x="10163345" y="2753578"/>
                <a:ext cx="241769" cy="205337"/>
              </a:xfrm>
              <a:custGeom>
                <a:avLst/>
                <a:gdLst>
                  <a:gd name="connsiteX0" fmla="*/ 221667 w 241769"/>
                  <a:gd name="connsiteY0" fmla="*/ 151096 h 205337"/>
                  <a:gd name="connsiteX1" fmla="*/ 113306 w 241769"/>
                  <a:gd name="connsiteY1" fmla="*/ 0 h 205337"/>
                  <a:gd name="connsiteX2" fmla="*/ 7109 w 241769"/>
                  <a:gd name="connsiteY2" fmla="*/ 46147 h 205337"/>
                  <a:gd name="connsiteX3" fmla="*/ 1424 w 241769"/>
                  <a:gd name="connsiteY3" fmla="*/ 65185 h 205337"/>
                  <a:gd name="connsiteX4" fmla="*/ 1424 w 241769"/>
                  <a:gd name="connsiteY4" fmla="*/ 65185 h 205337"/>
                  <a:gd name="connsiteX5" fmla="*/ 1424 w 241769"/>
                  <a:gd name="connsiteY5" fmla="*/ 65185 h 205337"/>
                  <a:gd name="connsiteX6" fmla="*/ 72588 w 241769"/>
                  <a:gd name="connsiteY6" fmla="*/ 201535 h 205337"/>
                  <a:gd name="connsiteX7" fmla="*/ 241769 w 241769"/>
                  <a:gd name="connsiteY7" fmla="*/ 168301 h 205337"/>
                  <a:gd name="connsiteX8" fmla="*/ 221667 w 241769"/>
                  <a:gd name="connsiteY8" fmla="*/ 151096 h 2053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41769" h="205337">
                    <a:moveTo>
                      <a:pt x="221667" y="151096"/>
                    </a:moveTo>
                    <a:cubicBezTo>
                      <a:pt x="185608" y="100694"/>
                      <a:pt x="149439" y="50365"/>
                      <a:pt x="113306" y="0"/>
                    </a:cubicBezTo>
                    <a:cubicBezTo>
                      <a:pt x="72258" y="2384"/>
                      <a:pt x="37372" y="18782"/>
                      <a:pt x="7109" y="46147"/>
                    </a:cubicBezTo>
                    <a:cubicBezTo>
                      <a:pt x="1056" y="51613"/>
                      <a:pt x="-1988" y="57262"/>
                      <a:pt x="1424" y="65185"/>
                    </a:cubicBezTo>
                    <a:cubicBezTo>
                      <a:pt x="1424" y="65185"/>
                      <a:pt x="1424" y="65185"/>
                      <a:pt x="1424" y="65185"/>
                    </a:cubicBezTo>
                    <a:cubicBezTo>
                      <a:pt x="1424" y="65185"/>
                      <a:pt x="1424" y="65185"/>
                      <a:pt x="1424" y="65185"/>
                    </a:cubicBezTo>
                    <a:cubicBezTo>
                      <a:pt x="43682" y="116798"/>
                      <a:pt x="51019" y="157149"/>
                      <a:pt x="72588" y="201535"/>
                    </a:cubicBezTo>
                    <a:cubicBezTo>
                      <a:pt x="133298" y="212540"/>
                      <a:pt x="189239" y="199114"/>
                      <a:pt x="241769" y="168301"/>
                    </a:cubicBezTo>
                    <a:cubicBezTo>
                      <a:pt x="231571" y="166613"/>
                      <a:pt x="227023" y="158543"/>
                      <a:pt x="221667" y="151096"/>
                    </a:cubicBezTo>
                    <a:close/>
                  </a:path>
                </a:pathLst>
              </a:custGeom>
              <a:solidFill>
                <a:schemeClr val="accent4">
                  <a:lumMod val="50000"/>
                </a:schemeClr>
              </a:solidFill>
              <a:ln w="366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</p:grpSp>
        <p:grpSp>
          <p:nvGrpSpPr>
            <p:cNvPr id="7" name="그룹 6">
              <a:extLst>
                <a:ext uri="{FF2B5EF4-FFF2-40B4-BE49-F238E27FC236}">
                  <a16:creationId xmlns:a16="http://schemas.microsoft.com/office/drawing/2014/main" id="{5F517699-9D62-4882-9392-D4B0F18DE0D6}"/>
                </a:ext>
              </a:extLst>
            </p:cNvPr>
            <p:cNvGrpSpPr/>
            <p:nvPr/>
          </p:nvGrpSpPr>
          <p:grpSpPr>
            <a:xfrm>
              <a:off x="9232273" y="2240828"/>
              <a:ext cx="1014914" cy="1246329"/>
              <a:chOff x="9232273" y="2240828"/>
              <a:chExt cx="1014914" cy="1246329"/>
            </a:xfrm>
          </p:grpSpPr>
          <p:sp>
            <p:nvSpPr>
              <p:cNvPr id="9" name="자유형: 도형 8">
                <a:extLst>
                  <a:ext uri="{FF2B5EF4-FFF2-40B4-BE49-F238E27FC236}">
                    <a16:creationId xmlns:a16="http://schemas.microsoft.com/office/drawing/2014/main" id="{7B626A27-FCD6-40CA-8DB4-0D1A6A38221C}"/>
                  </a:ext>
                </a:extLst>
              </p:cNvPr>
              <p:cNvSpPr/>
              <p:nvPr/>
            </p:nvSpPr>
            <p:spPr>
              <a:xfrm>
                <a:off x="9232273" y="2240828"/>
                <a:ext cx="1014914" cy="988012"/>
              </a:xfrm>
              <a:custGeom>
                <a:avLst/>
                <a:gdLst>
                  <a:gd name="connsiteX0" fmla="*/ 1014298 w 1014914"/>
                  <a:gd name="connsiteY0" fmla="*/ 958960 h 988012"/>
                  <a:gd name="connsiteX1" fmla="*/ 791560 w 1014914"/>
                  <a:gd name="connsiteY1" fmla="*/ 136348 h 988012"/>
                  <a:gd name="connsiteX2" fmla="*/ 791487 w 1014914"/>
                  <a:gd name="connsiteY2" fmla="*/ 130882 h 988012"/>
                  <a:gd name="connsiteX3" fmla="*/ 791487 w 1014914"/>
                  <a:gd name="connsiteY3" fmla="*/ 130882 h 988012"/>
                  <a:gd name="connsiteX4" fmla="*/ 761921 w 1014914"/>
                  <a:gd name="connsiteY4" fmla="*/ 18009 h 988012"/>
                  <a:gd name="connsiteX5" fmla="*/ 735472 w 1014914"/>
                  <a:gd name="connsiteY5" fmla="*/ 2603 h 988012"/>
                  <a:gd name="connsiteX6" fmla="*/ 634595 w 1014914"/>
                  <a:gd name="connsiteY6" fmla="*/ 34297 h 988012"/>
                  <a:gd name="connsiteX7" fmla="*/ 464313 w 1014914"/>
                  <a:gd name="connsiteY7" fmla="*/ 89247 h 988012"/>
                  <a:gd name="connsiteX8" fmla="*/ 88241 w 1014914"/>
                  <a:gd name="connsiteY8" fmla="*/ 210374 h 988012"/>
                  <a:gd name="connsiteX9" fmla="*/ 16783 w 1014914"/>
                  <a:gd name="connsiteY9" fmla="*/ 253036 h 988012"/>
                  <a:gd name="connsiteX10" fmla="*/ 6108 w 1014914"/>
                  <a:gd name="connsiteY10" fmla="*/ 316937 h 988012"/>
                  <a:gd name="connsiteX11" fmla="*/ 84426 w 1014914"/>
                  <a:gd name="connsiteY11" fmla="*/ 232457 h 988012"/>
                  <a:gd name="connsiteX12" fmla="*/ 293921 w 1014914"/>
                  <a:gd name="connsiteY12" fmla="*/ 167675 h 988012"/>
                  <a:gd name="connsiteX13" fmla="*/ 721680 w 1014914"/>
                  <a:gd name="connsiteY13" fmla="*/ 35727 h 988012"/>
                  <a:gd name="connsiteX14" fmla="*/ 741525 w 1014914"/>
                  <a:gd name="connsiteY14" fmla="*/ 46805 h 988012"/>
                  <a:gd name="connsiteX15" fmla="*/ 1000836 w 1014914"/>
                  <a:gd name="connsiteY15" fmla="*/ 988013 h 988012"/>
                  <a:gd name="connsiteX16" fmla="*/ 1014298 w 1014914"/>
                  <a:gd name="connsiteY16" fmla="*/ 958960 h 9880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014914" h="988012">
                    <a:moveTo>
                      <a:pt x="1014298" y="958960"/>
                    </a:moveTo>
                    <a:cubicBezTo>
                      <a:pt x="1004944" y="922497"/>
                      <a:pt x="830371" y="286894"/>
                      <a:pt x="791560" y="136348"/>
                    </a:cubicBezTo>
                    <a:cubicBezTo>
                      <a:pt x="791120" y="134624"/>
                      <a:pt x="791487" y="132716"/>
                      <a:pt x="791487" y="130882"/>
                    </a:cubicBezTo>
                    <a:cubicBezTo>
                      <a:pt x="791487" y="130882"/>
                      <a:pt x="791487" y="130882"/>
                      <a:pt x="791487" y="130882"/>
                    </a:cubicBezTo>
                    <a:cubicBezTo>
                      <a:pt x="781509" y="93282"/>
                      <a:pt x="770835" y="55829"/>
                      <a:pt x="761921" y="18009"/>
                    </a:cubicBezTo>
                    <a:cubicBezTo>
                      <a:pt x="758069" y="1759"/>
                      <a:pt x="753154" y="-3817"/>
                      <a:pt x="735472" y="2603"/>
                    </a:cubicBezTo>
                    <a:cubicBezTo>
                      <a:pt x="702348" y="14598"/>
                      <a:pt x="668270" y="23878"/>
                      <a:pt x="634595" y="34297"/>
                    </a:cubicBezTo>
                    <a:cubicBezTo>
                      <a:pt x="577846" y="52601"/>
                      <a:pt x="521062" y="70979"/>
                      <a:pt x="464313" y="89247"/>
                    </a:cubicBezTo>
                    <a:cubicBezTo>
                      <a:pt x="338931" y="129598"/>
                      <a:pt x="213513" y="169729"/>
                      <a:pt x="88241" y="210374"/>
                    </a:cubicBezTo>
                    <a:cubicBezTo>
                      <a:pt x="61353" y="219104"/>
                      <a:pt x="35785" y="231026"/>
                      <a:pt x="16783" y="253036"/>
                    </a:cubicBezTo>
                    <a:cubicBezTo>
                      <a:pt x="496" y="271891"/>
                      <a:pt x="-5667" y="293094"/>
                      <a:pt x="6108" y="316937"/>
                    </a:cubicBezTo>
                    <a:cubicBezTo>
                      <a:pt x="11060" y="269176"/>
                      <a:pt x="43818" y="247057"/>
                      <a:pt x="84426" y="232457"/>
                    </a:cubicBezTo>
                    <a:cubicBezTo>
                      <a:pt x="153280" y="207733"/>
                      <a:pt x="223747" y="188181"/>
                      <a:pt x="293921" y="167675"/>
                    </a:cubicBezTo>
                    <a:cubicBezTo>
                      <a:pt x="437168" y="125820"/>
                      <a:pt x="577480" y="74501"/>
                      <a:pt x="721680" y="35727"/>
                    </a:cubicBezTo>
                    <a:cubicBezTo>
                      <a:pt x="733601" y="32499"/>
                      <a:pt x="737930" y="33673"/>
                      <a:pt x="741525" y="46805"/>
                    </a:cubicBezTo>
                    <a:cubicBezTo>
                      <a:pt x="790790" y="228495"/>
                      <a:pt x="988070" y="941609"/>
                      <a:pt x="1000836" y="988013"/>
                    </a:cubicBezTo>
                    <a:cubicBezTo>
                      <a:pt x="1009603" y="977705"/>
                      <a:pt x="1017160" y="970185"/>
                      <a:pt x="1014298" y="958960"/>
                    </a:cubicBezTo>
                    <a:close/>
                  </a:path>
                </a:pathLst>
              </a:custGeom>
              <a:solidFill>
                <a:srgbClr val="AC342A"/>
              </a:solidFill>
              <a:ln w="366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0" name="자유형: 도형 9">
                <a:extLst>
                  <a:ext uri="{FF2B5EF4-FFF2-40B4-BE49-F238E27FC236}">
                    <a16:creationId xmlns:a16="http://schemas.microsoft.com/office/drawing/2014/main" id="{06C0D5A2-F7D4-4055-920C-76E4E8AF2782}"/>
                  </a:ext>
                </a:extLst>
              </p:cNvPr>
              <p:cNvSpPr/>
              <p:nvPr/>
            </p:nvSpPr>
            <p:spPr>
              <a:xfrm>
                <a:off x="9238638" y="2275035"/>
                <a:ext cx="984135" cy="1003657"/>
              </a:xfrm>
              <a:custGeom>
                <a:avLst/>
                <a:gdLst>
                  <a:gd name="connsiteX0" fmla="*/ 982879 w 984135"/>
                  <a:gd name="connsiteY0" fmla="*/ 932456 h 1003657"/>
                  <a:gd name="connsiteX1" fmla="*/ 735123 w 984135"/>
                  <a:gd name="connsiteY1" fmla="*/ 12599 h 1003657"/>
                  <a:gd name="connsiteX2" fmla="*/ 715278 w 984135"/>
                  <a:gd name="connsiteY2" fmla="*/ 1520 h 1003657"/>
                  <a:gd name="connsiteX3" fmla="*/ 287520 w 984135"/>
                  <a:gd name="connsiteY3" fmla="*/ 133468 h 1003657"/>
                  <a:gd name="connsiteX4" fmla="*/ 78024 w 984135"/>
                  <a:gd name="connsiteY4" fmla="*/ 198250 h 1003657"/>
                  <a:gd name="connsiteX5" fmla="*/ 0 w 984135"/>
                  <a:gd name="connsiteY5" fmla="*/ 280750 h 1003657"/>
                  <a:gd name="connsiteX6" fmla="*/ 652954 w 984135"/>
                  <a:gd name="connsiteY6" fmla="*/ 92017 h 1003657"/>
                  <a:gd name="connsiteX7" fmla="*/ 702586 w 984135"/>
                  <a:gd name="connsiteY7" fmla="*/ 119162 h 1003657"/>
                  <a:gd name="connsiteX8" fmla="*/ 945572 w 984135"/>
                  <a:gd name="connsiteY8" fmla="*/ 1003658 h 1003657"/>
                  <a:gd name="connsiteX9" fmla="*/ 983466 w 984135"/>
                  <a:gd name="connsiteY9" fmla="*/ 953806 h 1003657"/>
                  <a:gd name="connsiteX10" fmla="*/ 982879 w 984135"/>
                  <a:gd name="connsiteY10" fmla="*/ 932456 h 10036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984135" h="1003657">
                    <a:moveTo>
                      <a:pt x="982879" y="932456"/>
                    </a:moveTo>
                    <a:cubicBezTo>
                      <a:pt x="964868" y="863456"/>
                      <a:pt x="782114" y="185888"/>
                      <a:pt x="735123" y="12599"/>
                    </a:cubicBezTo>
                    <a:cubicBezTo>
                      <a:pt x="731565" y="-570"/>
                      <a:pt x="727236" y="-1708"/>
                      <a:pt x="715278" y="1520"/>
                    </a:cubicBezTo>
                    <a:cubicBezTo>
                      <a:pt x="571078" y="40331"/>
                      <a:pt x="430729" y="91613"/>
                      <a:pt x="287520" y="133468"/>
                    </a:cubicBezTo>
                    <a:cubicBezTo>
                      <a:pt x="217346" y="153974"/>
                      <a:pt x="146878" y="173526"/>
                      <a:pt x="78024" y="198250"/>
                    </a:cubicBezTo>
                    <a:cubicBezTo>
                      <a:pt x="38003" y="212630"/>
                      <a:pt x="5686" y="234383"/>
                      <a:pt x="0" y="280750"/>
                    </a:cubicBezTo>
                    <a:cubicBezTo>
                      <a:pt x="807" y="282180"/>
                      <a:pt x="436122" y="156322"/>
                      <a:pt x="652954" y="92017"/>
                    </a:cubicBezTo>
                    <a:cubicBezTo>
                      <a:pt x="691654" y="80535"/>
                      <a:pt x="692021" y="80498"/>
                      <a:pt x="702586" y="119162"/>
                    </a:cubicBezTo>
                    <a:cubicBezTo>
                      <a:pt x="743890" y="270295"/>
                      <a:pt x="922719" y="921672"/>
                      <a:pt x="945572" y="1003658"/>
                    </a:cubicBezTo>
                    <a:cubicBezTo>
                      <a:pt x="962960" y="988104"/>
                      <a:pt x="969343" y="972551"/>
                      <a:pt x="983466" y="953806"/>
                    </a:cubicBezTo>
                    <a:cubicBezTo>
                      <a:pt x="984163" y="946689"/>
                      <a:pt x="984750" y="939720"/>
                      <a:pt x="982879" y="932456"/>
                    </a:cubicBezTo>
                    <a:close/>
                  </a:path>
                </a:pathLst>
              </a:custGeom>
              <a:solidFill>
                <a:srgbClr val="FEFEFE"/>
              </a:solidFill>
              <a:ln w="366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1" name="자유형: 도형 10">
                <a:extLst>
                  <a:ext uri="{FF2B5EF4-FFF2-40B4-BE49-F238E27FC236}">
                    <a16:creationId xmlns:a16="http://schemas.microsoft.com/office/drawing/2014/main" id="{35543E65-B978-40F6-816C-AECA6A584570}"/>
                  </a:ext>
                </a:extLst>
              </p:cNvPr>
              <p:cNvSpPr/>
              <p:nvPr/>
            </p:nvSpPr>
            <p:spPr>
              <a:xfrm>
                <a:off x="9241022" y="2351240"/>
                <a:ext cx="943904" cy="1135917"/>
              </a:xfrm>
              <a:custGeom>
                <a:avLst/>
                <a:gdLst>
                  <a:gd name="connsiteX0" fmla="*/ 942602 w 943904"/>
                  <a:gd name="connsiteY0" fmla="*/ 897006 h 1135917"/>
                  <a:gd name="connsiteX1" fmla="*/ 704860 w 943904"/>
                  <a:gd name="connsiteY1" fmla="*/ 27110 h 1135917"/>
                  <a:gd name="connsiteX2" fmla="*/ 661941 w 943904"/>
                  <a:gd name="connsiteY2" fmla="*/ 3339 h 1135917"/>
                  <a:gd name="connsiteX3" fmla="*/ 24761 w 943904"/>
                  <a:gd name="connsiteY3" fmla="*/ 192513 h 1135917"/>
                  <a:gd name="connsiteX4" fmla="*/ 0 w 943904"/>
                  <a:gd name="connsiteY4" fmla="*/ 208800 h 1135917"/>
                  <a:gd name="connsiteX5" fmla="*/ 290565 w 943904"/>
                  <a:gd name="connsiteY5" fmla="*/ 1121431 h 1135917"/>
                  <a:gd name="connsiteX6" fmla="*/ 312904 w 943904"/>
                  <a:gd name="connsiteY6" fmla="*/ 1134050 h 1135917"/>
                  <a:gd name="connsiteX7" fmla="*/ 935815 w 943904"/>
                  <a:gd name="connsiteY7" fmla="*/ 927416 h 1135917"/>
                  <a:gd name="connsiteX8" fmla="*/ 942602 w 943904"/>
                  <a:gd name="connsiteY8" fmla="*/ 897006 h 11359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943904" h="1135917">
                    <a:moveTo>
                      <a:pt x="942602" y="897006"/>
                    </a:moveTo>
                    <a:cubicBezTo>
                      <a:pt x="923710" y="827529"/>
                      <a:pt x="743780" y="172080"/>
                      <a:pt x="704860" y="27110"/>
                    </a:cubicBezTo>
                    <a:cubicBezTo>
                      <a:pt x="697707" y="442"/>
                      <a:pt x="688720" y="-4401"/>
                      <a:pt x="661941" y="3339"/>
                    </a:cubicBezTo>
                    <a:cubicBezTo>
                      <a:pt x="616198" y="16582"/>
                      <a:pt x="82206" y="175859"/>
                      <a:pt x="24761" y="192513"/>
                    </a:cubicBezTo>
                    <a:cubicBezTo>
                      <a:pt x="15114" y="195301"/>
                      <a:pt x="3852" y="196731"/>
                      <a:pt x="0" y="208800"/>
                    </a:cubicBezTo>
                    <a:cubicBezTo>
                      <a:pt x="5282" y="242071"/>
                      <a:pt x="265070" y="1040546"/>
                      <a:pt x="290565" y="1121431"/>
                    </a:cubicBezTo>
                    <a:cubicBezTo>
                      <a:pt x="294526" y="1133977"/>
                      <a:pt x="298048" y="1138966"/>
                      <a:pt x="312904" y="1134050"/>
                    </a:cubicBezTo>
                    <a:cubicBezTo>
                      <a:pt x="429372" y="1095680"/>
                      <a:pt x="913328" y="941282"/>
                      <a:pt x="935815" y="927416"/>
                    </a:cubicBezTo>
                    <a:cubicBezTo>
                      <a:pt x="943959" y="922647"/>
                      <a:pt x="945389" y="907167"/>
                      <a:pt x="942602" y="897006"/>
                    </a:cubicBezTo>
                    <a:close/>
                  </a:path>
                </a:pathLst>
              </a:custGeom>
              <a:solidFill>
                <a:srgbClr val="DC5849"/>
              </a:solidFill>
              <a:ln w="366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2" name="자유형: 도형 11">
                <a:extLst>
                  <a:ext uri="{FF2B5EF4-FFF2-40B4-BE49-F238E27FC236}">
                    <a16:creationId xmlns:a16="http://schemas.microsoft.com/office/drawing/2014/main" id="{8A97B7CD-5E37-44DA-A4DE-D5EF768C2CB1}"/>
                  </a:ext>
                </a:extLst>
              </p:cNvPr>
              <p:cNvSpPr/>
              <p:nvPr/>
            </p:nvSpPr>
            <p:spPr>
              <a:xfrm>
                <a:off x="9449297" y="2554354"/>
                <a:ext cx="406061" cy="312708"/>
              </a:xfrm>
              <a:custGeom>
                <a:avLst/>
                <a:gdLst>
                  <a:gd name="connsiteX0" fmla="*/ 2174 w 406061"/>
                  <a:gd name="connsiteY0" fmla="*/ 136240 h 312708"/>
                  <a:gd name="connsiteX1" fmla="*/ 15710 w 406061"/>
                  <a:gd name="connsiteY1" fmla="*/ 109938 h 312708"/>
                  <a:gd name="connsiteX2" fmla="*/ 329165 w 406061"/>
                  <a:gd name="connsiteY2" fmla="*/ 2274 h 312708"/>
                  <a:gd name="connsiteX3" fmla="*/ 356310 w 406061"/>
                  <a:gd name="connsiteY3" fmla="*/ 22487 h 312708"/>
                  <a:gd name="connsiteX4" fmla="*/ 401283 w 406061"/>
                  <a:gd name="connsiteY4" fmla="*/ 170025 h 312708"/>
                  <a:gd name="connsiteX5" fmla="*/ 391746 w 406061"/>
                  <a:gd name="connsiteY5" fmla="*/ 206598 h 312708"/>
                  <a:gd name="connsiteX6" fmla="*/ 92927 w 406061"/>
                  <a:gd name="connsiteY6" fmla="*/ 311254 h 312708"/>
                  <a:gd name="connsiteX7" fmla="*/ 59253 w 406061"/>
                  <a:gd name="connsiteY7" fmla="*/ 295150 h 312708"/>
                  <a:gd name="connsiteX8" fmla="*/ 2174 w 406061"/>
                  <a:gd name="connsiteY8" fmla="*/ 136240 h 3127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406061" h="312708">
                    <a:moveTo>
                      <a:pt x="2174" y="136240"/>
                    </a:moveTo>
                    <a:cubicBezTo>
                      <a:pt x="-2888" y="120943"/>
                      <a:pt x="597" y="115074"/>
                      <a:pt x="15710" y="109938"/>
                    </a:cubicBezTo>
                    <a:cubicBezTo>
                      <a:pt x="120403" y="74613"/>
                      <a:pt x="224802" y="38480"/>
                      <a:pt x="329165" y="2274"/>
                    </a:cubicBezTo>
                    <a:cubicBezTo>
                      <a:pt x="345195" y="-3301"/>
                      <a:pt x="348533" y="624"/>
                      <a:pt x="356310" y="22487"/>
                    </a:cubicBezTo>
                    <a:cubicBezTo>
                      <a:pt x="379824" y="88589"/>
                      <a:pt x="387161" y="117935"/>
                      <a:pt x="401283" y="170025"/>
                    </a:cubicBezTo>
                    <a:cubicBezTo>
                      <a:pt x="407740" y="193869"/>
                      <a:pt x="410234" y="200691"/>
                      <a:pt x="391746" y="206598"/>
                    </a:cubicBezTo>
                    <a:cubicBezTo>
                      <a:pt x="320214" y="229414"/>
                      <a:pt x="177775" y="282017"/>
                      <a:pt x="92927" y="311254"/>
                    </a:cubicBezTo>
                    <a:cubicBezTo>
                      <a:pt x="79171" y="315986"/>
                      <a:pt x="64205" y="308796"/>
                      <a:pt x="59253" y="295150"/>
                    </a:cubicBezTo>
                    <a:cubicBezTo>
                      <a:pt x="41388" y="245812"/>
                      <a:pt x="16187" y="178498"/>
                      <a:pt x="2174" y="136240"/>
                    </a:cubicBezTo>
                    <a:close/>
                  </a:path>
                </a:pathLst>
              </a:custGeom>
              <a:solidFill>
                <a:srgbClr val="DE7265"/>
              </a:solidFill>
              <a:ln w="366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</p:grpSp>
        <p:sp>
          <p:nvSpPr>
            <p:cNvPr id="8" name="자유형: 도형 7">
              <a:extLst>
                <a:ext uri="{FF2B5EF4-FFF2-40B4-BE49-F238E27FC236}">
                  <a16:creationId xmlns:a16="http://schemas.microsoft.com/office/drawing/2014/main" id="{5EF2C35C-202C-4E6A-872F-2FAED9D6B2E9}"/>
                </a:ext>
              </a:extLst>
            </p:cNvPr>
            <p:cNvSpPr/>
            <p:nvPr/>
          </p:nvSpPr>
          <p:spPr>
            <a:xfrm>
              <a:off x="9341642" y="2816026"/>
              <a:ext cx="894641" cy="410257"/>
            </a:xfrm>
            <a:custGeom>
              <a:avLst/>
              <a:gdLst>
                <a:gd name="connsiteX0" fmla="*/ 825805 w 894641"/>
                <a:gd name="connsiteY0" fmla="*/ 244 h 410257"/>
                <a:gd name="connsiteX1" fmla="*/ 633550 w 894641"/>
                <a:gd name="connsiteY1" fmla="*/ 62054 h 410257"/>
                <a:gd name="connsiteX2" fmla="*/ 434546 w 894641"/>
                <a:gd name="connsiteY2" fmla="*/ 124305 h 410257"/>
                <a:gd name="connsiteX3" fmla="*/ 403989 w 894641"/>
                <a:gd name="connsiteY3" fmla="*/ 116822 h 410257"/>
                <a:gd name="connsiteX4" fmla="*/ 252783 w 894641"/>
                <a:gd name="connsiteY4" fmla="*/ 31974 h 410257"/>
                <a:gd name="connsiteX5" fmla="*/ 252783 w 894641"/>
                <a:gd name="connsiteY5" fmla="*/ 31974 h 410257"/>
                <a:gd name="connsiteX6" fmla="*/ 252783 w 894641"/>
                <a:gd name="connsiteY6" fmla="*/ 31974 h 410257"/>
                <a:gd name="connsiteX7" fmla="*/ 157151 w 894641"/>
                <a:gd name="connsiteY7" fmla="*/ 24748 h 410257"/>
                <a:gd name="connsiteX8" fmla="*/ 157151 w 894641"/>
                <a:gd name="connsiteY8" fmla="*/ 24748 h 410257"/>
                <a:gd name="connsiteX9" fmla="*/ 157151 w 894641"/>
                <a:gd name="connsiteY9" fmla="*/ 24748 h 410257"/>
                <a:gd name="connsiteX10" fmla="*/ 157664 w 894641"/>
                <a:gd name="connsiteY10" fmla="*/ 45657 h 410257"/>
                <a:gd name="connsiteX11" fmla="*/ 207590 w 894641"/>
                <a:gd name="connsiteY11" fmla="*/ 82597 h 410257"/>
                <a:gd name="connsiteX12" fmla="*/ 262651 w 894641"/>
                <a:gd name="connsiteY12" fmla="*/ 124782 h 410257"/>
                <a:gd name="connsiteX13" fmla="*/ 255461 w 894641"/>
                <a:gd name="connsiteY13" fmla="*/ 154568 h 410257"/>
                <a:gd name="connsiteX14" fmla="*/ 162176 w 894641"/>
                <a:gd name="connsiteY14" fmla="*/ 170635 h 410257"/>
                <a:gd name="connsiteX15" fmla="*/ 72450 w 894641"/>
                <a:gd name="connsiteY15" fmla="*/ 171699 h 410257"/>
                <a:gd name="connsiteX16" fmla="*/ 25863 w 894641"/>
                <a:gd name="connsiteY16" fmla="*/ 147048 h 410257"/>
                <a:gd name="connsiteX17" fmla="*/ 25863 w 894641"/>
                <a:gd name="connsiteY17" fmla="*/ 147048 h 410257"/>
                <a:gd name="connsiteX18" fmla="*/ 13171 w 894641"/>
                <a:gd name="connsiteY18" fmla="*/ 221991 h 410257"/>
                <a:gd name="connsiteX19" fmla="*/ 12841 w 894641"/>
                <a:gd name="connsiteY19" fmla="*/ 237215 h 410257"/>
                <a:gd name="connsiteX20" fmla="*/ 39876 w 894641"/>
                <a:gd name="connsiteY20" fmla="*/ 295173 h 410257"/>
                <a:gd name="connsiteX21" fmla="*/ 51101 w 894641"/>
                <a:gd name="connsiteY21" fmla="*/ 312708 h 410257"/>
                <a:gd name="connsiteX22" fmla="*/ 85986 w 894641"/>
                <a:gd name="connsiteY22" fmla="*/ 362780 h 410257"/>
                <a:gd name="connsiteX23" fmla="*/ 102897 w 894641"/>
                <a:gd name="connsiteY23" fmla="*/ 382589 h 410257"/>
                <a:gd name="connsiteX24" fmla="*/ 107996 w 894641"/>
                <a:gd name="connsiteY24" fmla="*/ 396088 h 410257"/>
                <a:gd name="connsiteX25" fmla="*/ 150511 w 894641"/>
                <a:gd name="connsiteY25" fmla="*/ 410174 h 410257"/>
                <a:gd name="connsiteX26" fmla="*/ 260229 w 894641"/>
                <a:gd name="connsiteY26" fmla="*/ 393520 h 410257"/>
                <a:gd name="connsiteX27" fmla="*/ 433299 w 894641"/>
                <a:gd name="connsiteY27" fmla="*/ 303574 h 410257"/>
                <a:gd name="connsiteX28" fmla="*/ 503620 w 894641"/>
                <a:gd name="connsiteY28" fmla="*/ 261499 h 410257"/>
                <a:gd name="connsiteX29" fmla="*/ 725257 w 894641"/>
                <a:gd name="connsiteY29" fmla="*/ 192755 h 410257"/>
                <a:gd name="connsiteX30" fmla="*/ 894291 w 894641"/>
                <a:gd name="connsiteY30" fmla="*/ 139052 h 410257"/>
                <a:gd name="connsiteX31" fmla="*/ 825805 w 894641"/>
                <a:gd name="connsiteY31" fmla="*/ 244 h 4102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894641" h="410257">
                  <a:moveTo>
                    <a:pt x="825805" y="244"/>
                  </a:moveTo>
                  <a:cubicBezTo>
                    <a:pt x="815827" y="-4158"/>
                    <a:pt x="663557" y="52407"/>
                    <a:pt x="633550" y="62054"/>
                  </a:cubicBezTo>
                  <a:cubicBezTo>
                    <a:pt x="567374" y="83257"/>
                    <a:pt x="500722" y="103102"/>
                    <a:pt x="434546" y="124305"/>
                  </a:cubicBezTo>
                  <a:cubicBezTo>
                    <a:pt x="421670" y="128450"/>
                    <a:pt x="413527" y="126286"/>
                    <a:pt x="403989" y="116822"/>
                  </a:cubicBezTo>
                  <a:cubicBezTo>
                    <a:pt x="361474" y="74746"/>
                    <a:pt x="311365" y="45657"/>
                    <a:pt x="252783" y="31974"/>
                  </a:cubicBezTo>
                  <a:cubicBezTo>
                    <a:pt x="252783" y="31974"/>
                    <a:pt x="252783" y="31974"/>
                    <a:pt x="252783" y="31974"/>
                  </a:cubicBezTo>
                  <a:cubicBezTo>
                    <a:pt x="252783" y="31974"/>
                    <a:pt x="252783" y="31974"/>
                    <a:pt x="252783" y="31974"/>
                  </a:cubicBezTo>
                  <a:cubicBezTo>
                    <a:pt x="221236" y="25005"/>
                    <a:pt x="189835" y="16384"/>
                    <a:pt x="157151" y="24748"/>
                  </a:cubicBezTo>
                  <a:lnTo>
                    <a:pt x="157151" y="24748"/>
                  </a:lnTo>
                  <a:lnTo>
                    <a:pt x="157151" y="24748"/>
                  </a:lnTo>
                  <a:cubicBezTo>
                    <a:pt x="146660" y="31974"/>
                    <a:pt x="150841" y="38797"/>
                    <a:pt x="157664" y="45657"/>
                  </a:cubicBezTo>
                  <a:cubicBezTo>
                    <a:pt x="172447" y="60514"/>
                    <a:pt x="190532" y="70858"/>
                    <a:pt x="207590" y="82597"/>
                  </a:cubicBezTo>
                  <a:cubicBezTo>
                    <a:pt x="226665" y="95729"/>
                    <a:pt x="247097" y="107101"/>
                    <a:pt x="262651" y="124782"/>
                  </a:cubicBezTo>
                  <a:cubicBezTo>
                    <a:pt x="275416" y="139308"/>
                    <a:pt x="273325" y="147158"/>
                    <a:pt x="255461" y="154568"/>
                  </a:cubicBezTo>
                  <a:cubicBezTo>
                    <a:pt x="225564" y="166967"/>
                    <a:pt x="193834" y="169205"/>
                    <a:pt x="162176" y="170635"/>
                  </a:cubicBezTo>
                  <a:cubicBezTo>
                    <a:pt x="132316" y="171993"/>
                    <a:pt x="102347" y="171552"/>
                    <a:pt x="72450" y="171699"/>
                  </a:cubicBezTo>
                  <a:cubicBezTo>
                    <a:pt x="52642" y="171809"/>
                    <a:pt x="37455" y="162712"/>
                    <a:pt x="25863" y="147048"/>
                  </a:cubicBezTo>
                  <a:cubicBezTo>
                    <a:pt x="25863" y="147048"/>
                    <a:pt x="25863" y="147048"/>
                    <a:pt x="25863" y="147048"/>
                  </a:cubicBezTo>
                  <a:cubicBezTo>
                    <a:pt x="-4584" y="174634"/>
                    <a:pt x="-7262" y="188757"/>
                    <a:pt x="13171" y="221991"/>
                  </a:cubicBezTo>
                  <a:cubicBezTo>
                    <a:pt x="16913" y="228081"/>
                    <a:pt x="14235" y="232189"/>
                    <a:pt x="12841" y="237215"/>
                  </a:cubicBezTo>
                  <a:cubicBezTo>
                    <a:pt x="5577" y="263516"/>
                    <a:pt x="14822" y="284939"/>
                    <a:pt x="39876" y="295173"/>
                  </a:cubicBezTo>
                  <a:cubicBezTo>
                    <a:pt x="49193" y="298988"/>
                    <a:pt x="51358" y="303794"/>
                    <a:pt x="51101" y="312708"/>
                  </a:cubicBezTo>
                  <a:cubicBezTo>
                    <a:pt x="50404" y="337762"/>
                    <a:pt x="63573" y="354086"/>
                    <a:pt x="85986" y="362780"/>
                  </a:cubicBezTo>
                  <a:cubicBezTo>
                    <a:pt x="95890" y="366632"/>
                    <a:pt x="103080" y="370373"/>
                    <a:pt x="102897" y="382589"/>
                  </a:cubicBezTo>
                  <a:cubicBezTo>
                    <a:pt x="102824" y="387064"/>
                    <a:pt x="106198" y="391576"/>
                    <a:pt x="107996" y="396088"/>
                  </a:cubicBezTo>
                  <a:cubicBezTo>
                    <a:pt x="120431" y="406139"/>
                    <a:pt x="134774" y="409771"/>
                    <a:pt x="150511" y="410174"/>
                  </a:cubicBezTo>
                  <a:cubicBezTo>
                    <a:pt x="188111" y="411091"/>
                    <a:pt x="224464" y="404342"/>
                    <a:pt x="260229" y="393520"/>
                  </a:cubicBezTo>
                  <a:cubicBezTo>
                    <a:pt x="323544" y="374372"/>
                    <a:pt x="377505" y="337285"/>
                    <a:pt x="433299" y="303574"/>
                  </a:cubicBezTo>
                  <a:cubicBezTo>
                    <a:pt x="456666" y="289451"/>
                    <a:pt x="477098" y="269936"/>
                    <a:pt x="503620" y="261499"/>
                  </a:cubicBezTo>
                  <a:cubicBezTo>
                    <a:pt x="577352" y="238095"/>
                    <a:pt x="651232" y="215168"/>
                    <a:pt x="725257" y="192755"/>
                  </a:cubicBezTo>
                  <a:cubicBezTo>
                    <a:pt x="738317" y="188793"/>
                    <a:pt x="880682" y="143674"/>
                    <a:pt x="894291" y="139052"/>
                  </a:cubicBezTo>
                  <a:cubicBezTo>
                    <a:pt x="900014" y="128670"/>
                    <a:pt x="833692" y="5820"/>
                    <a:pt x="825805" y="244"/>
                  </a:cubicBezTo>
                  <a:close/>
                </a:path>
              </a:pathLst>
            </a:custGeom>
            <a:solidFill>
              <a:srgbClr val="EBAE93"/>
            </a:solidFill>
            <a:ln w="366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</p:grpSp>
      <p:sp>
        <p:nvSpPr>
          <p:cNvPr id="52" name="TextBox 51">
            <a:extLst>
              <a:ext uri="{FF2B5EF4-FFF2-40B4-BE49-F238E27FC236}">
                <a16:creationId xmlns:a16="http://schemas.microsoft.com/office/drawing/2014/main" id="{E5FD6D86-3225-428B-9B9F-91DF9C38241A}"/>
              </a:ext>
            </a:extLst>
          </p:cNvPr>
          <p:cNvSpPr txBox="1"/>
          <p:nvPr/>
        </p:nvSpPr>
        <p:spPr>
          <a:xfrm>
            <a:off x="2144521" y="933639"/>
            <a:ext cx="10047479" cy="6093976"/>
          </a:xfrm>
          <a:prstGeom prst="rect">
            <a:avLst/>
          </a:prstGeom>
          <a:noFill/>
        </p:spPr>
        <p:txBody>
          <a:bodyPr wrap="square" lIns="36000" tIns="0" rIns="36000" bIns="0" rtlCol="0">
            <a:spAutoFit/>
          </a:bodyPr>
          <a:lstStyle/>
          <a:p>
            <a:pPr marL="342900" indent="-342900" algn="just">
              <a:buAutoNum type="arabicPeriod"/>
            </a:pPr>
            <a:r>
              <a:rPr lang="en-US" dirty="0" smtClean="0"/>
              <a:t>The Key Components of ICT are	 __________				              [        ]</a:t>
            </a:r>
          </a:p>
          <a:p>
            <a:pPr algn="just"/>
            <a:endParaRPr lang="en-US" dirty="0"/>
          </a:p>
          <a:p>
            <a:pPr marL="800100" lvl="1" indent="-342900" algn="just">
              <a:buAutoNum type="alphaLcPeriod"/>
            </a:pPr>
            <a:r>
              <a:rPr lang="en-US" dirty="0" smtClean="0"/>
              <a:t>Hardware</a:t>
            </a:r>
            <a:r>
              <a:rPr lang="en-US" dirty="0"/>
              <a:t>		b. </a:t>
            </a:r>
            <a:r>
              <a:rPr lang="en-US" dirty="0" smtClean="0"/>
              <a:t>Software</a:t>
            </a:r>
            <a:r>
              <a:rPr lang="en-US" dirty="0"/>
              <a:t>	c. </a:t>
            </a:r>
            <a:r>
              <a:rPr lang="en-US" dirty="0" smtClean="0"/>
              <a:t>Networking</a:t>
            </a:r>
            <a:r>
              <a:rPr lang="en-US" dirty="0"/>
              <a:t>	</a:t>
            </a:r>
            <a:r>
              <a:rPr lang="en-US" dirty="0" smtClean="0"/>
              <a:t>d</a:t>
            </a:r>
            <a:r>
              <a:rPr lang="en-US" dirty="0"/>
              <a:t>. </a:t>
            </a:r>
            <a:r>
              <a:rPr lang="en-US" dirty="0" smtClean="0"/>
              <a:t>All of these</a:t>
            </a:r>
          </a:p>
          <a:p>
            <a:pPr algn="just"/>
            <a:endParaRPr lang="en-US" dirty="0"/>
          </a:p>
          <a:p>
            <a:pPr marL="342900" indent="-342900" algn="just">
              <a:buAutoNum type="arabicPeriod" startAt="2"/>
            </a:pPr>
            <a:r>
              <a:rPr lang="en-US" altLang="ko-KR" dirty="0" smtClean="0">
                <a:cs typeface="Arial" pitchFamily="34" charset="0"/>
              </a:rPr>
              <a:t>Information Technology is used in _______________________		              [        ]</a:t>
            </a:r>
          </a:p>
          <a:p>
            <a:pPr algn="just"/>
            <a:endParaRPr lang="en-US" altLang="ko-KR" dirty="0" smtClean="0">
              <a:cs typeface="Arial" pitchFamily="34" charset="0"/>
            </a:endParaRPr>
          </a:p>
          <a:p>
            <a:pPr algn="just"/>
            <a:r>
              <a:rPr lang="en-US" altLang="ko-KR" dirty="0">
                <a:cs typeface="Arial" pitchFamily="34" charset="0"/>
              </a:rPr>
              <a:t> </a:t>
            </a:r>
            <a:r>
              <a:rPr lang="en-US" altLang="ko-KR" dirty="0" smtClean="0">
                <a:cs typeface="Arial" pitchFamily="34" charset="0"/>
              </a:rPr>
              <a:t>      a.  Cyber Security	b. E-Commerce	c. Health Care	d. All of these</a:t>
            </a:r>
          </a:p>
          <a:p>
            <a:pPr algn="just"/>
            <a:endParaRPr lang="en-US" altLang="ko-KR" dirty="0" smtClean="0">
              <a:cs typeface="Arial" pitchFamily="34" charset="0"/>
            </a:endParaRPr>
          </a:p>
          <a:p>
            <a:pPr marL="342900" indent="-342900" algn="just">
              <a:buAutoNum type="arabicPeriod" startAt="3"/>
            </a:pPr>
            <a:r>
              <a:rPr lang="en-US" altLang="ko-KR" dirty="0" smtClean="0">
                <a:cs typeface="Arial" pitchFamily="34" charset="0"/>
              </a:rPr>
              <a:t>Which of the following are the categories of </a:t>
            </a:r>
            <a:r>
              <a:rPr lang="en-US" altLang="ko-KR" dirty="0" err="1" smtClean="0">
                <a:cs typeface="Arial" pitchFamily="34" charset="0"/>
              </a:rPr>
              <a:t>ITeS</a:t>
            </a:r>
            <a:r>
              <a:rPr lang="en-US" altLang="ko-KR" dirty="0" smtClean="0">
                <a:cs typeface="Arial" pitchFamily="34" charset="0"/>
              </a:rPr>
              <a:t>?	  			              [        ]</a:t>
            </a:r>
          </a:p>
          <a:p>
            <a:pPr algn="just"/>
            <a:endParaRPr lang="en-US" altLang="ko-KR" dirty="0">
              <a:cs typeface="Arial" pitchFamily="34" charset="0"/>
            </a:endParaRPr>
          </a:p>
          <a:p>
            <a:pPr algn="just"/>
            <a:r>
              <a:rPr lang="en-US" altLang="ko-KR" dirty="0" smtClean="0">
                <a:cs typeface="Arial" pitchFamily="34" charset="0"/>
              </a:rPr>
              <a:t>      a</a:t>
            </a:r>
            <a:r>
              <a:rPr lang="en-US" altLang="ko-KR" dirty="0">
                <a:cs typeface="Arial" pitchFamily="34" charset="0"/>
              </a:rPr>
              <a:t>. </a:t>
            </a:r>
            <a:r>
              <a:rPr lang="en-US" altLang="ko-KR" dirty="0" smtClean="0">
                <a:cs typeface="Arial" pitchFamily="34" charset="0"/>
              </a:rPr>
              <a:t> BPO                        b</a:t>
            </a:r>
            <a:r>
              <a:rPr lang="en-US" altLang="ko-KR" dirty="0">
                <a:cs typeface="Arial" pitchFamily="34" charset="0"/>
              </a:rPr>
              <a:t>. </a:t>
            </a:r>
            <a:r>
              <a:rPr lang="en-US" altLang="ko-KR" dirty="0" smtClean="0">
                <a:cs typeface="Arial" pitchFamily="34" charset="0"/>
              </a:rPr>
              <a:t>BPM                  c. MNC                d</a:t>
            </a:r>
            <a:r>
              <a:rPr lang="en-US" altLang="ko-KR" dirty="0">
                <a:cs typeface="Arial" pitchFamily="34" charset="0"/>
              </a:rPr>
              <a:t>. </a:t>
            </a:r>
            <a:r>
              <a:rPr lang="en-US" altLang="ko-KR" dirty="0" smtClean="0">
                <a:cs typeface="Arial" pitchFamily="34" charset="0"/>
              </a:rPr>
              <a:t>ISP</a:t>
            </a:r>
            <a:endParaRPr lang="en-US" altLang="ko-KR" dirty="0">
              <a:cs typeface="Arial" pitchFamily="34" charset="0"/>
            </a:endParaRPr>
          </a:p>
          <a:p>
            <a:pPr algn="just"/>
            <a:endParaRPr lang="en-US" altLang="ko-KR" dirty="0"/>
          </a:p>
          <a:p>
            <a:pPr marL="342900" indent="-342900" algn="just">
              <a:buAutoNum type="arabicPeriod" startAt="4"/>
            </a:pPr>
            <a:r>
              <a:rPr lang="en-US" altLang="ko-KR" dirty="0" smtClean="0">
                <a:cs typeface="Arial" pitchFamily="34" charset="0"/>
              </a:rPr>
              <a:t>The skills required in </a:t>
            </a:r>
            <a:r>
              <a:rPr lang="en-US" altLang="ko-KR" dirty="0" err="1" smtClean="0">
                <a:cs typeface="Arial" pitchFamily="34" charset="0"/>
              </a:rPr>
              <a:t>ITeS</a:t>
            </a:r>
            <a:r>
              <a:rPr lang="en-US" altLang="ko-KR" dirty="0" smtClean="0">
                <a:cs typeface="Arial" pitchFamily="34" charset="0"/>
              </a:rPr>
              <a:t> are ___________________	</a:t>
            </a:r>
            <a:r>
              <a:rPr lang="en-US" altLang="ko-KR" dirty="0">
                <a:cs typeface="Arial" pitchFamily="34" charset="0"/>
              </a:rPr>
              <a:t>		              </a:t>
            </a:r>
            <a:r>
              <a:rPr lang="en-US" altLang="ko-KR" dirty="0" smtClean="0">
                <a:cs typeface="Arial" pitchFamily="34" charset="0"/>
              </a:rPr>
              <a:t>[        ]</a:t>
            </a:r>
          </a:p>
          <a:p>
            <a:pPr algn="just"/>
            <a:endParaRPr lang="en-US" altLang="ko-KR" dirty="0">
              <a:cs typeface="Arial" pitchFamily="34" charset="0"/>
            </a:endParaRPr>
          </a:p>
          <a:p>
            <a:pPr algn="just"/>
            <a:r>
              <a:rPr lang="en-US" altLang="ko-KR" dirty="0">
                <a:cs typeface="Arial" pitchFamily="34" charset="0"/>
              </a:rPr>
              <a:t> </a:t>
            </a:r>
            <a:r>
              <a:rPr lang="en-US" altLang="ko-KR" dirty="0" smtClean="0">
                <a:cs typeface="Arial" pitchFamily="34" charset="0"/>
              </a:rPr>
              <a:t>     a</a:t>
            </a:r>
            <a:r>
              <a:rPr lang="en-US" altLang="ko-KR" dirty="0">
                <a:cs typeface="Arial" pitchFamily="34" charset="0"/>
              </a:rPr>
              <a:t>. </a:t>
            </a:r>
            <a:r>
              <a:rPr lang="en-US" altLang="ko-KR" dirty="0" smtClean="0">
                <a:cs typeface="Arial" pitchFamily="34" charset="0"/>
              </a:rPr>
              <a:t>Problem Solving</a:t>
            </a:r>
            <a:r>
              <a:rPr lang="en-US" altLang="ko-KR" dirty="0">
                <a:cs typeface="Arial" pitchFamily="34" charset="0"/>
              </a:rPr>
              <a:t>	b. </a:t>
            </a:r>
            <a:r>
              <a:rPr lang="en-US" altLang="ko-KR" dirty="0" smtClean="0">
                <a:cs typeface="Arial" pitchFamily="34" charset="0"/>
              </a:rPr>
              <a:t>Technical Proficiency</a:t>
            </a:r>
            <a:r>
              <a:rPr lang="en-US" altLang="ko-KR" dirty="0">
                <a:cs typeface="Arial" pitchFamily="34" charset="0"/>
              </a:rPr>
              <a:t>	</a:t>
            </a:r>
            <a:r>
              <a:rPr lang="en-US" altLang="ko-KR" dirty="0" smtClean="0">
                <a:cs typeface="Arial" pitchFamily="34" charset="0"/>
              </a:rPr>
              <a:t>c</a:t>
            </a:r>
            <a:r>
              <a:rPr lang="en-US" altLang="ko-KR" dirty="0">
                <a:cs typeface="Arial" pitchFamily="34" charset="0"/>
              </a:rPr>
              <a:t>. </a:t>
            </a:r>
            <a:r>
              <a:rPr lang="en-US" altLang="ko-KR" dirty="0" smtClean="0">
                <a:cs typeface="Arial" pitchFamily="34" charset="0"/>
              </a:rPr>
              <a:t>Communication Skills</a:t>
            </a:r>
            <a:r>
              <a:rPr lang="en-US" altLang="ko-KR" dirty="0">
                <a:cs typeface="Arial" pitchFamily="34" charset="0"/>
              </a:rPr>
              <a:t>	d. </a:t>
            </a:r>
            <a:r>
              <a:rPr lang="en-US" altLang="ko-KR" dirty="0" smtClean="0">
                <a:cs typeface="Arial" pitchFamily="34" charset="0"/>
              </a:rPr>
              <a:t>All of these</a:t>
            </a:r>
            <a:endParaRPr lang="en-US" altLang="ko-KR" dirty="0">
              <a:cs typeface="Arial" pitchFamily="34" charset="0"/>
            </a:endParaRPr>
          </a:p>
          <a:p>
            <a:pPr algn="just"/>
            <a:endParaRPr lang="en-US" altLang="ko-KR" dirty="0" smtClean="0">
              <a:cs typeface="Arial" pitchFamily="34" charset="0"/>
            </a:endParaRPr>
          </a:p>
          <a:p>
            <a:pPr marL="342900" indent="-342900" algn="just">
              <a:lnSpc>
                <a:spcPct val="150000"/>
              </a:lnSpc>
              <a:buAutoNum type="arabicPeriod" startAt="5"/>
            </a:pPr>
            <a:r>
              <a:rPr lang="en-US" altLang="ko-KR" dirty="0">
                <a:cs typeface="Arial" pitchFamily="34" charset="0"/>
              </a:rPr>
              <a:t>The outsourced services mainly focusing on knowledge based activities such as data analytics,</a:t>
            </a:r>
          </a:p>
          <a:p>
            <a:pPr algn="just">
              <a:lnSpc>
                <a:spcPct val="150000"/>
              </a:lnSpc>
            </a:pPr>
            <a:r>
              <a:rPr lang="en-US" altLang="ko-KR" dirty="0">
                <a:cs typeface="Arial" pitchFamily="34" charset="0"/>
              </a:rPr>
              <a:t> </a:t>
            </a:r>
            <a:r>
              <a:rPr lang="en-US" altLang="ko-KR" dirty="0" smtClean="0">
                <a:cs typeface="Arial" pitchFamily="34" charset="0"/>
              </a:rPr>
              <a:t>     marketing </a:t>
            </a:r>
            <a:r>
              <a:rPr lang="en-US" altLang="ko-KR" dirty="0">
                <a:cs typeface="Arial" pitchFamily="34" charset="0"/>
              </a:rPr>
              <a:t>research etc. are known as	</a:t>
            </a:r>
            <a:r>
              <a:rPr lang="en-US" altLang="ko-KR" dirty="0" smtClean="0">
                <a:cs typeface="Arial" pitchFamily="34" charset="0"/>
              </a:rPr>
              <a:t>			</a:t>
            </a:r>
            <a:r>
              <a:rPr lang="en-US" altLang="ko-KR" dirty="0">
                <a:cs typeface="Arial" pitchFamily="34" charset="0"/>
              </a:rPr>
              <a:t>	              [        ]</a:t>
            </a:r>
          </a:p>
          <a:p>
            <a:pPr algn="just"/>
            <a:endParaRPr lang="en-US" altLang="ko-KR" dirty="0">
              <a:cs typeface="Arial" pitchFamily="34" charset="0"/>
            </a:endParaRPr>
          </a:p>
          <a:p>
            <a:pPr algn="just"/>
            <a:r>
              <a:rPr lang="en-US" altLang="ko-KR" dirty="0">
                <a:cs typeface="Arial" pitchFamily="34" charset="0"/>
              </a:rPr>
              <a:t> </a:t>
            </a:r>
            <a:r>
              <a:rPr lang="en-US" altLang="ko-KR" dirty="0" smtClean="0">
                <a:cs typeface="Arial" pitchFamily="34" charset="0"/>
              </a:rPr>
              <a:t>    a</a:t>
            </a:r>
            <a:r>
              <a:rPr lang="en-US" altLang="ko-KR" dirty="0">
                <a:cs typeface="Arial" pitchFamily="34" charset="0"/>
              </a:rPr>
              <a:t>. </a:t>
            </a:r>
            <a:r>
              <a:rPr lang="en-US" altLang="ko-KR" dirty="0" smtClean="0">
                <a:cs typeface="Arial" pitchFamily="34" charset="0"/>
              </a:rPr>
              <a:t>BPO</a:t>
            </a:r>
            <a:r>
              <a:rPr lang="en-US" altLang="ko-KR" dirty="0">
                <a:cs typeface="Arial" pitchFamily="34" charset="0"/>
              </a:rPr>
              <a:t>		b. </a:t>
            </a:r>
            <a:r>
              <a:rPr lang="en-US" altLang="ko-KR" dirty="0" smtClean="0">
                <a:cs typeface="Arial" pitchFamily="34" charset="0"/>
              </a:rPr>
              <a:t>RPO</a:t>
            </a:r>
            <a:r>
              <a:rPr lang="en-US" altLang="ko-KR" dirty="0">
                <a:cs typeface="Arial" pitchFamily="34" charset="0"/>
              </a:rPr>
              <a:t>		c. </a:t>
            </a:r>
            <a:r>
              <a:rPr lang="en-US" altLang="ko-KR" dirty="0" smtClean="0">
                <a:cs typeface="Arial" pitchFamily="34" charset="0"/>
              </a:rPr>
              <a:t>KPO</a:t>
            </a:r>
            <a:r>
              <a:rPr lang="en-US" altLang="ko-KR" dirty="0">
                <a:cs typeface="Arial" pitchFamily="34" charset="0"/>
              </a:rPr>
              <a:t>		d. </a:t>
            </a:r>
            <a:r>
              <a:rPr lang="en-US" altLang="ko-KR" dirty="0" smtClean="0">
                <a:cs typeface="Arial" pitchFamily="34" charset="0"/>
              </a:rPr>
              <a:t>CRM</a:t>
            </a:r>
            <a:endParaRPr lang="en-US" altLang="ko-KR" dirty="0">
              <a:cs typeface="Arial" pitchFamily="34" charset="0"/>
            </a:endParaRPr>
          </a:p>
          <a:p>
            <a:pPr algn="just"/>
            <a:endParaRPr lang="ko-KR" altLang="en-US" dirty="0"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577557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735F7F3-C1B5-4B60-A00A-4EB618DDFB5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006675" y="159401"/>
            <a:ext cx="9171812" cy="561036"/>
          </a:xfrm>
        </p:spPr>
        <p:txBody>
          <a:bodyPr/>
          <a:lstStyle/>
          <a:p>
            <a:r>
              <a:rPr lang="en-US" sz="4800" b="1" u="sng" dirty="0" smtClean="0">
                <a:solidFill>
                  <a:srgbClr val="C00000"/>
                </a:solidFill>
              </a:rPr>
              <a:t>Fill in the Blanks</a:t>
            </a:r>
            <a:endParaRPr lang="en-US" sz="4800" b="1" u="sng" dirty="0">
              <a:solidFill>
                <a:srgbClr val="C00000"/>
              </a:solidFill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331A8A57-B6B4-428F-BE6B-FA8BCEF38EA4}"/>
              </a:ext>
            </a:extLst>
          </p:cNvPr>
          <p:cNvGrpSpPr/>
          <p:nvPr/>
        </p:nvGrpSpPr>
        <p:grpSpPr>
          <a:xfrm flipH="1">
            <a:off x="0" y="1785483"/>
            <a:ext cx="2050473" cy="2764544"/>
            <a:chOff x="6957846" y="390184"/>
            <a:chExt cx="3835060" cy="3644618"/>
          </a:xfrm>
        </p:grpSpPr>
        <p:grpSp>
          <p:nvGrpSpPr>
            <p:cNvPr id="6" name="그룹 5">
              <a:extLst>
                <a:ext uri="{FF2B5EF4-FFF2-40B4-BE49-F238E27FC236}">
                  <a16:creationId xmlns:a16="http://schemas.microsoft.com/office/drawing/2014/main" id="{6974F655-37C0-474B-B53D-536705169473}"/>
                </a:ext>
              </a:extLst>
            </p:cNvPr>
            <p:cNvGrpSpPr/>
            <p:nvPr/>
          </p:nvGrpSpPr>
          <p:grpSpPr>
            <a:xfrm>
              <a:off x="6957846" y="390184"/>
              <a:ext cx="3835060" cy="3644618"/>
              <a:chOff x="6957846" y="390184"/>
              <a:chExt cx="3835060" cy="3644618"/>
            </a:xfrm>
          </p:grpSpPr>
          <p:sp>
            <p:nvSpPr>
              <p:cNvPr id="13" name="자유형: 도형 12">
                <a:extLst>
                  <a:ext uri="{FF2B5EF4-FFF2-40B4-BE49-F238E27FC236}">
                    <a16:creationId xmlns:a16="http://schemas.microsoft.com/office/drawing/2014/main" id="{B70DE6EE-F4D0-4529-8D1D-8804F24145D6}"/>
                  </a:ext>
                </a:extLst>
              </p:cNvPr>
              <p:cNvSpPr/>
              <p:nvPr/>
            </p:nvSpPr>
            <p:spPr>
              <a:xfrm>
                <a:off x="9741118" y="1802306"/>
                <a:ext cx="1051788" cy="1120687"/>
              </a:xfrm>
              <a:custGeom>
                <a:avLst/>
                <a:gdLst>
                  <a:gd name="connsiteX0" fmla="*/ 1038197 w 1051788"/>
                  <a:gd name="connsiteY0" fmla="*/ 861877 h 1120687"/>
                  <a:gd name="connsiteX1" fmla="*/ 977598 w 1051788"/>
                  <a:gd name="connsiteY1" fmla="*/ 774938 h 1120687"/>
                  <a:gd name="connsiteX2" fmla="*/ 575884 w 1051788"/>
                  <a:gd name="connsiteY2" fmla="*/ 363798 h 1120687"/>
                  <a:gd name="connsiteX3" fmla="*/ 218630 w 1051788"/>
                  <a:gd name="connsiteY3" fmla="*/ 72976 h 1120687"/>
                  <a:gd name="connsiteX4" fmla="*/ 189871 w 1051788"/>
                  <a:gd name="connsiteY4" fmla="*/ 48325 h 1120687"/>
                  <a:gd name="connsiteX5" fmla="*/ 164303 w 1051788"/>
                  <a:gd name="connsiteY5" fmla="*/ 31268 h 1120687"/>
                  <a:gd name="connsiteX6" fmla="*/ 28980 w 1051788"/>
                  <a:gd name="connsiteY6" fmla="*/ 4783 h 1120687"/>
                  <a:gd name="connsiteX7" fmla="*/ 38 w 1051788"/>
                  <a:gd name="connsiteY7" fmla="*/ 136108 h 1120687"/>
                  <a:gd name="connsiteX8" fmla="*/ 63609 w 1051788"/>
                  <a:gd name="connsiteY8" fmla="*/ 363871 h 1120687"/>
                  <a:gd name="connsiteX9" fmla="*/ 110563 w 1051788"/>
                  <a:gd name="connsiteY9" fmla="*/ 450626 h 1120687"/>
                  <a:gd name="connsiteX10" fmla="*/ 125713 w 1051788"/>
                  <a:gd name="connsiteY10" fmla="*/ 470398 h 1120687"/>
                  <a:gd name="connsiteX11" fmla="*/ 282568 w 1051788"/>
                  <a:gd name="connsiteY11" fmla="*/ 568304 h 1120687"/>
                  <a:gd name="connsiteX12" fmla="*/ 282605 w 1051788"/>
                  <a:gd name="connsiteY12" fmla="*/ 566984 h 1120687"/>
                  <a:gd name="connsiteX13" fmla="*/ 644884 w 1051788"/>
                  <a:gd name="connsiteY13" fmla="*/ 780881 h 1120687"/>
                  <a:gd name="connsiteX14" fmla="*/ 712234 w 1051788"/>
                  <a:gd name="connsiteY14" fmla="*/ 830916 h 1120687"/>
                  <a:gd name="connsiteX15" fmla="*/ 701596 w 1051788"/>
                  <a:gd name="connsiteY15" fmla="*/ 895735 h 1120687"/>
                  <a:gd name="connsiteX16" fmla="*/ 535496 w 1051788"/>
                  <a:gd name="connsiteY16" fmla="*/ 951309 h 1120687"/>
                  <a:gd name="connsiteX17" fmla="*/ 532855 w 1051788"/>
                  <a:gd name="connsiteY17" fmla="*/ 951529 h 1120687"/>
                  <a:gd name="connsiteX18" fmla="*/ 539788 w 1051788"/>
                  <a:gd name="connsiteY18" fmla="*/ 970311 h 1120687"/>
                  <a:gd name="connsiteX19" fmla="*/ 639125 w 1051788"/>
                  <a:gd name="connsiteY19" fmla="*/ 1109706 h 1120687"/>
                  <a:gd name="connsiteX20" fmla="*/ 663960 w 1051788"/>
                  <a:gd name="connsiteY20" fmla="*/ 1119610 h 1120687"/>
                  <a:gd name="connsiteX21" fmla="*/ 767221 w 1051788"/>
                  <a:gd name="connsiteY21" fmla="*/ 1082634 h 1120687"/>
                  <a:gd name="connsiteX22" fmla="*/ 1007861 w 1051788"/>
                  <a:gd name="connsiteY22" fmla="*/ 971705 h 1120687"/>
                  <a:gd name="connsiteX23" fmla="*/ 1038197 w 1051788"/>
                  <a:gd name="connsiteY23" fmla="*/ 861877 h 11206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1051788" h="1120687">
                    <a:moveTo>
                      <a:pt x="1038197" y="861877"/>
                    </a:moveTo>
                    <a:cubicBezTo>
                      <a:pt x="1022240" y="829999"/>
                      <a:pt x="1000377" y="802047"/>
                      <a:pt x="977598" y="774938"/>
                    </a:cubicBezTo>
                    <a:cubicBezTo>
                      <a:pt x="853903" y="627914"/>
                      <a:pt x="718434" y="492444"/>
                      <a:pt x="575884" y="363798"/>
                    </a:cubicBezTo>
                    <a:cubicBezTo>
                      <a:pt x="461727" y="260756"/>
                      <a:pt x="351642" y="152871"/>
                      <a:pt x="218630" y="72976"/>
                    </a:cubicBezTo>
                    <a:cubicBezTo>
                      <a:pt x="207956" y="66557"/>
                      <a:pt x="196841" y="59587"/>
                      <a:pt x="189871" y="48325"/>
                    </a:cubicBezTo>
                    <a:cubicBezTo>
                      <a:pt x="179637" y="45171"/>
                      <a:pt x="172777" y="36991"/>
                      <a:pt x="164303" y="31268"/>
                    </a:cubicBezTo>
                    <a:cubicBezTo>
                      <a:pt x="122925" y="3206"/>
                      <a:pt x="78098" y="-6919"/>
                      <a:pt x="28980" y="4783"/>
                    </a:cubicBezTo>
                    <a:cubicBezTo>
                      <a:pt x="12693" y="47078"/>
                      <a:pt x="698" y="90437"/>
                      <a:pt x="38" y="136108"/>
                    </a:cubicBezTo>
                    <a:cubicBezTo>
                      <a:pt x="-1100" y="218204"/>
                      <a:pt x="23588" y="293220"/>
                      <a:pt x="63609" y="363871"/>
                    </a:cubicBezTo>
                    <a:cubicBezTo>
                      <a:pt x="79823" y="392484"/>
                      <a:pt x="97467" y="420399"/>
                      <a:pt x="110563" y="450626"/>
                    </a:cubicBezTo>
                    <a:cubicBezTo>
                      <a:pt x="114121" y="458843"/>
                      <a:pt x="119073" y="465042"/>
                      <a:pt x="125713" y="470398"/>
                    </a:cubicBezTo>
                    <a:cubicBezTo>
                      <a:pt x="128170" y="473369"/>
                      <a:pt x="194970" y="514454"/>
                      <a:pt x="282568" y="568304"/>
                    </a:cubicBezTo>
                    <a:cubicBezTo>
                      <a:pt x="282605" y="567864"/>
                      <a:pt x="282605" y="567424"/>
                      <a:pt x="282605" y="566984"/>
                    </a:cubicBezTo>
                    <a:cubicBezTo>
                      <a:pt x="402485" y="639799"/>
                      <a:pt x="522768" y="711881"/>
                      <a:pt x="644884" y="780881"/>
                    </a:cubicBezTo>
                    <a:cubicBezTo>
                      <a:pt x="669352" y="794711"/>
                      <a:pt x="692829" y="810227"/>
                      <a:pt x="712234" y="830916"/>
                    </a:cubicBezTo>
                    <a:cubicBezTo>
                      <a:pt x="738059" y="858502"/>
                      <a:pt x="735271" y="878824"/>
                      <a:pt x="701596" y="895735"/>
                    </a:cubicBezTo>
                    <a:cubicBezTo>
                      <a:pt x="657246" y="918038"/>
                      <a:pt x="544190" y="948558"/>
                      <a:pt x="535496" y="951309"/>
                    </a:cubicBezTo>
                    <a:cubicBezTo>
                      <a:pt x="534616" y="951346"/>
                      <a:pt x="533736" y="951456"/>
                      <a:pt x="532855" y="951529"/>
                    </a:cubicBezTo>
                    <a:cubicBezTo>
                      <a:pt x="531534" y="959013"/>
                      <a:pt x="535900" y="964845"/>
                      <a:pt x="539788" y="970311"/>
                    </a:cubicBezTo>
                    <a:cubicBezTo>
                      <a:pt x="572766" y="1016898"/>
                      <a:pt x="606074" y="1063192"/>
                      <a:pt x="639125" y="1109706"/>
                    </a:cubicBezTo>
                    <a:cubicBezTo>
                      <a:pt x="645178" y="1118216"/>
                      <a:pt x="653028" y="1122948"/>
                      <a:pt x="663960" y="1119610"/>
                    </a:cubicBezTo>
                    <a:cubicBezTo>
                      <a:pt x="699175" y="1109559"/>
                      <a:pt x="733253" y="1096133"/>
                      <a:pt x="767221" y="1082634"/>
                    </a:cubicBezTo>
                    <a:cubicBezTo>
                      <a:pt x="849391" y="1049949"/>
                      <a:pt x="932074" y="1018072"/>
                      <a:pt x="1007861" y="971705"/>
                    </a:cubicBezTo>
                    <a:cubicBezTo>
                      <a:pt x="1054741" y="943056"/>
                      <a:pt x="1062812" y="911105"/>
                      <a:pt x="1038197" y="861877"/>
                    </a:cubicBezTo>
                    <a:close/>
                  </a:path>
                </a:pathLst>
              </a:custGeom>
              <a:solidFill>
                <a:schemeClr val="accent4">
                  <a:lumMod val="75000"/>
                </a:schemeClr>
              </a:solidFill>
              <a:ln w="366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4" name="자유형: 도형 13">
                <a:extLst>
                  <a:ext uri="{FF2B5EF4-FFF2-40B4-BE49-F238E27FC236}">
                    <a16:creationId xmlns:a16="http://schemas.microsoft.com/office/drawing/2014/main" id="{39BE19EB-8DDA-4B33-8DB5-6F14AFAB6BCC}"/>
                  </a:ext>
                </a:extLst>
              </p:cNvPr>
              <p:cNvSpPr/>
              <p:nvPr/>
            </p:nvSpPr>
            <p:spPr>
              <a:xfrm>
                <a:off x="8762612" y="1805011"/>
                <a:ext cx="1202235" cy="1454239"/>
              </a:xfrm>
              <a:custGeom>
                <a:avLst/>
                <a:gdLst>
                  <a:gd name="connsiteX0" fmla="*/ 1106236 w 1202235"/>
                  <a:gd name="connsiteY0" fmla="*/ 466812 h 1454239"/>
                  <a:gd name="connsiteX1" fmla="*/ 1058365 w 1202235"/>
                  <a:gd name="connsiteY1" fmla="*/ 372501 h 1454239"/>
                  <a:gd name="connsiteX2" fmla="*/ 986833 w 1202235"/>
                  <a:gd name="connsiteY2" fmla="*/ 133659 h 1454239"/>
                  <a:gd name="connsiteX3" fmla="*/ 1006679 w 1202235"/>
                  <a:gd name="connsiteY3" fmla="*/ 29847 h 1454239"/>
                  <a:gd name="connsiteX4" fmla="*/ 1007449 w 1202235"/>
                  <a:gd name="connsiteY4" fmla="*/ 2005 h 1454239"/>
                  <a:gd name="connsiteX5" fmla="*/ 923849 w 1202235"/>
                  <a:gd name="connsiteY5" fmla="*/ 13046 h 1454239"/>
                  <a:gd name="connsiteX6" fmla="*/ 911780 w 1202235"/>
                  <a:gd name="connsiteY6" fmla="*/ 32158 h 1454239"/>
                  <a:gd name="connsiteX7" fmla="*/ 860388 w 1202235"/>
                  <a:gd name="connsiteY7" fmla="*/ 188390 h 1454239"/>
                  <a:gd name="connsiteX8" fmla="*/ 765416 w 1202235"/>
                  <a:gd name="connsiteY8" fmla="*/ 386073 h 1454239"/>
                  <a:gd name="connsiteX9" fmla="*/ 735776 w 1202235"/>
                  <a:gd name="connsiteY9" fmla="*/ 392676 h 1454239"/>
                  <a:gd name="connsiteX10" fmla="*/ 626755 w 1202235"/>
                  <a:gd name="connsiteY10" fmla="*/ 352802 h 1454239"/>
                  <a:gd name="connsiteX11" fmla="*/ 519385 w 1202235"/>
                  <a:gd name="connsiteY11" fmla="*/ 375912 h 1454239"/>
                  <a:gd name="connsiteX12" fmla="*/ 491396 w 1202235"/>
                  <a:gd name="connsiteY12" fmla="*/ 368136 h 1454239"/>
                  <a:gd name="connsiteX13" fmla="*/ 353725 w 1202235"/>
                  <a:gd name="connsiteY13" fmla="*/ 430019 h 1454239"/>
                  <a:gd name="connsiteX14" fmla="*/ 331826 w 1202235"/>
                  <a:gd name="connsiteY14" fmla="*/ 430460 h 1454239"/>
                  <a:gd name="connsiteX15" fmla="*/ 264182 w 1202235"/>
                  <a:gd name="connsiteY15" fmla="*/ 278996 h 1454239"/>
                  <a:gd name="connsiteX16" fmla="*/ 234323 w 1202235"/>
                  <a:gd name="connsiteY16" fmla="*/ 103066 h 1454239"/>
                  <a:gd name="connsiteX17" fmla="*/ 226399 w 1202235"/>
                  <a:gd name="connsiteY17" fmla="*/ 85935 h 1454239"/>
                  <a:gd name="connsiteX18" fmla="*/ 149292 w 1202235"/>
                  <a:gd name="connsiteY18" fmla="*/ 122361 h 1454239"/>
                  <a:gd name="connsiteX19" fmla="*/ 114003 w 1202235"/>
                  <a:gd name="connsiteY19" fmla="*/ 177532 h 1454239"/>
                  <a:gd name="connsiteX20" fmla="*/ 49258 w 1202235"/>
                  <a:gd name="connsiteY20" fmla="*/ 322649 h 1454239"/>
                  <a:gd name="connsiteX21" fmla="*/ 2451 w 1202235"/>
                  <a:gd name="connsiteY21" fmla="*/ 604483 h 1454239"/>
                  <a:gd name="connsiteX22" fmla="*/ 17380 w 1202235"/>
                  <a:gd name="connsiteY22" fmla="*/ 643183 h 1454239"/>
                  <a:gd name="connsiteX23" fmla="*/ 54577 w 1202235"/>
                  <a:gd name="connsiteY23" fmla="*/ 726453 h 1454239"/>
                  <a:gd name="connsiteX24" fmla="*/ 107107 w 1202235"/>
                  <a:gd name="connsiteY24" fmla="*/ 805945 h 1454239"/>
                  <a:gd name="connsiteX25" fmla="*/ 201418 w 1202235"/>
                  <a:gd name="connsiteY25" fmla="*/ 1276879 h 1454239"/>
                  <a:gd name="connsiteX26" fmla="*/ 168147 w 1202235"/>
                  <a:gd name="connsiteY26" fmla="*/ 1402260 h 1454239"/>
                  <a:gd name="connsiteX27" fmla="*/ 604305 w 1202235"/>
                  <a:gd name="connsiteY27" fmla="*/ 1454240 h 1454239"/>
                  <a:gd name="connsiteX28" fmla="*/ 1202235 w 1202235"/>
                  <a:gd name="connsiteY28" fmla="*/ 1347860 h 1454239"/>
                  <a:gd name="connsiteX29" fmla="*/ 1040831 w 1202235"/>
                  <a:gd name="connsiteY29" fmla="*/ 1069070 h 1454239"/>
                  <a:gd name="connsiteX30" fmla="*/ 1055504 w 1202235"/>
                  <a:gd name="connsiteY30" fmla="*/ 760935 h 1454239"/>
                  <a:gd name="connsiteX31" fmla="*/ 1106236 w 1202235"/>
                  <a:gd name="connsiteY31" fmla="*/ 466812 h 14542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1202235" h="1454239">
                    <a:moveTo>
                      <a:pt x="1106236" y="466812"/>
                    </a:moveTo>
                    <a:cubicBezTo>
                      <a:pt x="1094571" y="433211"/>
                      <a:pt x="1076450" y="402801"/>
                      <a:pt x="1058365" y="372501"/>
                    </a:cubicBezTo>
                    <a:cubicBezTo>
                      <a:pt x="1014419" y="298842"/>
                      <a:pt x="986173" y="220451"/>
                      <a:pt x="986833" y="133659"/>
                    </a:cubicBezTo>
                    <a:cubicBezTo>
                      <a:pt x="987127" y="98077"/>
                      <a:pt x="994867" y="63485"/>
                      <a:pt x="1006679" y="29847"/>
                    </a:cubicBezTo>
                    <a:cubicBezTo>
                      <a:pt x="1009797" y="20896"/>
                      <a:pt x="1014822" y="11469"/>
                      <a:pt x="1007449" y="2005"/>
                    </a:cubicBezTo>
                    <a:cubicBezTo>
                      <a:pt x="978397" y="-3461"/>
                      <a:pt x="950884" y="2922"/>
                      <a:pt x="923849" y="13046"/>
                    </a:cubicBezTo>
                    <a:cubicBezTo>
                      <a:pt x="915082" y="16421"/>
                      <a:pt x="913872" y="24564"/>
                      <a:pt x="911780" y="32158"/>
                    </a:cubicBezTo>
                    <a:cubicBezTo>
                      <a:pt x="897144" y="85054"/>
                      <a:pt x="880453" y="137254"/>
                      <a:pt x="860388" y="188390"/>
                    </a:cubicBezTo>
                    <a:cubicBezTo>
                      <a:pt x="833573" y="256657"/>
                      <a:pt x="801292" y="322245"/>
                      <a:pt x="765416" y="386073"/>
                    </a:cubicBezTo>
                    <a:cubicBezTo>
                      <a:pt x="756135" y="402617"/>
                      <a:pt x="752871" y="407570"/>
                      <a:pt x="735776" y="392676"/>
                    </a:cubicBezTo>
                    <a:cubicBezTo>
                      <a:pt x="704853" y="365714"/>
                      <a:pt x="668427" y="352509"/>
                      <a:pt x="626755" y="352802"/>
                    </a:cubicBezTo>
                    <a:cubicBezTo>
                      <a:pt x="599683" y="352986"/>
                      <a:pt x="530793" y="381085"/>
                      <a:pt x="519385" y="375912"/>
                    </a:cubicBezTo>
                    <a:cubicBezTo>
                      <a:pt x="509444" y="375545"/>
                      <a:pt x="501300" y="368979"/>
                      <a:pt x="491396" y="368136"/>
                    </a:cubicBezTo>
                    <a:cubicBezTo>
                      <a:pt x="433950" y="363183"/>
                      <a:pt x="387327" y="382038"/>
                      <a:pt x="353725" y="430019"/>
                    </a:cubicBezTo>
                    <a:cubicBezTo>
                      <a:pt x="342683" y="445756"/>
                      <a:pt x="341436" y="445976"/>
                      <a:pt x="331826" y="430460"/>
                    </a:cubicBezTo>
                    <a:cubicBezTo>
                      <a:pt x="302406" y="383065"/>
                      <a:pt x="280690" y="332150"/>
                      <a:pt x="264182" y="278996"/>
                    </a:cubicBezTo>
                    <a:cubicBezTo>
                      <a:pt x="246391" y="221698"/>
                      <a:pt x="237367" y="162859"/>
                      <a:pt x="234323" y="103066"/>
                    </a:cubicBezTo>
                    <a:cubicBezTo>
                      <a:pt x="233993" y="96353"/>
                      <a:pt x="233846" y="89420"/>
                      <a:pt x="226399" y="85935"/>
                    </a:cubicBezTo>
                    <a:cubicBezTo>
                      <a:pt x="193165" y="82156"/>
                      <a:pt x="171412" y="102589"/>
                      <a:pt x="149292" y="122361"/>
                    </a:cubicBezTo>
                    <a:cubicBezTo>
                      <a:pt x="136343" y="140005"/>
                      <a:pt x="123834" y="157650"/>
                      <a:pt x="114003" y="177532"/>
                    </a:cubicBezTo>
                    <a:cubicBezTo>
                      <a:pt x="90526" y="225109"/>
                      <a:pt x="67562" y="272797"/>
                      <a:pt x="49258" y="322649"/>
                    </a:cubicBezTo>
                    <a:cubicBezTo>
                      <a:pt x="15803" y="413659"/>
                      <a:pt x="-7894" y="506320"/>
                      <a:pt x="2451" y="604483"/>
                    </a:cubicBezTo>
                    <a:cubicBezTo>
                      <a:pt x="3918" y="618275"/>
                      <a:pt x="1350" y="634599"/>
                      <a:pt x="17380" y="643183"/>
                    </a:cubicBezTo>
                    <a:cubicBezTo>
                      <a:pt x="25964" y="672639"/>
                      <a:pt x="37629" y="700775"/>
                      <a:pt x="54577" y="726453"/>
                    </a:cubicBezTo>
                    <a:cubicBezTo>
                      <a:pt x="72075" y="752975"/>
                      <a:pt x="90783" y="778726"/>
                      <a:pt x="107107" y="805945"/>
                    </a:cubicBezTo>
                    <a:cubicBezTo>
                      <a:pt x="194559" y="951612"/>
                      <a:pt x="228930" y="1107918"/>
                      <a:pt x="201418" y="1276879"/>
                    </a:cubicBezTo>
                    <a:cubicBezTo>
                      <a:pt x="194412" y="1319907"/>
                      <a:pt x="178895" y="1360369"/>
                      <a:pt x="168147" y="1402260"/>
                    </a:cubicBezTo>
                    <a:cubicBezTo>
                      <a:pt x="274600" y="1424160"/>
                      <a:pt x="495467" y="1454313"/>
                      <a:pt x="604305" y="1454240"/>
                    </a:cubicBezTo>
                    <a:cubicBezTo>
                      <a:pt x="671362" y="1454203"/>
                      <a:pt x="1135729" y="1357544"/>
                      <a:pt x="1202235" y="1347860"/>
                    </a:cubicBezTo>
                    <a:cubicBezTo>
                      <a:pt x="1139874" y="1215802"/>
                      <a:pt x="1092187" y="1171782"/>
                      <a:pt x="1040831" y="1069070"/>
                    </a:cubicBezTo>
                    <a:cubicBezTo>
                      <a:pt x="1015153" y="1021383"/>
                      <a:pt x="963797" y="900330"/>
                      <a:pt x="1055504" y="760935"/>
                    </a:cubicBezTo>
                    <a:cubicBezTo>
                      <a:pt x="1189836" y="556795"/>
                      <a:pt x="1104439" y="477230"/>
                      <a:pt x="1106236" y="466812"/>
                    </a:cubicBezTo>
                    <a:close/>
                  </a:path>
                </a:pathLst>
              </a:custGeom>
              <a:solidFill>
                <a:schemeClr val="accent4"/>
              </a:solidFill>
              <a:ln w="366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5" name="자유형: 도형 14">
                <a:extLst>
                  <a:ext uri="{FF2B5EF4-FFF2-40B4-BE49-F238E27FC236}">
                    <a16:creationId xmlns:a16="http://schemas.microsoft.com/office/drawing/2014/main" id="{BDEDFFC3-1798-4CDC-A474-5D92F48864A3}"/>
                  </a:ext>
                </a:extLst>
              </p:cNvPr>
              <p:cNvSpPr/>
              <p:nvPr/>
            </p:nvSpPr>
            <p:spPr>
              <a:xfrm>
                <a:off x="8805827" y="3138198"/>
                <a:ext cx="1734940" cy="896604"/>
              </a:xfrm>
              <a:custGeom>
                <a:avLst/>
                <a:gdLst>
                  <a:gd name="connsiteX0" fmla="*/ 283 w 1734940"/>
                  <a:gd name="connsiteY0" fmla="*/ 1167320 h 1170479"/>
                  <a:gd name="connsiteX1" fmla="*/ 27 w 1734940"/>
                  <a:gd name="connsiteY1" fmla="*/ 1079502 h 1170479"/>
                  <a:gd name="connsiteX2" fmla="*/ 35719 w 1734940"/>
                  <a:gd name="connsiteY2" fmla="*/ 535679 h 1170479"/>
                  <a:gd name="connsiteX3" fmla="*/ 124968 w 1734940"/>
                  <a:gd name="connsiteY3" fmla="*/ 69074 h 1170479"/>
                  <a:gd name="connsiteX4" fmla="*/ 646598 w 1734940"/>
                  <a:gd name="connsiteY4" fmla="*/ 87195 h 1170479"/>
                  <a:gd name="connsiteX5" fmla="*/ 1151720 w 1734940"/>
                  <a:gd name="connsiteY5" fmla="*/ 0 h 1170479"/>
                  <a:gd name="connsiteX6" fmla="*/ 1469283 w 1734940"/>
                  <a:gd name="connsiteY6" fmla="*/ 451639 h 1170479"/>
                  <a:gd name="connsiteX7" fmla="*/ 1649506 w 1734940"/>
                  <a:gd name="connsiteY7" fmla="*/ 877966 h 1170479"/>
                  <a:gd name="connsiteX8" fmla="*/ 1734720 w 1734940"/>
                  <a:gd name="connsiteY8" fmla="*/ 1167504 h 1170479"/>
                  <a:gd name="connsiteX9" fmla="*/ 283 w 1734940"/>
                  <a:gd name="connsiteY9" fmla="*/ 1167320 h 11704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734940" h="1170479">
                    <a:moveTo>
                      <a:pt x="283" y="1167320"/>
                    </a:moveTo>
                    <a:cubicBezTo>
                      <a:pt x="174" y="1138047"/>
                      <a:pt x="-83" y="1108774"/>
                      <a:pt x="27" y="1079502"/>
                    </a:cubicBezTo>
                    <a:cubicBezTo>
                      <a:pt x="724" y="897481"/>
                      <a:pt x="11912" y="716232"/>
                      <a:pt x="35719" y="535679"/>
                    </a:cubicBezTo>
                    <a:cubicBezTo>
                      <a:pt x="55821" y="383225"/>
                      <a:pt x="123611" y="73769"/>
                      <a:pt x="124968" y="69074"/>
                    </a:cubicBezTo>
                    <a:cubicBezTo>
                      <a:pt x="131975" y="62067"/>
                      <a:pt x="586218" y="88112"/>
                      <a:pt x="646598" y="87195"/>
                    </a:cubicBezTo>
                    <a:cubicBezTo>
                      <a:pt x="655108" y="90020"/>
                      <a:pt x="1101685" y="13719"/>
                      <a:pt x="1151720" y="0"/>
                    </a:cubicBezTo>
                    <a:cubicBezTo>
                      <a:pt x="1313124" y="179746"/>
                      <a:pt x="1430179" y="370863"/>
                      <a:pt x="1469283" y="451639"/>
                    </a:cubicBezTo>
                    <a:cubicBezTo>
                      <a:pt x="1536559" y="590667"/>
                      <a:pt x="1597343" y="732519"/>
                      <a:pt x="1649506" y="877966"/>
                    </a:cubicBezTo>
                    <a:cubicBezTo>
                      <a:pt x="1680649" y="964721"/>
                      <a:pt x="1738975" y="1158626"/>
                      <a:pt x="1734720" y="1167504"/>
                    </a:cubicBezTo>
                    <a:cubicBezTo>
                      <a:pt x="1728557" y="1171465"/>
                      <a:pt x="6410" y="1171539"/>
                      <a:pt x="283" y="116732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366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6" name="자유형: 도형 15">
                <a:extLst>
                  <a:ext uri="{FF2B5EF4-FFF2-40B4-BE49-F238E27FC236}">
                    <a16:creationId xmlns:a16="http://schemas.microsoft.com/office/drawing/2014/main" id="{1E10310C-D47D-4A4D-86D5-3058798B835C}"/>
                  </a:ext>
                </a:extLst>
              </p:cNvPr>
              <p:cNvSpPr/>
              <p:nvPr/>
            </p:nvSpPr>
            <p:spPr>
              <a:xfrm>
                <a:off x="8339708" y="390184"/>
                <a:ext cx="1625541" cy="1373519"/>
              </a:xfrm>
              <a:custGeom>
                <a:avLst/>
                <a:gdLst>
                  <a:gd name="connsiteX0" fmla="*/ 159808 w 1625541"/>
                  <a:gd name="connsiteY0" fmla="*/ 1084449 h 1373519"/>
                  <a:gd name="connsiteX1" fmla="*/ 242822 w 1625541"/>
                  <a:gd name="connsiteY1" fmla="*/ 1197469 h 1373519"/>
                  <a:gd name="connsiteX2" fmla="*/ 159808 w 1625541"/>
                  <a:gd name="connsiteY2" fmla="*/ 1084449 h 1373519"/>
                  <a:gd name="connsiteX3" fmla="*/ 1457389 w 1625541"/>
                  <a:gd name="connsiteY3" fmla="*/ 985808 h 1373519"/>
                  <a:gd name="connsiteX4" fmla="*/ 1398843 w 1625541"/>
                  <a:gd name="connsiteY4" fmla="*/ 1056790 h 1373519"/>
                  <a:gd name="connsiteX5" fmla="*/ 1375659 w 1625541"/>
                  <a:gd name="connsiteY5" fmla="*/ 1140573 h 1373519"/>
                  <a:gd name="connsiteX6" fmla="*/ 1457902 w 1625541"/>
                  <a:gd name="connsiteY6" fmla="*/ 1070619 h 1373519"/>
                  <a:gd name="connsiteX7" fmla="*/ 1457205 w 1625541"/>
                  <a:gd name="connsiteY7" fmla="*/ 1067024 h 1373519"/>
                  <a:gd name="connsiteX8" fmla="*/ 1453684 w 1625541"/>
                  <a:gd name="connsiteY8" fmla="*/ 1034340 h 1373519"/>
                  <a:gd name="connsiteX9" fmla="*/ 1480499 w 1625541"/>
                  <a:gd name="connsiteY9" fmla="*/ 997767 h 1373519"/>
                  <a:gd name="connsiteX10" fmla="*/ 1502435 w 1625541"/>
                  <a:gd name="connsiteY10" fmla="*/ 992008 h 1373519"/>
                  <a:gd name="connsiteX11" fmla="*/ 1457389 w 1625541"/>
                  <a:gd name="connsiteY11" fmla="*/ 985808 h 1373519"/>
                  <a:gd name="connsiteX12" fmla="*/ 79457 w 1625541"/>
                  <a:gd name="connsiteY12" fmla="*/ 882109 h 1373519"/>
                  <a:gd name="connsiteX13" fmla="*/ 66180 w 1625541"/>
                  <a:gd name="connsiteY13" fmla="*/ 891190 h 1373519"/>
                  <a:gd name="connsiteX14" fmla="*/ 52145 w 1625541"/>
                  <a:gd name="connsiteY14" fmla="*/ 902759 h 1373519"/>
                  <a:gd name="connsiteX15" fmla="*/ 43231 w 1625541"/>
                  <a:gd name="connsiteY15" fmla="*/ 985955 h 1373519"/>
                  <a:gd name="connsiteX16" fmla="*/ 28521 w 1625541"/>
                  <a:gd name="connsiteY16" fmla="*/ 928363 h 1373519"/>
                  <a:gd name="connsiteX17" fmla="*/ 47738 w 1625541"/>
                  <a:gd name="connsiteY17" fmla="*/ 896954 h 1373519"/>
                  <a:gd name="connsiteX18" fmla="*/ 216484 w 1625541"/>
                  <a:gd name="connsiteY18" fmla="*/ 273429 h 1373519"/>
                  <a:gd name="connsiteX19" fmla="*/ 185519 w 1625541"/>
                  <a:gd name="connsiteY19" fmla="*/ 306943 h 1373519"/>
                  <a:gd name="connsiteX20" fmla="*/ 169050 w 1625541"/>
                  <a:gd name="connsiteY20" fmla="*/ 348907 h 1373519"/>
                  <a:gd name="connsiteX21" fmla="*/ 161386 w 1625541"/>
                  <a:gd name="connsiteY21" fmla="*/ 353769 h 1373519"/>
                  <a:gd name="connsiteX22" fmla="*/ 158745 w 1625541"/>
                  <a:gd name="connsiteY22" fmla="*/ 345107 h 1373519"/>
                  <a:gd name="connsiteX23" fmla="*/ 188054 w 1625541"/>
                  <a:gd name="connsiteY23" fmla="*/ 285461 h 1373519"/>
                  <a:gd name="connsiteX24" fmla="*/ 216484 w 1625541"/>
                  <a:gd name="connsiteY24" fmla="*/ 273429 h 1373519"/>
                  <a:gd name="connsiteX25" fmla="*/ 1080854 w 1625541"/>
                  <a:gd name="connsiteY25" fmla="*/ 12696 h 1373519"/>
                  <a:gd name="connsiteX26" fmla="*/ 1045294 w 1625541"/>
                  <a:gd name="connsiteY26" fmla="*/ 24425 h 1373519"/>
                  <a:gd name="connsiteX27" fmla="*/ 1080106 w 1625541"/>
                  <a:gd name="connsiteY27" fmla="*/ 62466 h 1373519"/>
                  <a:gd name="connsiteX28" fmla="*/ 1124529 w 1625541"/>
                  <a:gd name="connsiteY28" fmla="*/ 67234 h 1373519"/>
                  <a:gd name="connsiteX29" fmla="*/ 1121044 w 1625541"/>
                  <a:gd name="connsiteY29" fmla="*/ 29158 h 1373519"/>
                  <a:gd name="connsiteX30" fmla="*/ 1115175 w 1625541"/>
                  <a:gd name="connsiteY30" fmla="*/ 22811 h 1373519"/>
                  <a:gd name="connsiteX31" fmla="*/ 1115285 w 1625541"/>
                  <a:gd name="connsiteY31" fmla="*/ 22848 h 1373519"/>
                  <a:gd name="connsiteX32" fmla="*/ 1114955 w 1625541"/>
                  <a:gd name="connsiteY32" fmla="*/ 22555 h 1373519"/>
                  <a:gd name="connsiteX33" fmla="*/ 1115175 w 1625541"/>
                  <a:gd name="connsiteY33" fmla="*/ 22811 h 1373519"/>
                  <a:gd name="connsiteX34" fmla="*/ 1080854 w 1625541"/>
                  <a:gd name="connsiteY34" fmla="*/ 12696 h 1373519"/>
                  <a:gd name="connsiteX35" fmla="*/ 1076438 w 1625541"/>
                  <a:gd name="connsiteY35" fmla="*/ 518 h 1373519"/>
                  <a:gd name="connsiteX36" fmla="*/ 1114991 w 1625541"/>
                  <a:gd name="connsiteY36" fmla="*/ 22518 h 1373519"/>
                  <a:gd name="connsiteX37" fmla="*/ 1226434 w 1625541"/>
                  <a:gd name="connsiteY37" fmla="*/ 47205 h 1373519"/>
                  <a:gd name="connsiteX38" fmla="*/ 1293197 w 1625541"/>
                  <a:gd name="connsiteY38" fmla="*/ 100102 h 1373519"/>
                  <a:gd name="connsiteX39" fmla="*/ 1325661 w 1625541"/>
                  <a:gd name="connsiteY39" fmla="*/ 185316 h 1373519"/>
                  <a:gd name="connsiteX40" fmla="*/ 1405849 w 1625541"/>
                  <a:gd name="connsiteY40" fmla="*/ 235572 h 1373519"/>
                  <a:gd name="connsiteX41" fmla="*/ 1490403 w 1625541"/>
                  <a:gd name="connsiteY41" fmla="*/ 257361 h 1373519"/>
                  <a:gd name="connsiteX42" fmla="*/ 1511496 w 1625541"/>
                  <a:gd name="connsiteY42" fmla="*/ 313009 h 1373519"/>
                  <a:gd name="connsiteX43" fmla="*/ 1511679 w 1625541"/>
                  <a:gd name="connsiteY43" fmla="*/ 369427 h 1373519"/>
                  <a:gd name="connsiteX44" fmla="*/ 1498400 w 1625541"/>
                  <a:gd name="connsiteY44" fmla="*/ 370821 h 1373519"/>
                  <a:gd name="connsiteX45" fmla="*/ 1477711 w 1625541"/>
                  <a:gd name="connsiteY45" fmla="*/ 394078 h 1373519"/>
                  <a:gd name="connsiteX46" fmla="*/ 1487982 w 1625541"/>
                  <a:gd name="connsiteY46" fmla="*/ 412566 h 1373519"/>
                  <a:gd name="connsiteX47" fmla="*/ 1564832 w 1625541"/>
                  <a:gd name="connsiteY47" fmla="*/ 495433 h 1373519"/>
                  <a:gd name="connsiteX48" fmla="*/ 1516815 w 1625541"/>
                  <a:gd name="connsiteY48" fmla="*/ 376837 h 1373519"/>
                  <a:gd name="connsiteX49" fmla="*/ 1569455 w 1625541"/>
                  <a:gd name="connsiteY49" fmla="*/ 509812 h 1373519"/>
                  <a:gd name="connsiteX50" fmla="*/ 1558853 w 1625541"/>
                  <a:gd name="connsiteY50" fmla="*/ 571733 h 1373519"/>
                  <a:gd name="connsiteX51" fmla="*/ 1552104 w 1625541"/>
                  <a:gd name="connsiteY51" fmla="*/ 584755 h 1373519"/>
                  <a:gd name="connsiteX52" fmla="*/ 1544951 w 1625541"/>
                  <a:gd name="connsiteY52" fmla="*/ 612231 h 1373519"/>
                  <a:gd name="connsiteX53" fmla="*/ 1567950 w 1625541"/>
                  <a:gd name="connsiteY53" fmla="*/ 635928 h 1373519"/>
                  <a:gd name="connsiteX54" fmla="*/ 1590621 w 1625541"/>
                  <a:gd name="connsiteY54" fmla="*/ 661973 h 1373519"/>
                  <a:gd name="connsiteX55" fmla="*/ 1572463 w 1625541"/>
                  <a:gd name="connsiteY55" fmla="*/ 595650 h 1373519"/>
                  <a:gd name="connsiteX56" fmla="*/ 1596233 w 1625541"/>
                  <a:gd name="connsiteY56" fmla="*/ 652655 h 1373519"/>
                  <a:gd name="connsiteX57" fmla="*/ 1602653 w 1625541"/>
                  <a:gd name="connsiteY57" fmla="*/ 681304 h 1373519"/>
                  <a:gd name="connsiteX58" fmla="*/ 1591244 w 1625541"/>
                  <a:gd name="connsiteY58" fmla="*/ 824404 h 1373519"/>
                  <a:gd name="connsiteX59" fmla="*/ 1586989 w 1625541"/>
                  <a:gd name="connsiteY59" fmla="*/ 840728 h 1373519"/>
                  <a:gd name="connsiteX60" fmla="*/ 1592015 w 1625541"/>
                  <a:gd name="connsiteY60" fmla="*/ 920953 h 1373519"/>
                  <a:gd name="connsiteX61" fmla="*/ 1536550 w 1625541"/>
                  <a:gd name="connsiteY61" fmla="*/ 987312 h 1373519"/>
                  <a:gd name="connsiteX62" fmla="*/ 1486882 w 1625541"/>
                  <a:gd name="connsiteY62" fmla="*/ 1005507 h 1373519"/>
                  <a:gd name="connsiteX63" fmla="*/ 1473052 w 1625541"/>
                  <a:gd name="connsiteY63" fmla="*/ 1031222 h 1373519"/>
                  <a:gd name="connsiteX64" fmla="*/ 1471768 w 1625541"/>
                  <a:gd name="connsiteY64" fmla="*/ 1118893 h 1373519"/>
                  <a:gd name="connsiteX65" fmla="*/ 1424227 w 1625541"/>
                  <a:gd name="connsiteY65" fmla="*/ 1159465 h 1373519"/>
                  <a:gd name="connsiteX66" fmla="*/ 1367773 w 1625541"/>
                  <a:gd name="connsiteY66" fmla="*/ 1143398 h 1373519"/>
                  <a:gd name="connsiteX67" fmla="*/ 1362014 w 1625541"/>
                  <a:gd name="connsiteY67" fmla="*/ 1141417 h 1373519"/>
                  <a:gd name="connsiteX68" fmla="*/ 1313482 w 1625541"/>
                  <a:gd name="connsiteY68" fmla="*/ 1154843 h 1373519"/>
                  <a:gd name="connsiteX69" fmla="*/ 1240007 w 1625541"/>
                  <a:gd name="connsiteY69" fmla="*/ 1211077 h 1373519"/>
                  <a:gd name="connsiteX70" fmla="*/ 1159231 w 1625541"/>
                  <a:gd name="connsiteY70" fmla="*/ 1302014 h 1373519"/>
                  <a:gd name="connsiteX71" fmla="*/ 1151381 w 1625541"/>
                  <a:gd name="connsiteY71" fmla="*/ 1313496 h 1373519"/>
                  <a:gd name="connsiteX72" fmla="*/ 1075484 w 1625541"/>
                  <a:gd name="connsiteY72" fmla="*/ 1334992 h 1373519"/>
                  <a:gd name="connsiteX73" fmla="*/ 1057986 w 1625541"/>
                  <a:gd name="connsiteY73" fmla="*/ 1318485 h 1373519"/>
                  <a:gd name="connsiteX74" fmla="*/ 863971 w 1625541"/>
                  <a:gd name="connsiteY74" fmla="*/ 1357662 h 1373519"/>
                  <a:gd name="connsiteX75" fmla="*/ 832240 w 1625541"/>
                  <a:gd name="connsiteY75" fmla="*/ 1356635 h 1373519"/>
                  <a:gd name="connsiteX76" fmla="*/ 825051 w 1625541"/>
                  <a:gd name="connsiteY76" fmla="*/ 1363054 h 1373519"/>
                  <a:gd name="connsiteX77" fmla="*/ 748347 w 1625541"/>
                  <a:gd name="connsiteY77" fmla="*/ 1368740 h 1373519"/>
                  <a:gd name="connsiteX78" fmla="*/ 554662 w 1625541"/>
                  <a:gd name="connsiteY78" fmla="*/ 1310855 h 1373519"/>
                  <a:gd name="connsiteX79" fmla="*/ 504113 w 1625541"/>
                  <a:gd name="connsiteY79" fmla="*/ 1251428 h 1373519"/>
                  <a:gd name="connsiteX80" fmla="*/ 477444 w 1625541"/>
                  <a:gd name="connsiteY80" fmla="*/ 1241047 h 1373519"/>
                  <a:gd name="connsiteX81" fmla="*/ 399016 w 1625541"/>
                  <a:gd name="connsiteY81" fmla="*/ 1257738 h 1373519"/>
                  <a:gd name="connsiteX82" fmla="*/ 300377 w 1625541"/>
                  <a:gd name="connsiteY82" fmla="*/ 1210784 h 1373519"/>
                  <a:gd name="connsiteX83" fmla="*/ 268096 w 1625541"/>
                  <a:gd name="connsiteY83" fmla="*/ 1180117 h 1373519"/>
                  <a:gd name="connsiteX84" fmla="*/ 214759 w 1625541"/>
                  <a:gd name="connsiteY84" fmla="*/ 1133750 h 1373519"/>
                  <a:gd name="connsiteX85" fmla="*/ 197371 w 1625541"/>
                  <a:gd name="connsiteY85" fmla="*/ 1085659 h 1373519"/>
                  <a:gd name="connsiteX86" fmla="*/ 125473 w 1625541"/>
                  <a:gd name="connsiteY86" fmla="*/ 1036651 h 1373519"/>
                  <a:gd name="connsiteX87" fmla="*/ 55922 w 1625541"/>
                  <a:gd name="connsiteY87" fmla="*/ 1000115 h 1373519"/>
                  <a:gd name="connsiteX88" fmla="*/ 106104 w 1625541"/>
                  <a:gd name="connsiteY88" fmla="*/ 1018456 h 1373519"/>
                  <a:gd name="connsiteX89" fmla="*/ 159551 w 1625541"/>
                  <a:gd name="connsiteY89" fmla="*/ 1004406 h 1373519"/>
                  <a:gd name="connsiteX90" fmla="*/ 167071 w 1625541"/>
                  <a:gd name="connsiteY90" fmla="*/ 992595 h 1373519"/>
                  <a:gd name="connsiteX91" fmla="*/ 155333 w 1625541"/>
                  <a:gd name="connsiteY91" fmla="*/ 985662 h 1373519"/>
                  <a:gd name="connsiteX92" fmla="*/ 124556 w 1625541"/>
                  <a:gd name="connsiteY92" fmla="*/ 981296 h 1373519"/>
                  <a:gd name="connsiteX93" fmla="*/ 78372 w 1625541"/>
                  <a:gd name="connsiteY93" fmla="*/ 911709 h 1373519"/>
                  <a:gd name="connsiteX94" fmla="*/ 83604 w 1625541"/>
                  <a:gd name="connsiteY94" fmla="*/ 896738 h 1373519"/>
                  <a:gd name="connsiteX95" fmla="*/ 81210 w 1625541"/>
                  <a:gd name="connsiteY95" fmla="*/ 881289 h 1373519"/>
                  <a:gd name="connsiteX96" fmla="*/ 79457 w 1625541"/>
                  <a:gd name="connsiteY96" fmla="*/ 882109 h 1373519"/>
                  <a:gd name="connsiteX97" fmla="*/ 81124 w 1625541"/>
                  <a:gd name="connsiteY97" fmla="*/ 880969 h 1373519"/>
                  <a:gd name="connsiteX98" fmla="*/ 81168 w 1625541"/>
                  <a:gd name="connsiteY98" fmla="*/ 881020 h 1373519"/>
                  <a:gd name="connsiteX99" fmla="*/ 81160 w 1625541"/>
                  <a:gd name="connsiteY99" fmla="*/ 880969 h 1373519"/>
                  <a:gd name="connsiteX100" fmla="*/ 81417 w 1625541"/>
                  <a:gd name="connsiteY100" fmla="*/ 881262 h 1373519"/>
                  <a:gd name="connsiteX101" fmla="*/ 98254 w 1625541"/>
                  <a:gd name="connsiteY101" fmla="*/ 849825 h 1373519"/>
                  <a:gd name="connsiteX102" fmla="*/ 88240 w 1625541"/>
                  <a:gd name="connsiteY102" fmla="*/ 837060 h 1373519"/>
                  <a:gd name="connsiteX103" fmla="*/ 38792 w 1625541"/>
                  <a:gd name="connsiteY103" fmla="*/ 779761 h 1373519"/>
                  <a:gd name="connsiteX104" fmla="*/ 46128 w 1625541"/>
                  <a:gd name="connsiteY104" fmla="*/ 698325 h 1373519"/>
                  <a:gd name="connsiteX105" fmla="*/ 41579 w 1625541"/>
                  <a:gd name="connsiteY105" fmla="*/ 662303 h 1373519"/>
                  <a:gd name="connsiteX106" fmla="*/ 2585 w 1625541"/>
                  <a:gd name="connsiteY106" fmla="*/ 594843 h 1373519"/>
                  <a:gd name="connsiteX107" fmla="*/ 6767 w 1625541"/>
                  <a:gd name="connsiteY107" fmla="*/ 551264 h 1373519"/>
                  <a:gd name="connsiteX108" fmla="*/ 58160 w 1625541"/>
                  <a:gd name="connsiteY108" fmla="*/ 669382 h 1373519"/>
                  <a:gd name="connsiteX109" fmla="*/ 64543 w 1625541"/>
                  <a:gd name="connsiteY109" fmla="*/ 644585 h 1373519"/>
                  <a:gd name="connsiteX110" fmla="*/ 68651 w 1625541"/>
                  <a:gd name="connsiteY110" fmla="*/ 544808 h 1373519"/>
                  <a:gd name="connsiteX111" fmla="*/ 57463 w 1625541"/>
                  <a:gd name="connsiteY111" fmla="*/ 523055 h 1373519"/>
                  <a:gd name="connsiteX112" fmla="*/ 105114 w 1625541"/>
                  <a:gd name="connsiteY112" fmla="*/ 509299 h 1373519"/>
                  <a:gd name="connsiteX113" fmla="*/ 164943 w 1625541"/>
                  <a:gd name="connsiteY113" fmla="*/ 421407 h 1373519"/>
                  <a:gd name="connsiteX114" fmla="*/ 169236 w 1625541"/>
                  <a:gd name="connsiteY114" fmla="*/ 348775 h 1373519"/>
                  <a:gd name="connsiteX115" fmla="*/ 169185 w 1625541"/>
                  <a:gd name="connsiteY115" fmla="*/ 348833 h 1373519"/>
                  <a:gd name="connsiteX116" fmla="*/ 168943 w 1625541"/>
                  <a:gd name="connsiteY116" fmla="*/ 349179 h 1373519"/>
                  <a:gd name="connsiteX117" fmla="*/ 168996 w 1625541"/>
                  <a:gd name="connsiteY117" fmla="*/ 349045 h 1373519"/>
                  <a:gd name="connsiteX118" fmla="*/ 168942 w 1625541"/>
                  <a:gd name="connsiteY118" fmla="*/ 349105 h 1373519"/>
                  <a:gd name="connsiteX119" fmla="*/ 169011 w 1625541"/>
                  <a:gd name="connsiteY119" fmla="*/ 349005 h 1373519"/>
                  <a:gd name="connsiteX120" fmla="*/ 169050 w 1625541"/>
                  <a:gd name="connsiteY120" fmla="*/ 348907 h 1373519"/>
                  <a:gd name="connsiteX121" fmla="*/ 169103 w 1625541"/>
                  <a:gd name="connsiteY121" fmla="*/ 348873 h 1373519"/>
                  <a:gd name="connsiteX122" fmla="*/ 194890 w 1625541"/>
                  <a:gd name="connsiteY122" fmla="*/ 311725 h 1373519"/>
                  <a:gd name="connsiteX123" fmla="*/ 229946 w 1625541"/>
                  <a:gd name="connsiteY123" fmla="*/ 282599 h 1373519"/>
                  <a:gd name="connsiteX124" fmla="*/ 233137 w 1625541"/>
                  <a:gd name="connsiteY124" fmla="*/ 270053 h 1373519"/>
                  <a:gd name="connsiteX125" fmla="*/ 240914 w 1625541"/>
                  <a:gd name="connsiteY125" fmla="*/ 265505 h 1373519"/>
                  <a:gd name="connsiteX126" fmla="*/ 297075 w 1625541"/>
                  <a:gd name="connsiteY126" fmla="*/ 257398 h 1373519"/>
                  <a:gd name="connsiteX127" fmla="*/ 353310 w 1625541"/>
                  <a:gd name="connsiteY127" fmla="*/ 151091 h 1373519"/>
                  <a:gd name="connsiteX128" fmla="*/ 349531 w 1625541"/>
                  <a:gd name="connsiteY128" fmla="*/ 145552 h 1373519"/>
                  <a:gd name="connsiteX129" fmla="*/ 341425 w 1625541"/>
                  <a:gd name="connsiteY129" fmla="*/ 151385 h 1373519"/>
                  <a:gd name="connsiteX130" fmla="*/ 316223 w 1625541"/>
                  <a:gd name="connsiteY130" fmla="*/ 206225 h 1373519"/>
                  <a:gd name="connsiteX131" fmla="*/ 302247 w 1625541"/>
                  <a:gd name="connsiteY131" fmla="*/ 232527 h 1373519"/>
                  <a:gd name="connsiteX132" fmla="*/ 365415 w 1625541"/>
                  <a:gd name="connsiteY132" fmla="*/ 114849 h 1373519"/>
                  <a:gd name="connsiteX133" fmla="*/ 441458 w 1625541"/>
                  <a:gd name="connsiteY133" fmla="*/ 108869 h 1373519"/>
                  <a:gd name="connsiteX134" fmla="*/ 518566 w 1625541"/>
                  <a:gd name="connsiteY134" fmla="*/ 129008 h 1373519"/>
                  <a:gd name="connsiteX135" fmla="*/ 640610 w 1625541"/>
                  <a:gd name="connsiteY135" fmla="*/ 50177 h 1373519"/>
                  <a:gd name="connsiteX136" fmla="*/ 519996 w 1625541"/>
                  <a:gd name="connsiteY136" fmla="*/ 109493 h 1373519"/>
                  <a:gd name="connsiteX137" fmla="*/ 525242 w 1625541"/>
                  <a:gd name="connsiteY137" fmla="*/ 99002 h 1373519"/>
                  <a:gd name="connsiteX138" fmla="*/ 600479 w 1625541"/>
                  <a:gd name="connsiteY138" fmla="*/ 51351 h 1373519"/>
                  <a:gd name="connsiteX139" fmla="*/ 705721 w 1625541"/>
                  <a:gd name="connsiteY139" fmla="*/ 72847 h 1373519"/>
                  <a:gd name="connsiteX140" fmla="*/ 796585 w 1625541"/>
                  <a:gd name="connsiteY140" fmla="*/ 59934 h 1373519"/>
                  <a:gd name="connsiteX141" fmla="*/ 909935 w 1625541"/>
                  <a:gd name="connsiteY141" fmla="*/ 16759 h 1373519"/>
                  <a:gd name="connsiteX142" fmla="*/ 979412 w 1625541"/>
                  <a:gd name="connsiteY142" fmla="*/ 49296 h 1373519"/>
                  <a:gd name="connsiteX143" fmla="*/ 999734 w 1625541"/>
                  <a:gd name="connsiteY143" fmla="*/ 47976 h 1373519"/>
                  <a:gd name="connsiteX144" fmla="*/ 1043056 w 1625541"/>
                  <a:gd name="connsiteY144" fmla="*/ 12027 h 1373519"/>
                  <a:gd name="connsiteX145" fmla="*/ 1076438 w 1625541"/>
                  <a:gd name="connsiteY145" fmla="*/ 518 h 13735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</a:cxnLst>
                <a:rect l="l" t="t" r="r" b="b"/>
                <a:pathLst>
                  <a:path w="1625541" h="1373519">
                    <a:moveTo>
                      <a:pt x="159808" y="1084449"/>
                    </a:moveTo>
                    <a:cubicBezTo>
                      <a:pt x="171547" y="1136135"/>
                      <a:pt x="195684" y="1174615"/>
                      <a:pt x="242822" y="1197469"/>
                    </a:cubicBezTo>
                    <a:cubicBezTo>
                      <a:pt x="185156" y="1193030"/>
                      <a:pt x="146456" y="1141417"/>
                      <a:pt x="159808" y="1084449"/>
                    </a:cubicBezTo>
                    <a:close/>
                    <a:moveTo>
                      <a:pt x="1457389" y="985808"/>
                    </a:moveTo>
                    <a:cubicBezTo>
                      <a:pt x="1409077" y="985221"/>
                      <a:pt x="1388278" y="1009542"/>
                      <a:pt x="1398843" y="1056790"/>
                    </a:cubicBezTo>
                    <a:cubicBezTo>
                      <a:pt x="1406033" y="1088850"/>
                      <a:pt x="1399686" y="1115629"/>
                      <a:pt x="1375659" y="1140573"/>
                    </a:cubicBezTo>
                    <a:cubicBezTo>
                      <a:pt x="1445687" y="1153632"/>
                      <a:pt x="1464579" y="1146589"/>
                      <a:pt x="1457902" y="1070619"/>
                    </a:cubicBezTo>
                    <a:cubicBezTo>
                      <a:pt x="1457792" y="1069408"/>
                      <a:pt x="1457352" y="1068235"/>
                      <a:pt x="1457205" y="1067024"/>
                    </a:cubicBezTo>
                    <a:cubicBezTo>
                      <a:pt x="1455958" y="1056129"/>
                      <a:pt x="1454051" y="1045271"/>
                      <a:pt x="1453684" y="1034340"/>
                    </a:cubicBezTo>
                    <a:cubicBezTo>
                      <a:pt x="1453023" y="1015448"/>
                      <a:pt x="1462451" y="1003233"/>
                      <a:pt x="1480499" y="997767"/>
                    </a:cubicBezTo>
                    <a:cubicBezTo>
                      <a:pt x="1486771" y="995896"/>
                      <a:pt x="1493191" y="994429"/>
                      <a:pt x="1502435" y="992008"/>
                    </a:cubicBezTo>
                    <a:cubicBezTo>
                      <a:pt x="1486148" y="985368"/>
                      <a:pt x="1471512" y="985992"/>
                      <a:pt x="1457389" y="985808"/>
                    </a:cubicBezTo>
                    <a:close/>
                    <a:moveTo>
                      <a:pt x="79457" y="882109"/>
                    </a:moveTo>
                    <a:lnTo>
                      <a:pt x="66180" y="891190"/>
                    </a:lnTo>
                    <a:cubicBezTo>
                      <a:pt x="61105" y="894468"/>
                      <a:pt x="56180" y="897972"/>
                      <a:pt x="52145" y="902759"/>
                    </a:cubicBezTo>
                    <a:cubicBezTo>
                      <a:pt x="30539" y="928437"/>
                      <a:pt x="27934" y="956022"/>
                      <a:pt x="43231" y="985955"/>
                    </a:cubicBezTo>
                    <a:cubicBezTo>
                      <a:pt x="26650" y="969448"/>
                      <a:pt x="21258" y="949969"/>
                      <a:pt x="28521" y="928363"/>
                    </a:cubicBezTo>
                    <a:cubicBezTo>
                      <a:pt x="32795" y="915726"/>
                      <a:pt x="39068" y="905033"/>
                      <a:pt x="47738" y="896954"/>
                    </a:cubicBezTo>
                    <a:close/>
                    <a:moveTo>
                      <a:pt x="216484" y="273429"/>
                    </a:moveTo>
                    <a:cubicBezTo>
                      <a:pt x="204214" y="283461"/>
                      <a:pt x="193667" y="294475"/>
                      <a:pt x="185519" y="306943"/>
                    </a:cubicBezTo>
                    <a:lnTo>
                      <a:pt x="169050" y="348907"/>
                    </a:lnTo>
                    <a:lnTo>
                      <a:pt x="161386" y="353769"/>
                    </a:lnTo>
                    <a:cubicBezTo>
                      <a:pt x="159653" y="352975"/>
                      <a:pt x="158782" y="349912"/>
                      <a:pt x="158745" y="345107"/>
                    </a:cubicBezTo>
                    <a:cubicBezTo>
                      <a:pt x="158598" y="320456"/>
                      <a:pt x="167769" y="300134"/>
                      <a:pt x="188054" y="285461"/>
                    </a:cubicBezTo>
                    <a:cubicBezTo>
                      <a:pt x="196418" y="279408"/>
                      <a:pt x="205846" y="275483"/>
                      <a:pt x="216484" y="273429"/>
                    </a:cubicBezTo>
                    <a:close/>
                    <a:moveTo>
                      <a:pt x="1080854" y="12696"/>
                    </a:moveTo>
                    <a:cubicBezTo>
                      <a:pt x="1069285" y="12256"/>
                      <a:pt x="1057510" y="15457"/>
                      <a:pt x="1045294" y="24425"/>
                    </a:cubicBezTo>
                    <a:cubicBezTo>
                      <a:pt x="1065726" y="30221"/>
                      <a:pt x="1070165" y="48599"/>
                      <a:pt x="1080106" y="62466"/>
                    </a:cubicBezTo>
                    <a:cubicBezTo>
                      <a:pt x="1091074" y="77799"/>
                      <a:pt x="1109893" y="79560"/>
                      <a:pt x="1124529" y="67234"/>
                    </a:cubicBezTo>
                    <a:cubicBezTo>
                      <a:pt x="1137955" y="55936"/>
                      <a:pt x="1136928" y="44711"/>
                      <a:pt x="1121044" y="29158"/>
                    </a:cubicBezTo>
                    <a:cubicBezTo>
                      <a:pt x="1118990" y="27140"/>
                      <a:pt x="1117119" y="24939"/>
                      <a:pt x="1115175" y="22811"/>
                    </a:cubicBezTo>
                    <a:cubicBezTo>
                      <a:pt x="1115212" y="22848"/>
                      <a:pt x="1115248" y="22848"/>
                      <a:pt x="1115285" y="22848"/>
                    </a:cubicBezTo>
                    <a:cubicBezTo>
                      <a:pt x="1115285" y="22848"/>
                      <a:pt x="1114955" y="22555"/>
                      <a:pt x="1114955" y="22555"/>
                    </a:cubicBezTo>
                    <a:cubicBezTo>
                      <a:pt x="1115028" y="22665"/>
                      <a:pt x="1115101" y="22738"/>
                      <a:pt x="1115175" y="22811"/>
                    </a:cubicBezTo>
                    <a:cubicBezTo>
                      <a:pt x="1103785" y="17217"/>
                      <a:pt x="1092422" y="13136"/>
                      <a:pt x="1080854" y="12696"/>
                    </a:cubicBezTo>
                    <a:close/>
                    <a:moveTo>
                      <a:pt x="1076438" y="518"/>
                    </a:moveTo>
                    <a:cubicBezTo>
                      <a:pt x="1088800" y="2489"/>
                      <a:pt x="1102024" y="10046"/>
                      <a:pt x="1114991" y="22518"/>
                    </a:cubicBezTo>
                    <a:cubicBezTo>
                      <a:pt x="1149033" y="44821"/>
                      <a:pt x="1185569" y="51901"/>
                      <a:pt x="1226434" y="47205"/>
                    </a:cubicBezTo>
                    <a:cubicBezTo>
                      <a:pt x="1255266" y="43867"/>
                      <a:pt x="1286080" y="71306"/>
                      <a:pt x="1293197" y="100102"/>
                    </a:cubicBezTo>
                    <a:cubicBezTo>
                      <a:pt x="1300570" y="129852"/>
                      <a:pt x="1309557" y="158941"/>
                      <a:pt x="1325661" y="185316"/>
                    </a:cubicBezTo>
                    <a:cubicBezTo>
                      <a:pt x="1344002" y="215359"/>
                      <a:pt x="1369423" y="233334"/>
                      <a:pt x="1405849" y="235572"/>
                    </a:cubicBezTo>
                    <a:cubicBezTo>
                      <a:pt x="1435159" y="237406"/>
                      <a:pt x="1464065" y="243348"/>
                      <a:pt x="1490403" y="257361"/>
                    </a:cubicBezTo>
                    <a:cubicBezTo>
                      <a:pt x="1516008" y="270971"/>
                      <a:pt x="1521730" y="285754"/>
                      <a:pt x="1511496" y="313009"/>
                    </a:cubicBezTo>
                    <a:cubicBezTo>
                      <a:pt x="1504489" y="331681"/>
                      <a:pt x="1505773" y="349985"/>
                      <a:pt x="1511679" y="369427"/>
                    </a:cubicBezTo>
                    <a:cubicBezTo>
                      <a:pt x="1506654" y="369941"/>
                      <a:pt x="1502472" y="370087"/>
                      <a:pt x="1498400" y="370821"/>
                    </a:cubicBezTo>
                    <a:cubicBezTo>
                      <a:pt x="1485451" y="373132"/>
                      <a:pt x="1481966" y="383770"/>
                      <a:pt x="1477711" y="394078"/>
                    </a:cubicBezTo>
                    <a:cubicBezTo>
                      <a:pt x="1473236" y="405009"/>
                      <a:pt x="1482186" y="407907"/>
                      <a:pt x="1487982" y="412566"/>
                    </a:cubicBezTo>
                    <a:cubicBezTo>
                      <a:pt x="1516962" y="435823"/>
                      <a:pt x="1544657" y="460290"/>
                      <a:pt x="1564832" y="495433"/>
                    </a:cubicBezTo>
                    <a:cubicBezTo>
                      <a:pt x="1573526" y="443893"/>
                      <a:pt x="1547592" y="409411"/>
                      <a:pt x="1516815" y="376837"/>
                    </a:cubicBezTo>
                    <a:cubicBezTo>
                      <a:pt x="1568574" y="394445"/>
                      <a:pt x="1590180" y="459740"/>
                      <a:pt x="1569455" y="509812"/>
                    </a:cubicBezTo>
                    <a:cubicBezTo>
                      <a:pt x="1562228" y="527200"/>
                      <a:pt x="1552654" y="549540"/>
                      <a:pt x="1558853" y="571733"/>
                    </a:cubicBezTo>
                    <a:cubicBezTo>
                      <a:pt x="1560614" y="578079"/>
                      <a:pt x="1563805" y="582811"/>
                      <a:pt x="1552104" y="584755"/>
                    </a:cubicBezTo>
                    <a:cubicBezTo>
                      <a:pt x="1535707" y="587470"/>
                      <a:pt x="1533285" y="600199"/>
                      <a:pt x="1544951" y="612231"/>
                    </a:cubicBezTo>
                    <a:cubicBezTo>
                      <a:pt x="1552617" y="620154"/>
                      <a:pt x="1560504" y="627858"/>
                      <a:pt x="1567950" y="635928"/>
                    </a:cubicBezTo>
                    <a:cubicBezTo>
                      <a:pt x="1574884" y="643411"/>
                      <a:pt x="1581376" y="651298"/>
                      <a:pt x="1590621" y="661973"/>
                    </a:cubicBezTo>
                    <a:cubicBezTo>
                      <a:pt x="1592161" y="635854"/>
                      <a:pt x="1584605" y="616119"/>
                      <a:pt x="1572463" y="595650"/>
                    </a:cubicBezTo>
                    <a:cubicBezTo>
                      <a:pt x="1592345" y="607609"/>
                      <a:pt x="1600488" y="626390"/>
                      <a:pt x="1596233" y="652655"/>
                    </a:cubicBezTo>
                    <a:cubicBezTo>
                      <a:pt x="1594436" y="663843"/>
                      <a:pt x="1596820" y="672024"/>
                      <a:pt x="1602653" y="681304"/>
                    </a:cubicBezTo>
                    <a:cubicBezTo>
                      <a:pt x="1634090" y="731486"/>
                      <a:pt x="1635741" y="780165"/>
                      <a:pt x="1591244" y="824404"/>
                    </a:cubicBezTo>
                    <a:cubicBezTo>
                      <a:pt x="1586219" y="829393"/>
                      <a:pt x="1585742" y="834125"/>
                      <a:pt x="1586989" y="840728"/>
                    </a:cubicBezTo>
                    <a:cubicBezTo>
                      <a:pt x="1592381" y="867213"/>
                      <a:pt x="1594472" y="893991"/>
                      <a:pt x="1592015" y="920953"/>
                    </a:cubicBezTo>
                    <a:cubicBezTo>
                      <a:pt x="1588640" y="957783"/>
                      <a:pt x="1571986" y="976968"/>
                      <a:pt x="1536550" y="987312"/>
                    </a:cubicBezTo>
                    <a:cubicBezTo>
                      <a:pt x="1519639" y="992228"/>
                      <a:pt x="1503206" y="998831"/>
                      <a:pt x="1486882" y="1005507"/>
                    </a:cubicBezTo>
                    <a:cubicBezTo>
                      <a:pt x="1475767" y="1010056"/>
                      <a:pt x="1471218" y="1017062"/>
                      <a:pt x="1473052" y="1031222"/>
                    </a:cubicBezTo>
                    <a:cubicBezTo>
                      <a:pt x="1476867" y="1060238"/>
                      <a:pt x="1472062" y="1089621"/>
                      <a:pt x="1471768" y="1118893"/>
                    </a:cubicBezTo>
                    <a:cubicBezTo>
                      <a:pt x="1471548" y="1140903"/>
                      <a:pt x="1447888" y="1158804"/>
                      <a:pt x="1424227" y="1159465"/>
                    </a:cubicBezTo>
                    <a:cubicBezTo>
                      <a:pt x="1404015" y="1160015"/>
                      <a:pt x="1384243" y="1156934"/>
                      <a:pt x="1367773" y="1143398"/>
                    </a:cubicBezTo>
                    <a:cubicBezTo>
                      <a:pt x="1366012" y="1141930"/>
                      <a:pt x="1363921" y="1139106"/>
                      <a:pt x="1362014" y="1141417"/>
                    </a:cubicBezTo>
                    <a:cubicBezTo>
                      <a:pt x="1348991" y="1157374"/>
                      <a:pt x="1329769" y="1151981"/>
                      <a:pt x="1313482" y="1154843"/>
                    </a:cubicBezTo>
                    <a:cubicBezTo>
                      <a:pt x="1278560" y="1161005"/>
                      <a:pt x="1254203" y="1178906"/>
                      <a:pt x="1240007" y="1211077"/>
                    </a:cubicBezTo>
                    <a:cubicBezTo>
                      <a:pt x="1222729" y="1249961"/>
                      <a:pt x="1196611" y="1280995"/>
                      <a:pt x="1159231" y="1302014"/>
                    </a:cubicBezTo>
                    <a:cubicBezTo>
                      <a:pt x="1158717" y="1307260"/>
                      <a:pt x="1156003" y="1311258"/>
                      <a:pt x="1151381" y="1313496"/>
                    </a:cubicBezTo>
                    <a:cubicBezTo>
                      <a:pt x="1127354" y="1325124"/>
                      <a:pt x="1103106" y="1336019"/>
                      <a:pt x="1075484" y="1334992"/>
                    </a:cubicBezTo>
                    <a:cubicBezTo>
                      <a:pt x="1065616" y="1332718"/>
                      <a:pt x="1060517" y="1326665"/>
                      <a:pt x="1057986" y="1318485"/>
                    </a:cubicBezTo>
                    <a:cubicBezTo>
                      <a:pt x="997900" y="1343759"/>
                      <a:pt x="932458" y="1357662"/>
                      <a:pt x="863971" y="1357662"/>
                    </a:cubicBezTo>
                    <a:cubicBezTo>
                      <a:pt x="853333" y="1357662"/>
                      <a:pt x="842732" y="1357295"/>
                      <a:pt x="832240" y="1356635"/>
                    </a:cubicBezTo>
                    <a:cubicBezTo>
                      <a:pt x="830479" y="1359092"/>
                      <a:pt x="828205" y="1361293"/>
                      <a:pt x="825051" y="1363054"/>
                    </a:cubicBezTo>
                    <a:cubicBezTo>
                      <a:pt x="799923" y="1371088"/>
                      <a:pt x="774795" y="1378791"/>
                      <a:pt x="748347" y="1368740"/>
                    </a:cubicBezTo>
                    <a:cubicBezTo>
                      <a:pt x="678173" y="1368263"/>
                      <a:pt x="611190" y="1357478"/>
                      <a:pt x="554662" y="1310855"/>
                    </a:cubicBezTo>
                    <a:cubicBezTo>
                      <a:pt x="534156" y="1293944"/>
                      <a:pt x="516952" y="1274465"/>
                      <a:pt x="504113" y="1251428"/>
                    </a:cubicBezTo>
                    <a:cubicBezTo>
                      <a:pt x="497620" y="1239763"/>
                      <a:pt x="489953" y="1236352"/>
                      <a:pt x="477444" y="1241047"/>
                    </a:cubicBezTo>
                    <a:cubicBezTo>
                      <a:pt x="452206" y="1250475"/>
                      <a:pt x="425611" y="1254913"/>
                      <a:pt x="399016" y="1257738"/>
                    </a:cubicBezTo>
                    <a:cubicBezTo>
                      <a:pt x="356134" y="1262250"/>
                      <a:pt x="314059" y="1251355"/>
                      <a:pt x="300377" y="1210784"/>
                    </a:cubicBezTo>
                    <a:cubicBezTo>
                      <a:pt x="300120" y="1189398"/>
                      <a:pt x="289702" y="1182171"/>
                      <a:pt x="268096" y="1180117"/>
                    </a:cubicBezTo>
                    <a:cubicBezTo>
                      <a:pt x="241500" y="1177623"/>
                      <a:pt x="222829" y="1160785"/>
                      <a:pt x="214759" y="1133750"/>
                    </a:cubicBezTo>
                    <a:cubicBezTo>
                      <a:pt x="209880" y="1117389"/>
                      <a:pt x="205258" y="1100589"/>
                      <a:pt x="197371" y="1085659"/>
                    </a:cubicBezTo>
                    <a:cubicBezTo>
                      <a:pt x="182368" y="1057230"/>
                      <a:pt x="161385" y="1036761"/>
                      <a:pt x="125473" y="1036651"/>
                    </a:cubicBezTo>
                    <a:cubicBezTo>
                      <a:pt x="96970" y="1036541"/>
                      <a:pt x="75658" y="1019190"/>
                      <a:pt x="55922" y="1000115"/>
                    </a:cubicBezTo>
                    <a:cubicBezTo>
                      <a:pt x="72319" y="1007304"/>
                      <a:pt x="88056" y="1015888"/>
                      <a:pt x="106104" y="1018456"/>
                    </a:cubicBezTo>
                    <a:cubicBezTo>
                      <a:pt x="126023" y="1021281"/>
                      <a:pt x="143521" y="1015741"/>
                      <a:pt x="159551" y="1004406"/>
                    </a:cubicBezTo>
                    <a:cubicBezTo>
                      <a:pt x="163513" y="1001582"/>
                      <a:pt x="167952" y="997803"/>
                      <a:pt x="167071" y="992595"/>
                    </a:cubicBezTo>
                    <a:cubicBezTo>
                      <a:pt x="166117" y="986835"/>
                      <a:pt x="159991" y="986469"/>
                      <a:pt x="155333" y="985662"/>
                    </a:cubicBezTo>
                    <a:cubicBezTo>
                      <a:pt x="145135" y="983937"/>
                      <a:pt x="134717" y="983240"/>
                      <a:pt x="124556" y="981296"/>
                    </a:cubicBezTo>
                    <a:cubicBezTo>
                      <a:pt x="83801" y="973520"/>
                      <a:pt x="70779" y="952941"/>
                      <a:pt x="78372" y="911709"/>
                    </a:cubicBezTo>
                    <a:cubicBezTo>
                      <a:pt x="79289" y="906739"/>
                      <a:pt x="82086" y="901805"/>
                      <a:pt x="83604" y="896738"/>
                    </a:cubicBezTo>
                    <a:lnTo>
                      <a:pt x="81210" y="881289"/>
                    </a:lnTo>
                    <a:lnTo>
                      <a:pt x="79457" y="882109"/>
                    </a:lnTo>
                    <a:lnTo>
                      <a:pt x="81124" y="880969"/>
                    </a:lnTo>
                    <a:lnTo>
                      <a:pt x="81168" y="881020"/>
                    </a:lnTo>
                    <a:lnTo>
                      <a:pt x="81160" y="880969"/>
                    </a:lnTo>
                    <a:lnTo>
                      <a:pt x="81417" y="881262"/>
                    </a:lnTo>
                    <a:cubicBezTo>
                      <a:pt x="93155" y="874146"/>
                      <a:pt x="93339" y="860573"/>
                      <a:pt x="98254" y="849825"/>
                    </a:cubicBezTo>
                    <a:cubicBezTo>
                      <a:pt x="101886" y="841938"/>
                      <a:pt x="92679" y="840214"/>
                      <a:pt x="88240" y="837060"/>
                    </a:cubicBezTo>
                    <a:cubicBezTo>
                      <a:pt x="67111" y="821909"/>
                      <a:pt x="48366" y="804852"/>
                      <a:pt x="38792" y="779761"/>
                    </a:cubicBezTo>
                    <a:cubicBezTo>
                      <a:pt x="27970" y="751405"/>
                      <a:pt x="33619" y="724113"/>
                      <a:pt x="46128" y="698325"/>
                    </a:cubicBezTo>
                    <a:cubicBezTo>
                      <a:pt x="53024" y="684056"/>
                      <a:pt x="53868" y="674848"/>
                      <a:pt x="41579" y="662303"/>
                    </a:cubicBezTo>
                    <a:cubicBezTo>
                      <a:pt x="23201" y="643558"/>
                      <a:pt x="9482" y="620851"/>
                      <a:pt x="2585" y="594843"/>
                    </a:cubicBezTo>
                    <a:cubicBezTo>
                      <a:pt x="-1083" y="580977"/>
                      <a:pt x="-1780" y="567294"/>
                      <a:pt x="6767" y="551264"/>
                    </a:cubicBezTo>
                    <a:cubicBezTo>
                      <a:pt x="12600" y="597264"/>
                      <a:pt x="35600" y="632626"/>
                      <a:pt x="58160" y="669382"/>
                    </a:cubicBezTo>
                    <a:cubicBezTo>
                      <a:pt x="67001" y="661202"/>
                      <a:pt x="70449" y="655003"/>
                      <a:pt x="64543" y="644585"/>
                    </a:cubicBezTo>
                    <a:cubicBezTo>
                      <a:pt x="45358" y="610800"/>
                      <a:pt x="40075" y="577235"/>
                      <a:pt x="68651" y="544808"/>
                    </a:cubicBezTo>
                    <a:cubicBezTo>
                      <a:pt x="79766" y="532189"/>
                      <a:pt x="65276" y="529254"/>
                      <a:pt x="57463" y="523055"/>
                    </a:cubicBezTo>
                    <a:cubicBezTo>
                      <a:pt x="74154" y="518286"/>
                      <a:pt x="89927" y="514654"/>
                      <a:pt x="105114" y="509299"/>
                    </a:cubicBezTo>
                    <a:cubicBezTo>
                      <a:pt x="146749" y="494626"/>
                      <a:pt x="166778" y="465573"/>
                      <a:pt x="164943" y="421407"/>
                    </a:cubicBezTo>
                    <a:cubicBezTo>
                      <a:pt x="163953" y="396939"/>
                      <a:pt x="162486" y="372692"/>
                      <a:pt x="169236" y="348775"/>
                    </a:cubicBezTo>
                    <a:lnTo>
                      <a:pt x="169185" y="348833"/>
                    </a:lnTo>
                    <a:lnTo>
                      <a:pt x="168943" y="349179"/>
                    </a:lnTo>
                    <a:lnTo>
                      <a:pt x="168996" y="349045"/>
                    </a:lnTo>
                    <a:lnTo>
                      <a:pt x="168942" y="349105"/>
                    </a:lnTo>
                    <a:lnTo>
                      <a:pt x="169011" y="349005"/>
                    </a:lnTo>
                    <a:lnTo>
                      <a:pt x="169050" y="348907"/>
                    </a:lnTo>
                    <a:lnTo>
                      <a:pt x="169103" y="348873"/>
                    </a:lnTo>
                    <a:lnTo>
                      <a:pt x="194890" y="311725"/>
                    </a:lnTo>
                    <a:cubicBezTo>
                      <a:pt x="205020" y="300619"/>
                      <a:pt x="216667" y="290889"/>
                      <a:pt x="229946" y="282599"/>
                    </a:cubicBezTo>
                    <a:cubicBezTo>
                      <a:pt x="233504" y="280361"/>
                      <a:pt x="243738" y="277867"/>
                      <a:pt x="233137" y="270053"/>
                    </a:cubicBezTo>
                    <a:cubicBezTo>
                      <a:pt x="231303" y="268733"/>
                      <a:pt x="237869" y="265982"/>
                      <a:pt x="240914" y="265505"/>
                    </a:cubicBezTo>
                    <a:cubicBezTo>
                      <a:pt x="259622" y="262644"/>
                      <a:pt x="278550" y="261030"/>
                      <a:pt x="297075" y="257398"/>
                    </a:cubicBezTo>
                    <a:cubicBezTo>
                      <a:pt x="337866" y="249401"/>
                      <a:pt x="369377" y="189278"/>
                      <a:pt x="353310" y="151091"/>
                    </a:cubicBezTo>
                    <a:cubicBezTo>
                      <a:pt x="352429" y="149000"/>
                      <a:pt x="351182" y="146029"/>
                      <a:pt x="349531" y="145552"/>
                    </a:cubicBezTo>
                    <a:cubicBezTo>
                      <a:pt x="345093" y="144305"/>
                      <a:pt x="343295" y="148413"/>
                      <a:pt x="341425" y="151385"/>
                    </a:cubicBezTo>
                    <a:cubicBezTo>
                      <a:pt x="330603" y="168515"/>
                      <a:pt x="324000" y="187664"/>
                      <a:pt x="316223" y="206225"/>
                    </a:cubicBezTo>
                    <a:cubicBezTo>
                      <a:pt x="313069" y="213782"/>
                      <a:pt x="312188" y="222476"/>
                      <a:pt x="302247" y="232527"/>
                    </a:cubicBezTo>
                    <a:cubicBezTo>
                      <a:pt x="315306" y="185169"/>
                      <a:pt x="328916" y="143718"/>
                      <a:pt x="365415" y="114849"/>
                    </a:cubicBezTo>
                    <a:cubicBezTo>
                      <a:pt x="388965" y="96214"/>
                      <a:pt x="414863" y="96984"/>
                      <a:pt x="441458" y="108869"/>
                    </a:cubicBezTo>
                    <a:cubicBezTo>
                      <a:pt x="465999" y="119837"/>
                      <a:pt x="490613" y="131392"/>
                      <a:pt x="518566" y="129008"/>
                    </a:cubicBezTo>
                    <a:cubicBezTo>
                      <a:pt x="572966" y="124349"/>
                      <a:pt x="612400" y="96104"/>
                      <a:pt x="640610" y="50177"/>
                    </a:cubicBezTo>
                    <a:cubicBezTo>
                      <a:pt x="596847" y="62245"/>
                      <a:pt x="560788" y="89868"/>
                      <a:pt x="519996" y="109493"/>
                    </a:cubicBezTo>
                    <a:cubicBezTo>
                      <a:pt x="518015" y="103550"/>
                      <a:pt x="522638" y="101496"/>
                      <a:pt x="525242" y="99002"/>
                    </a:cubicBezTo>
                    <a:cubicBezTo>
                      <a:pt x="547068" y="77982"/>
                      <a:pt x="571646" y="61402"/>
                      <a:pt x="600479" y="51351"/>
                    </a:cubicBezTo>
                    <a:cubicBezTo>
                      <a:pt x="639949" y="37558"/>
                      <a:pt x="674651" y="44711"/>
                      <a:pt x="705721" y="72847"/>
                    </a:cubicBezTo>
                    <a:cubicBezTo>
                      <a:pt x="749484" y="112464"/>
                      <a:pt x="765881" y="109860"/>
                      <a:pt x="796585" y="59934"/>
                    </a:cubicBezTo>
                    <a:cubicBezTo>
                      <a:pt x="825381" y="13127"/>
                      <a:pt x="857405" y="875"/>
                      <a:pt x="909935" y="16759"/>
                    </a:cubicBezTo>
                    <a:cubicBezTo>
                      <a:pt x="934659" y="24242"/>
                      <a:pt x="957696" y="35504"/>
                      <a:pt x="979412" y="49296"/>
                    </a:cubicBezTo>
                    <a:cubicBezTo>
                      <a:pt x="987189" y="54249"/>
                      <a:pt x="992581" y="55386"/>
                      <a:pt x="999734" y="47976"/>
                    </a:cubicBezTo>
                    <a:cubicBezTo>
                      <a:pt x="1012793" y="34513"/>
                      <a:pt x="1029704" y="25856"/>
                      <a:pt x="1043056" y="12027"/>
                    </a:cubicBezTo>
                    <a:cubicBezTo>
                      <a:pt x="1052575" y="2159"/>
                      <a:pt x="1064076" y="-1454"/>
                      <a:pt x="1076438" y="518"/>
                    </a:cubicBezTo>
                    <a:close/>
                  </a:path>
                </a:pathLst>
              </a:custGeom>
              <a:solidFill>
                <a:srgbClr val="693723"/>
              </a:solidFill>
              <a:ln w="366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7" name="자유형: 도형 16">
                <a:extLst>
                  <a:ext uri="{FF2B5EF4-FFF2-40B4-BE49-F238E27FC236}">
                    <a16:creationId xmlns:a16="http://schemas.microsoft.com/office/drawing/2014/main" id="{9A9C1565-C9B6-43D0-AA3D-72FD46CD09E0}"/>
                  </a:ext>
                </a:extLst>
              </p:cNvPr>
              <p:cNvSpPr/>
              <p:nvPr/>
            </p:nvSpPr>
            <p:spPr>
              <a:xfrm>
                <a:off x="7940651" y="1937869"/>
                <a:ext cx="969670" cy="1131758"/>
              </a:xfrm>
              <a:custGeom>
                <a:avLst/>
                <a:gdLst>
                  <a:gd name="connsiteX0" fmla="*/ 967768 w 969670"/>
                  <a:gd name="connsiteY0" fmla="*/ 764 h 1131758"/>
                  <a:gd name="connsiteX1" fmla="*/ 967842 w 969670"/>
                  <a:gd name="connsiteY1" fmla="*/ 874 h 1131758"/>
                  <a:gd name="connsiteX2" fmla="*/ 845285 w 969670"/>
                  <a:gd name="connsiteY2" fmla="*/ 303984 h 1131758"/>
                  <a:gd name="connsiteX3" fmla="*/ 839379 w 969670"/>
                  <a:gd name="connsiteY3" fmla="*/ 510288 h 1131758"/>
                  <a:gd name="connsiteX4" fmla="*/ 693748 w 969670"/>
                  <a:gd name="connsiteY4" fmla="*/ 693482 h 1131758"/>
                  <a:gd name="connsiteX5" fmla="*/ 445736 w 969670"/>
                  <a:gd name="connsiteY5" fmla="*/ 1017648 h 1131758"/>
                  <a:gd name="connsiteX6" fmla="*/ 380917 w 969670"/>
                  <a:gd name="connsiteY6" fmla="*/ 1087199 h 1131758"/>
                  <a:gd name="connsiteX7" fmla="*/ 205537 w 969670"/>
                  <a:gd name="connsiteY7" fmla="*/ 1118342 h 1131758"/>
                  <a:gd name="connsiteX8" fmla="*/ 2901 w 969670"/>
                  <a:gd name="connsiteY8" fmla="*/ 969410 h 1131758"/>
                  <a:gd name="connsiteX9" fmla="*/ 11888 w 969670"/>
                  <a:gd name="connsiteY9" fmla="*/ 940724 h 1131758"/>
                  <a:gd name="connsiteX10" fmla="*/ 68636 w 969670"/>
                  <a:gd name="connsiteY10" fmla="*/ 869083 h 1131758"/>
                  <a:gd name="connsiteX11" fmla="*/ 105906 w 969670"/>
                  <a:gd name="connsiteY11" fmla="*/ 814792 h 1131758"/>
                  <a:gd name="connsiteX12" fmla="*/ 124394 w 969670"/>
                  <a:gd name="connsiteY12" fmla="*/ 803934 h 1131758"/>
                  <a:gd name="connsiteX13" fmla="*/ 204803 w 969670"/>
                  <a:gd name="connsiteY13" fmla="*/ 858151 h 1131758"/>
                  <a:gd name="connsiteX14" fmla="*/ 279783 w 969670"/>
                  <a:gd name="connsiteY14" fmla="*/ 848320 h 1131758"/>
                  <a:gd name="connsiteX15" fmla="*/ 398635 w 969670"/>
                  <a:gd name="connsiteY15" fmla="*/ 688457 h 1131758"/>
                  <a:gd name="connsiteX16" fmla="*/ 853979 w 969670"/>
                  <a:gd name="connsiteY16" fmla="*/ 91591 h 1131758"/>
                  <a:gd name="connsiteX17" fmla="*/ 967768 w 969670"/>
                  <a:gd name="connsiteY17" fmla="*/ 764 h 11317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969670" h="1131758">
                    <a:moveTo>
                      <a:pt x="967768" y="764"/>
                    </a:moveTo>
                    <a:cubicBezTo>
                      <a:pt x="970850" y="5790"/>
                      <a:pt x="969676" y="-2611"/>
                      <a:pt x="967842" y="874"/>
                    </a:cubicBezTo>
                    <a:cubicBezTo>
                      <a:pt x="917366" y="98010"/>
                      <a:pt x="869862" y="196357"/>
                      <a:pt x="845285" y="303984"/>
                    </a:cubicBezTo>
                    <a:cubicBezTo>
                      <a:pt x="829658" y="372361"/>
                      <a:pt x="823532" y="441031"/>
                      <a:pt x="839379" y="510288"/>
                    </a:cubicBezTo>
                    <a:cubicBezTo>
                      <a:pt x="788536" y="569531"/>
                      <a:pt x="741436" y="631745"/>
                      <a:pt x="693748" y="693482"/>
                    </a:cubicBezTo>
                    <a:cubicBezTo>
                      <a:pt x="610588" y="801146"/>
                      <a:pt x="528565" y="909727"/>
                      <a:pt x="445736" y="1017648"/>
                    </a:cubicBezTo>
                    <a:cubicBezTo>
                      <a:pt x="426404" y="1042849"/>
                      <a:pt x="404798" y="1066069"/>
                      <a:pt x="380917" y="1087199"/>
                    </a:cubicBezTo>
                    <a:cubicBezTo>
                      <a:pt x="328718" y="1133419"/>
                      <a:pt x="269768" y="1143470"/>
                      <a:pt x="205537" y="1118342"/>
                    </a:cubicBezTo>
                    <a:cubicBezTo>
                      <a:pt x="124944" y="1086832"/>
                      <a:pt x="57815" y="1036246"/>
                      <a:pt x="2901" y="969410"/>
                    </a:cubicBezTo>
                    <a:cubicBezTo>
                      <a:pt x="-5059" y="956498"/>
                      <a:pt x="5175" y="948171"/>
                      <a:pt x="11888" y="940724"/>
                    </a:cubicBezTo>
                    <a:cubicBezTo>
                      <a:pt x="32357" y="918018"/>
                      <a:pt x="50075" y="893257"/>
                      <a:pt x="68636" y="869083"/>
                    </a:cubicBezTo>
                    <a:cubicBezTo>
                      <a:pt x="82026" y="851622"/>
                      <a:pt x="93251" y="832730"/>
                      <a:pt x="105906" y="814792"/>
                    </a:cubicBezTo>
                    <a:cubicBezTo>
                      <a:pt x="110418" y="808409"/>
                      <a:pt x="114160" y="800596"/>
                      <a:pt x="124394" y="803934"/>
                    </a:cubicBezTo>
                    <a:cubicBezTo>
                      <a:pt x="151173" y="822055"/>
                      <a:pt x="177731" y="840507"/>
                      <a:pt x="204803" y="858151"/>
                    </a:cubicBezTo>
                    <a:cubicBezTo>
                      <a:pt x="236680" y="878950"/>
                      <a:pt x="256196" y="877410"/>
                      <a:pt x="279783" y="848320"/>
                    </a:cubicBezTo>
                    <a:cubicBezTo>
                      <a:pt x="321601" y="796744"/>
                      <a:pt x="363529" y="745535"/>
                      <a:pt x="398635" y="688457"/>
                    </a:cubicBezTo>
                    <a:cubicBezTo>
                      <a:pt x="530326" y="474339"/>
                      <a:pt x="675150" y="269833"/>
                      <a:pt x="853979" y="91591"/>
                    </a:cubicBezTo>
                    <a:cubicBezTo>
                      <a:pt x="890735" y="54981"/>
                      <a:pt x="926464" y="32238"/>
                      <a:pt x="967768" y="764"/>
                    </a:cubicBezTo>
                    <a:close/>
                  </a:path>
                </a:pathLst>
              </a:custGeom>
              <a:solidFill>
                <a:schemeClr val="accent4">
                  <a:lumMod val="75000"/>
                </a:schemeClr>
              </a:solidFill>
              <a:ln w="366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8" name="자유형: 도형 17">
                <a:extLst>
                  <a:ext uri="{FF2B5EF4-FFF2-40B4-BE49-F238E27FC236}">
                    <a16:creationId xmlns:a16="http://schemas.microsoft.com/office/drawing/2014/main" id="{175363C1-C20F-443C-BB6E-E782D9179061}"/>
                  </a:ext>
                </a:extLst>
              </p:cNvPr>
              <p:cNvSpPr/>
              <p:nvPr/>
            </p:nvSpPr>
            <p:spPr>
              <a:xfrm>
                <a:off x="6957846" y="2094246"/>
                <a:ext cx="962414" cy="681932"/>
              </a:xfrm>
              <a:custGeom>
                <a:avLst/>
                <a:gdLst>
                  <a:gd name="connsiteX0" fmla="*/ 846568 w 962414"/>
                  <a:gd name="connsiteY0" fmla="*/ 681086 h 681932"/>
                  <a:gd name="connsiteX1" fmla="*/ 552225 w 962414"/>
                  <a:gd name="connsiteY1" fmla="*/ 450938 h 681932"/>
                  <a:gd name="connsiteX2" fmla="*/ 517780 w 962414"/>
                  <a:gd name="connsiteY2" fmla="*/ 435054 h 681932"/>
                  <a:gd name="connsiteX3" fmla="*/ 176814 w 962414"/>
                  <a:gd name="connsiteY3" fmla="*/ 398408 h 681932"/>
                  <a:gd name="connsiteX4" fmla="*/ 100110 w 962414"/>
                  <a:gd name="connsiteY4" fmla="*/ 395767 h 681932"/>
                  <a:gd name="connsiteX5" fmla="*/ 77770 w 962414"/>
                  <a:gd name="connsiteY5" fmla="*/ 337001 h 681932"/>
                  <a:gd name="connsiteX6" fmla="*/ 87711 w 962414"/>
                  <a:gd name="connsiteY6" fmla="*/ 323832 h 681932"/>
                  <a:gd name="connsiteX7" fmla="*/ 67426 w 962414"/>
                  <a:gd name="connsiteY7" fmla="*/ 322145 h 681932"/>
                  <a:gd name="connsiteX8" fmla="*/ 33384 w 962414"/>
                  <a:gd name="connsiteY8" fmla="*/ 316239 h 681932"/>
                  <a:gd name="connsiteX9" fmla="*/ 14822 w 962414"/>
                  <a:gd name="connsiteY9" fmla="*/ 260004 h 681932"/>
                  <a:gd name="connsiteX10" fmla="*/ 14346 w 962414"/>
                  <a:gd name="connsiteY10" fmla="*/ 239645 h 681932"/>
                  <a:gd name="connsiteX11" fmla="*/ 39547 w 962414"/>
                  <a:gd name="connsiteY11" fmla="*/ 164152 h 681932"/>
                  <a:gd name="connsiteX12" fmla="*/ 47507 w 962414"/>
                  <a:gd name="connsiteY12" fmla="*/ 148268 h 681932"/>
                  <a:gd name="connsiteX13" fmla="*/ 65848 w 962414"/>
                  <a:gd name="connsiteY13" fmla="*/ 98820 h 681932"/>
                  <a:gd name="connsiteX14" fmla="*/ 115517 w 962414"/>
                  <a:gd name="connsiteY14" fmla="*/ 87081 h 681932"/>
                  <a:gd name="connsiteX15" fmla="*/ 287412 w 962414"/>
                  <a:gd name="connsiteY15" fmla="*/ 92327 h 681932"/>
                  <a:gd name="connsiteX16" fmla="*/ 377872 w 962414"/>
                  <a:gd name="connsiteY16" fmla="*/ 102781 h 681932"/>
                  <a:gd name="connsiteX17" fmla="*/ 355202 w 962414"/>
                  <a:gd name="connsiteY17" fmla="*/ 84733 h 681932"/>
                  <a:gd name="connsiteX18" fmla="*/ 349883 w 962414"/>
                  <a:gd name="connsiteY18" fmla="*/ 19842 h 681932"/>
                  <a:gd name="connsiteX19" fmla="*/ 422882 w 962414"/>
                  <a:gd name="connsiteY19" fmla="*/ 13312 h 681932"/>
                  <a:gd name="connsiteX20" fmla="*/ 458868 w 962414"/>
                  <a:gd name="connsiteY20" fmla="*/ 49848 h 681932"/>
                  <a:gd name="connsiteX21" fmla="*/ 592723 w 962414"/>
                  <a:gd name="connsiteY21" fmla="*/ 165839 h 681932"/>
                  <a:gd name="connsiteX22" fmla="*/ 673792 w 962414"/>
                  <a:gd name="connsiteY22" fmla="*/ 314551 h 681932"/>
                  <a:gd name="connsiteX23" fmla="*/ 685604 w 962414"/>
                  <a:gd name="connsiteY23" fmla="*/ 337735 h 681932"/>
                  <a:gd name="connsiteX24" fmla="*/ 942971 w 962414"/>
                  <a:gd name="connsiteY24" fmla="*/ 549578 h 681932"/>
                  <a:gd name="connsiteX25" fmla="*/ 961899 w 962414"/>
                  <a:gd name="connsiteY25" fmla="*/ 566819 h 681932"/>
                  <a:gd name="connsiteX26" fmla="*/ 954269 w 962414"/>
                  <a:gd name="connsiteY26" fmla="*/ 584060 h 681932"/>
                  <a:gd name="connsiteX27" fmla="*/ 864653 w 962414"/>
                  <a:gd name="connsiteY27" fmla="*/ 672135 h 681932"/>
                  <a:gd name="connsiteX28" fmla="*/ 846568 w 962414"/>
                  <a:gd name="connsiteY28" fmla="*/ 681086 h 6819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962414" h="681932">
                    <a:moveTo>
                      <a:pt x="846568" y="681086"/>
                    </a:moveTo>
                    <a:cubicBezTo>
                      <a:pt x="748442" y="604419"/>
                      <a:pt x="650205" y="527825"/>
                      <a:pt x="552225" y="450938"/>
                    </a:cubicBezTo>
                    <a:cubicBezTo>
                      <a:pt x="541771" y="442721"/>
                      <a:pt x="530289" y="438356"/>
                      <a:pt x="517780" y="435054"/>
                    </a:cubicBezTo>
                    <a:cubicBezTo>
                      <a:pt x="405934" y="405855"/>
                      <a:pt x="292328" y="393786"/>
                      <a:pt x="176814" y="398408"/>
                    </a:cubicBezTo>
                    <a:cubicBezTo>
                      <a:pt x="151246" y="399435"/>
                      <a:pt x="125421" y="401343"/>
                      <a:pt x="100110" y="395767"/>
                    </a:cubicBezTo>
                    <a:cubicBezTo>
                      <a:pt x="62583" y="387513"/>
                      <a:pt x="55540" y="368548"/>
                      <a:pt x="77770" y="337001"/>
                    </a:cubicBezTo>
                    <a:cubicBezTo>
                      <a:pt x="80851" y="332636"/>
                      <a:pt x="84190" y="328491"/>
                      <a:pt x="87711" y="323832"/>
                    </a:cubicBezTo>
                    <a:cubicBezTo>
                      <a:pt x="80448" y="319430"/>
                      <a:pt x="73772" y="322255"/>
                      <a:pt x="67426" y="322145"/>
                    </a:cubicBezTo>
                    <a:cubicBezTo>
                      <a:pt x="55724" y="321961"/>
                      <a:pt x="44242" y="321044"/>
                      <a:pt x="33384" y="316239"/>
                    </a:cubicBezTo>
                    <a:cubicBezTo>
                      <a:pt x="7302" y="304720"/>
                      <a:pt x="296" y="284508"/>
                      <a:pt x="14822" y="260004"/>
                    </a:cubicBezTo>
                    <a:cubicBezTo>
                      <a:pt x="19298" y="252447"/>
                      <a:pt x="21682" y="247678"/>
                      <a:pt x="14346" y="239645"/>
                    </a:cubicBezTo>
                    <a:cubicBezTo>
                      <a:pt x="-12506" y="210115"/>
                      <a:pt x="-291" y="173066"/>
                      <a:pt x="39547" y="164152"/>
                    </a:cubicBezTo>
                    <a:cubicBezTo>
                      <a:pt x="51762" y="161400"/>
                      <a:pt x="52862" y="159273"/>
                      <a:pt x="47507" y="148268"/>
                    </a:cubicBezTo>
                    <a:cubicBezTo>
                      <a:pt x="36759" y="126295"/>
                      <a:pt x="43655" y="109201"/>
                      <a:pt x="65848" y="98820"/>
                    </a:cubicBezTo>
                    <a:cubicBezTo>
                      <a:pt x="81548" y="91483"/>
                      <a:pt x="98569" y="87998"/>
                      <a:pt x="115517" y="87081"/>
                    </a:cubicBezTo>
                    <a:cubicBezTo>
                      <a:pt x="172925" y="84073"/>
                      <a:pt x="230260" y="85320"/>
                      <a:pt x="287412" y="92327"/>
                    </a:cubicBezTo>
                    <a:cubicBezTo>
                      <a:pt x="316869" y="95958"/>
                      <a:pt x="346325" y="99150"/>
                      <a:pt x="377872" y="102781"/>
                    </a:cubicBezTo>
                    <a:cubicBezTo>
                      <a:pt x="369142" y="95922"/>
                      <a:pt x="361548" y="90933"/>
                      <a:pt x="355202" y="84733"/>
                    </a:cubicBezTo>
                    <a:cubicBezTo>
                      <a:pt x="333706" y="63788"/>
                      <a:pt x="331909" y="39650"/>
                      <a:pt x="349883" y="19842"/>
                    </a:cubicBezTo>
                    <a:cubicBezTo>
                      <a:pt x="371269" y="-3782"/>
                      <a:pt x="400469" y="-6753"/>
                      <a:pt x="422882" y="13312"/>
                    </a:cubicBezTo>
                    <a:cubicBezTo>
                      <a:pt x="435574" y="24720"/>
                      <a:pt x="447753" y="36899"/>
                      <a:pt x="458868" y="49848"/>
                    </a:cubicBezTo>
                    <a:cubicBezTo>
                      <a:pt x="497825" y="95115"/>
                      <a:pt x="542321" y="134292"/>
                      <a:pt x="592723" y="165839"/>
                    </a:cubicBezTo>
                    <a:cubicBezTo>
                      <a:pt x="648444" y="200724"/>
                      <a:pt x="672472" y="251163"/>
                      <a:pt x="673792" y="314551"/>
                    </a:cubicBezTo>
                    <a:cubicBezTo>
                      <a:pt x="674012" y="324932"/>
                      <a:pt x="678121" y="331609"/>
                      <a:pt x="685604" y="337735"/>
                    </a:cubicBezTo>
                    <a:cubicBezTo>
                      <a:pt x="771478" y="408276"/>
                      <a:pt x="857243" y="478890"/>
                      <a:pt x="942971" y="549578"/>
                    </a:cubicBezTo>
                    <a:cubicBezTo>
                      <a:pt x="949537" y="555007"/>
                      <a:pt x="955589" y="561059"/>
                      <a:pt x="961899" y="566819"/>
                    </a:cubicBezTo>
                    <a:cubicBezTo>
                      <a:pt x="963953" y="574595"/>
                      <a:pt x="959551" y="579694"/>
                      <a:pt x="954269" y="584060"/>
                    </a:cubicBezTo>
                    <a:cubicBezTo>
                      <a:pt x="921951" y="610948"/>
                      <a:pt x="891028" y="639194"/>
                      <a:pt x="864653" y="672135"/>
                    </a:cubicBezTo>
                    <a:cubicBezTo>
                      <a:pt x="860251" y="677821"/>
                      <a:pt x="855555" y="684277"/>
                      <a:pt x="846568" y="681086"/>
                    </a:cubicBezTo>
                    <a:close/>
                  </a:path>
                </a:pathLst>
              </a:custGeom>
              <a:solidFill>
                <a:srgbClr val="F4AB92"/>
              </a:solidFill>
              <a:ln w="366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9" name="자유형: 도형 18">
                <a:extLst>
                  <a:ext uri="{FF2B5EF4-FFF2-40B4-BE49-F238E27FC236}">
                    <a16:creationId xmlns:a16="http://schemas.microsoft.com/office/drawing/2014/main" id="{151A7C95-B90A-4500-B397-32E965BEC009}"/>
                  </a:ext>
                </a:extLst>
              </p:cNvPr>
              <p:cNvSpPr/>
              <p:nvPr/>
            </p:nvSpPr>
            <p:spPr>
              <a:xfrm>
                <a:off x="7787994" y="2641952"/>
                <a:ext cx="279522" cy="296708"/>
              </a:xfrm>
              <a:custGeom>
                <a:avLst/>
                <a:gdLst>
                  <a:gd name="connsiteX0" fmla="*/ 16420 w 279522"/>
                  <a:gd name="connsiteY0" fmla="*/ 133380 h 296708"/>
                  <a:gd name="connsiteX1" fmla="*/ 131787 w 279522"/>
                  <a:gd name="connsiteY1" fmla="*/ 19260 h 296708"/>
                  <a:gd name="connsiteX2" fmla="*/ 135126 w 279522"/>
                  <a:gd name="connsiteY2" fmla="*/ 17792 h 296708"/>
                  <a:gd name="connsiteX3" fmla="*/ 205666 w 279522"/>
                  <a:gd name="connsiteY3" fmla="*/ 18526 h 296708"/>
                  <a:gd name="connsiteX4" fmla="*/ 271035 w 279522"/>
                  <a:gd name="connsiteY4" fmla="*/ 73330 h 296708"/>
                  <a:gd name="connsiteX5" fmla="*/ 277088 w 279522"/>
                  <a:gd name="connsiteY5" fmla="*/ 99852 h 296708"/>
                  <a:gd name="connsiteX6" fmla="*/ 224742 w 279522"/>
                  <a:gd name="connsiteY6" fmla="*/ 174171 h 296708"/>
                  <a:gd name="connsiteX7" fmla="*/ 162381 w 279522"/>
                  <a:gd name="connsiteY7" fmla="*/ 252672 h 296708"/>
                  <a:gd name="connsiteX8" fmla="*/ 155595 w 279522"/>
                  <a:gd name="connsiteY8" fmla="*/ 265328 h 296708"/>
                  <a:gd name="connsiteX9" fmla="*/ 126138 w 279522"/>
                  <a:gd name="connsiteY9" fmla="*/ 290419 h 296708"/>
                  <a:gd name="connsiteX10" fmla="*/ 105559 w 279522"/>
                  <a:gd name="connsiteY10" fmla="*/ 291409 h 296708"/>
                  <a:gd name="connsiteX11" fmla="*/ 3838 w 279522"/>
                  <a:gd name="connsiteY11" fmla="*/ 170283 h 296708"/>
                  <a:gd name="connsiteX12" fmla="*/ 4975 w 279522"/>
                  <a:gd name="connsiteY12" fmla="*/ 149704 h 296708"/>
                  <a:gd name="connsiteX13" fmla="*/ 16420 w 279522"/>
                  <a:gd name="connsiteY13" fmla="*/ 133380 h 2967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79522" h="296708">
                    <a:moveTo>
                      <a:pt x="16420" y="133380"/>
                    </a:moveTo>
                    <a:cubicBezTo>
                      <a:pt x="50755" y="91158"/>
                      <a:pt x="89566" y="53521"/>
                      <a:pt x="131787" y="19260"/>
                    </a:cubicBezTo>
                    <a:cubicBezTo>
                      <a:pt x="132924" y="18783"/>
                      <a:pt x="134135" y="18452"/>
                      <a:pt x="135126" y="17792"/>
                    </a:cubicBezTo>
                    <a:cubicBezTo>
                      <a:pt x="170268" y="-6052"/>
                      <a:pt x="170268" y="-6052"/>
                      <a:pt x="205666" y="18526"/>
                    </a:cubicBezTo>
                    <a:cubicBezTo>
                      <a:pt x="229107" y="34813"/>
                      <a:pt x="250309" y="53705"/>
                      <a:pt x="271035" y="73330"/>
                    </a:cubicBezTo>
                    <a:cubicBezTo>
                      <a:pt x="279986" y="81804"/>
                      <a:pt x="281600" y="89507"/>
                      <a:pt x="277088" y="99852"/>
                    </a:cubicBezTo>
                    <a:cubicBezTo>
                      <a:pt x="259700" y="124686"/>
                      <a:pt x="242936" y="149960"/>
                      <a:pt x="224742" y="174171"/>
                    </a:cubicBezTo>
                    <a:cubicBezTo>
                      <a:pt x="204676" y="200876"/>
                      <a:pt x="183290" y="226591"/>
                      <a:pt x="162381" y="252672"/>
                    </a:cubicBezTo>
                    <a:cubicBezTo>
                      <a:pt x="159299" y="256524"/>
                      <a:pt x="156218" y="260229"/>
                      <a:pt x="155595" y="265328"/>
                    </a:cubicBezTo>
                    <a:cubicBezTo>
                      <a:pt x="140921" y="267859"/>
                      <a:pt x="135639" y="281798"/>
                      <a:pt x="126138" y="290419"/>
                    </a:cubicBezTo>
                    <a:cubicBezTo>
                      <a:pt x="118545" y="297315"/>
                      <a:pt x="114180" y="299773"/>
                      <a:pt x="105559" y="291409"/>
                    </a:cubicBezTo>
                    <a:cubicBezTo>
                      <a:pt x="67446" y="254506"/>
                      <a:pt x="33294" y="214449"/>
                      <a:pt x="3838" y="170283"/>
                    </a:cubicBezTo>
                    <a:cubicBezTo>
                      <a:pt x="-1628" y="162102"/>
                      <a:pt x="-1261" y="156600"/>
                      <a:pt x="4975" y="149704"/>
                    </a:cubicBezTo>
                    <a:cubicBezTo>
                      <a:pt x="9377" y="144825"/>
                      <a:pt x="12642" y="138882"/>
                      <a:pt x="16420" y="133380"/>
                    </a:cubicBezTo>
                    <a:close/>
                  </a:path>
                </a:pathLst>
              </a:custGeom>
              <a:solidFill>
                <a:schemeClr val="accent4">
                  <a:lumMod val="50000"/>
                </a:schemeClr>
              </a:solidFill>
              <a:ln w="366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0" name="자유형: 도형 19">
                <a:extLst>
                  <a:ext uri="{FF2B5EF4-FFF2-40B4-BE49-F238E27FC236}">
                    <a16:creationId xmlns:a16="http://schemas.microsoft.com/office/drawing/2014/main" id="{5B2A4472-458C-4213-8240-4B48916AA59B}"/>
                  </a:ext>
                </a:extLst>
              </p:cNvPr>
              <p:cNvSpPr/>
              <p:nvPr/>
            </p:nvSpPr>
            <p:spPr>
              <a:xfrm>
                <a:off x="8989048" y="1692235"/>
                <a:ext cx="697450" cy="575626"/>
              </a:xfrm>
              <a:custGeom>
                <a:avLst/>
                <a:gdLst>
                  <a:gd name="connsiteX0" fmla="*/ 509964 w 697450"/>
                  <a:gd name="connsiteY0" fmla="*/ 0 h 575626"/>
                  <a:gd name="connsiteX1" fmla="*/ 424530 w 697450"/>
                  <a:gd name="connsiteY1" fmla="*/ 27512 h 575626"/>
                  <a:gd name="connsiteX2" fmla="*/ 170391 w 697450"/>
                  <a:gd name="connsiteY2" fmla="*/ 55795 h 575626"/>
                  <a:gd name="connsiteX3" fmla="*/ 99044 w 697450"/>
                  <a:gd name="connsiteY3" fmla="*/ 66726 h 575626"/>
                  <a:gd name="connsiteX4" fmla="*/ 55574 w 697450"/>
                  <a:gd name="connsiteY4" fmla="*/ 112690 h 575626"/>
                  <a:gd name="connsiteX5" fmla="*/ 0 w 697450"/>
                  <a:gd name="connsiteY5" fmla="*/ 198711 h 575626"/>
                  <a:gd name="connsiteX6" fmla="*/ 115844 w 697450"/>
                  <a:gd name="connsiteY6" fmla="*/ 575627 h 575626"/>
                  <a:gd name="connsiteX7" fmla="*/ 293462 w 697450"/>
                  <a:gd name="connsiteY7" fmla="*/ 495585 h 575626"/>
                  <a:gd name="connsiteX8" fmla="*/ 330255 w 697450"/>
                  <a:gd name="connsiteY8" fmla="*/ 488541 h 575626"/>
                  <a:gd name="connsiteX9" fmla="*/ 385169 w 697450"/>
                  <a:gd name="connsiteY9" fmla="*/ 474602 h 575626"/>
                  <a:gd name="connsiteX10" fmla="*/ 514990 w 697450"/>
                  <a:gd name="connsiteY10" fmla="*/ 522473 h 575626"/>
                  <a:gd name="connsiteX11" fmla="*/ 537476 w 697450"/>
                  <a:gd name="connsiteY11" fmla="*/ 518548 h 575626"/>
                  <a:gd name="connsiteX12" fmla="*/ 652440 w 697450"/>
                  <a:gd name="connsiteY12" fmla="*/ 276148 h 575626"/>
                  <a:gd name="connsiteX13" fmla="*/ 697450 w 697450"/>
                  <a:gd name="connsiteY13" fmla="*/ 125895 h 575626"/>
                  <a:gd name="connsiteX14" fmla="*/ 509964 w 697450"/>
                  <a:gd name="connsiteY14" fmla="*/ 0 h 5756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697450" h="575626">
                    <a:moveTo>
                      <a:pt x="509964" y="0"/>
                    </a:moveTo>
                    <a:cubicBezTo>
                      <a:pt x="482525" y="12436"/>
                      <a:pt x="454426" y="22780"/>
                      <a:pt x="424530" y="27512"/>
                    </a:cubicBezTo>
                    <a:cubicBezTo>
                      <a:pt x="409160" y="31547"/>
                      <a:pt x="200251" y="45487"/>
                      <a:pt x="170391" y="55795"/>
                    </a:cubicBezTo>
                    <a:cubicBezTo>
                      <a:pt x="146621" y="59426"/>
                      <a:pt x="122814" y="63058"/>
                      <a:pt x="99044" y="66726"/>
                    </a:cubicBezTo>
                    <a:cubicBezTo>
                      <a:pt x="84554" y="82059"/>
                      <a:pt x="70064" y="97356"/>
                      <a:pt x="55574" y="112690"/>
                    </a:cubicBezTo>
                    <a:cubicBezTo>
                      <a:pt x="41965" y="127106"/>
                      <a:pt x="6199" y="185468"/>
                      <a:pt x="0" y="198711"/>
                    </a:cubicBezTo>
                    <a:cubicBezTo>
                      <a:pt x="1321" y="335538"/>
                      <a:pt x="40131" y="460663"/>
                      <a:pt x="115844" y="575627"/>
                    </a:cubicBezTo>
                    <a:cubicBezTo>
                      <a:pt x="169731" y="495218"/>
                      <a:pt x="215108" y="475079"/>
                      <a:pt x="293462" y="495585"/>
                    </a:cubicBezTo>
                    <a:cubicBezTo>
                      <a:pt x="315582" y="514219"/>
                      <a:pt x="322919" y="499546"/>
                      <a:pt x="330255" y="488541"/>
                    </a:cubicBezTo>
                    <a:cubicBezTo>
                      <a:pt x="346432" y="486524"/>
                      <a:pt x="370239" y="480912"/>
                      <a:pt x="385169" y="474602"/>
                    </a:cubicBezTo>
                    <a:cubicBezTo>
                      <a:pt x="432123" y="468549"/>
                      <a:pt x="475666" y="484030"/>
                      <a:pt x="514990" y="522473"/>
                    </a:cubicBezTo>
                    <a:cubicBezTo>
                      <a:pt x="527499" y="534689"/>
                      <a:pt x="530910" y="529736"/>
                      <a:pt x="537476" y="518548"/>
                    </a:cubicBezTo>
                    <a:cubicBezTo>
                      <a:pt x="582963" y="441111"/>
                      <a:pt x="621810" y="360555"/>
                      <a:pt x="652440" y="276148"/>
                    </a:cubicBezTo>
                    <a:cubicBezTo>
                      <a:pt x="670305" y="226956"/>
                      <a:pt x="687619" y="177545"/>
                      <a:pt x="697450" y="125895"/>
                    </a:cubicBezTo>
                    <a:cubicBezTo>
                      <a:pt x="644076" y="70321"/>
                      <a:pt x="581716" y="28136"/>
                      <a:pt x="509964" y="0"/>
                    </a:cubicBezTo>
                    <a:close/>
                  </a:path>
                </a:pathLst>
              </a:custGeom>
              <a:solidFill>
                <a:srgbClr val="FEFCFC"/>
              </a:solidFill>
              <a:ln w="366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1" name="자유형: 도형 20">
                <a:extLst>
                  <a:ext uri="{FF2B5EF4-FFF2-40B4-BE49-F238E27FC236}">
                    <a16:creationId xmlns:a16="http://schemas.microsoft.com/office/drawing/2014/main" id="{DCF6F6E9-B527-482F-B191-FEE9F3AF9D48}"/>
                  </a:ext>
                </a:extLst>
              </p:cNvPr>
              <p:cNvSpPr/>
              <p:nvPr/>
            </p:nvSpPr>
            <p:spPr>
              <a:xfrm>
                <a:off x="8704170" y="639896"/>
                <a:ext cx="948498" cy="1555521"/>
              </a:xfrm>
              <a:custGeom>
                <a:avLst/>
                <a:gdLst>
                  <a:gd name="connsiteX0" fmla="*/ 578304 w 948498"/>
                  <a:gd name="connsiteY0" fmla="*/ 1547887 h 1555521"/>
                  <a:gd name="connsiteX1" fmla="*/ 477573 w 948498"/>
                  <a:gd name="connsiteY1" fmla="*/ 1363373 h 1555521"/>
                  <a:gd name="connsiteX2" fmla="*/ 421375 w 948498"/>
                  <a:gd name="connsiteY2" fmla="*/ 1279883 h 1555521"/>
                  <a:gd name="connsiteX3" fmla="*/ 406592 w 948498"/>
                  <a:gd name="connsiteY3" fmla="*/ 1252554 h 1555521"/>
                  <a:gd name="connsiteX4" fmla="*/ 422218 w 948498"/>
                  <a:gd name="connsiteY4" fmla="*/ 1190340 h 1555521"/>
                  <a:gd name="connsiteX5" fmla="*/ 463413 w 948498"/>
                  <a:gd name="connsiteY5" fmla="*/ 1121120 h 1555521"/>
                  <a:gd name="connsiteX6" fmla="*/ 459195 w 948498"/>
                  <a:gd name="connsiteY6" fmla="*/ 1007476 h 1555521"/>
                  <a:gd name="connsiteX7" fmla="*/ 438359 w 948498"/>
                  <a:gd name="connsiteY7" fmla="*/ 978020 h 1555521"/>
                  <a:gd name="connsiteX8" fmla="*/ 312610 w 948498"/>
                  <a:gd name="connsiteY8" fmla="*/ 906709 h 1555521"/>
                  <a:gd name="connsiteX9" fmla="*/ 126738 w 948498"/>
                  <a:gd name="connsiteY9" fmla="*/ 703192 h 1555521"/>
                  <a:gd name="connsiteX10" fmla="*/ 104692 w 948498"/>
                  <a:gd name="connsiteY10" fmla="*/ 688042 h 1555521"/>
                  <a:gd name="connsiteX11" fmla="*/ 3154 w 948498"/>
                  <a:gd name="connsiteY11" fmla="*/ 537570 h 1555521"/>
                  <a:gd name="connsiteX12" fmla="*/ 71788 w 948498"/>
                  <a:gd name="connsiteY12" fmla="*/ 523777 h 1555521"/>
                  <a:gd name="connsiteX13" fmla="*/ 93320 w 948498"/>
                  <a:gd name="connsiteY13" fmla="*/ 557892 h 1555521"/>
                  <a:gd name="connsiteX14" fmla="*/ 92037 w 948498"/>
                  <a:gd name="connsiteY14" fmla="*/ 537863 h 1555521"/>
                  <a:gd name="connsiteX15" fmla="*/ 76813 w 948498"/>
                  <a:gd name="connsiteY15" fmla="*/ 460719 h 1555521"/>
                  <a:gd name="connsiteX16" fmla="*/ 137670 w 948498"/>
                  <a:gd name="connsiteY16" fmla="*/ 332659 h 1555521"/>
                  <a:gd name="connsiteX17" fmla="*/ 234439 w 948498"/>
                  <a:gd name="connsiteY17" fmla="*/ 191284 h 1555521"/>
                  <a:gd name="connsiteX18" fmla="*/ 288620 w 948498"/>
                  <a:gd name="connsiteY18" fmla="*/ 95835 h 1555521"/>
                  <a:gd name="connsiteX19" fmla="*/ 309639 w 948498"/>
                  <a:gd name="connsiteY19" fmla="*/ 87362 h 1555521"/>
                  <a:gd name="connsiteX20" fmla="*/ 318003 w 948498"/>
                  <a:gd name="connsiteY20" fmla="*/ 107721 h 1555521"/>
                  <a:gd name="connsiteX21" fmla="*/ 386709 w 948498"/>
                  <a:gd name="connsiteY21" fmla="*/ 200455 h 1555521"/>
                  <a:gd name="connsiteX22" fmla="*/ 393863 w 948498"/>
                  <a:gd name="connsiteY22" fmla="*/ 218319 h 1555521"/>
                  <a:gd name="connsiteX23" fmla="*/ 374898 w 948498"/>
                  <a:gd name="connsiteY23" fmla="*/ 263622 h 1555521"/>
                  <a:gd name="connsiteX24" fmla="*/ 402006 w 948498"/>
                  <a:gd name="connsiteY24" fmla="*/ 325360 h 1555521"/>
                  <a:gd name="connsiteX25" fmla="*/ 437955 w 948498"/>
                  <a:gd name="connsiteY25" fmla="*/ 236184 h 1555521"/>
                  <a:gd name="connsiteX26" fmla="*/ 435167 w 948498"/>
                  <a:gd name="connsiteY26" fmla="*/ 169421 h 1555521"/>
                  <a:gd name="connsiteX27" fmla="*/ 404134 w 948498"/>
                  <a:gd name="connsiteY27" fmla="*/ 153904 h 1555521"/>
                  <a:gd name="connsiteX28" fmla="*/ 384985 w 948498"/>
                  <a:gd name="connsiteY28" fmla="*/ 42682 h 1555521"/>
                  <a:gd name="connsiteX29" fmla="*/ 447713 w 948498"/>
                  <a:gd name="connsiteY29" fmla="*/ 9337 h 1555521"/>
                  <a:gd name="connsiteX30" fmla="*/ 504865 w 948498"/>
                  <a:gd name="connsiteY30" fmla="*/ 37106 h 1555521"/>
                  <a:gd name="connsiteX31" fmla="*/ 519391 w 948498"/>
                  <a:gd name="connsiteY31" fmla="*/ 128997 h 1555521"/>
                  <a:gd name="connsiteX32" fmla="*/ 520932 w 948498"/>
                  <a:gd name="connsiteY32" fmla="*/ 143523 h 1555521"/>
                  <a:gd name="connsiteX33" fmla="*/ 529185 w 948498"/>
                  <a:gd name="connsiteY33" fmla="*/ 161681 h 1555521"/>
                  <a:gd name="connsiteX34" fmla="*/ 544776 w 948498"/>
                  <a:gd name="connsiteY34" fmla="*/ 147778 h 1555521"/>
                  <a:gd name="connsiteX35" fmla="*/ 563227 w 948498"/>
                  <a:gd name="connsiteY35" fmla="*/ 24561 h 1555521"/>
                  <a:gd name="connsiteX36" fmla="*/ 563814 w 948498"/>
                  <a:gd name="connsiteY36" fmla="*/ 2588 h 1555521"/>
                  <a:gd name="connsiteX37" fmla="*/ 586411 w 948498"/>
                  <a:gd name="connsiteY37" fmla="*/ 4935 h 1555521"/>
                  <a:gd name="connsiteX38" fmla="*/ 699100 w 948498"/>
                  <a:gd name="connsiteY38" fmla="*/ 161974 h 1555521"/>
                  <a:gd name="connsiteX39" fmla="*/ 694515 w 948498"/>
                  <a:gd name="connsiteY39" fmla="*/ 198620 h 1555521"/>
                  <a:gd name="connsiteX40" fmla="*/ 706950 w 948498"/>
                  <a:gd name="connsiteY40" fmla="*/ 220814 h 1555521"/>
                  <a:gd name="connsiteX41" fmla="*/ 852104 w 948498"/>
                  <a:gd name="connsiteY41" fmla="*/ 311273 h 1555521"/>
                  <a:gd name="connsiteX42" fmla="*/ 860541 w 948498"/>
                  <a:gd name="connsiteY42" fmla="*/ 362593 h 1555521"/>
                  <a:gd name="connsiteX43" fmla="*/ 849573 w 948498"/>
                  <a:gd name="connsiteY43" fmla="*/ 429135 h 1555521"/>
                  <a:gd name="connsiteX44" fmla="*/ 860064 w 948498"/>
                  <a:gd name="connsiteY44" fmla="*/ 407015 h 1555521"/>
                  <a:gd name="connsiteX45" fmla="*/ 905477 w 948498"/>
                  <a:gd name="connsiteY45" fmla="*/ 382071 h 1555521"/>
                  <a:gd name="connsiteX46" fmla="*/ 939776 w 948498"/>
                  <a:gd name="connsiteY46" fmla="*/ 413508 h 1555521"/>
                  <a:gd name="connsiteX47" fmla="*/ 909293 w 948498"/>
                  <a:gd name="connsiteY47" fmla="*/ 571501 h 1555521"/>
                  <a:gd name="connsiteX48" fmla="*/ 894216 w 948498"/>
                  <a:gd name="connsiteY48" fmla="*/ 601764 h 1555521"/>
                  <a:gd name="connsiteX49" fmla="*/ 696459 w 948498"/>
                  <a:gd name="connsiteY49" fmla="*/ 924059 h 1555521"/>
                  <a:gd name="connsiteX50" fmla="*/ 685417 w 948498"/>
                  <a:gd name="connsiteY50" fmla="*/ 951828 h 1555521"/>
                  <a:gd name="connsiteX51" fmla="*/ 706877 w 948498"/>
                  <a:gd name="connsiteY51" fmla="*/ 1092434 h 1555521"/>
                  <a:gd name="connsiteX52" fmla="*/ 775327 w 948498"/>
                  <a:gd name="connsiteY52" fmla="*/ 1158683 h 1555521"/>
                  <a:gd name="connsiteX53" fmla="*/ 793338 w 948498"/>
                  <a:gd name="connsiteY53" fmla="*/ 1203913 h 1555521"/>
                  <a:gd name="connsiteX54" fmla="*/ 741212 w 948498"/>
                  <a:gd name="connsiteY54" fmla="*/ 1274527 h 1555521"/>
                  <a:gd name="connsiteX55" fmla="*/ 622873 w 948498"/>
                  <a:gd name="connsiteY55" fmla="*/ 1511865 h 1555521"/>
                  <a:gd name="connsiteX56" fmla="*/ 611502 w 948498"/>
                  <a:gd name="connsiteY56" fmla="*/ 1544586 h 1555521"/>
                  <a:gd name="connsiteX57" fmla="*/ 578304 w 948498"/>
                  <a:gd name="connsiteY57" fmla="*/ 1547887 h 15555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</a:cxnLst>
                <a:rect l="l" t="t" r="r" b="b"/>
                <a:pathLst>
                  <a:path w="948498" h="1555521">
                    <a:moveTo>
                      <a:pt x="578304" y="1547887"/>
                    </a:moveTo>
                    <a:cubicBezTo>
                      <a:pt x="545509" y="1485967"/>
                      <a:pt x="518034" y="1421148"/>
                      <a:pt x="477573" y="1363373"/>
                    </a:cubicBezTo>
                    <a:cubicBezTo>
                      <a:pt x="458351" y="1335897"/>
                      <a:pt x="439826" y="1307908"/>
                      <a:pt x="421375" y="1279883"/>
                    </a:cubicBezTo>
                    <a:cubicBezTo>
                      <a:pt x="415689" y="1271262"/>
                      <a:pt x="410700" y="1262018"/>
                      <a:pt x="406592" y="1252554"/>
                    </a:cubicBezTo>
                    <a:cubicBezTo>
                      <a:pt x="394266" y="1224088"/>
                      <a:pt x="397751" y="1209342"/>
                      <a:pt x="422218" y="1190340"/>
                    </a:cubicBezTo>
                    <a:cubicBezTo>
                      <a:pt x="445145" y="1172512"/>
                      <a:pt x="457177" y="1148668"/>
                      <a:pt x="463413" y="1121120"/>
                    </a:cubicBezTo>
                    <a:cubicBezTo>
                      <a:pt x="464514" y="1116204"/>
                      <a:pt x="459671" y="1034328"/>
                      <a:pt x="459195" y="1007476"/>
                    </a:cubicBezTo>
                    <a:cubicBezTo>
                      <a:pt x="458901" y="991629"/>
                      <a:pt x="452225" y="984403"/>
                      <a:pt x="438359" y="978020"/>
                    </a:cubicBezTo>
                    <a:cubicBezTo>
                      <a:pt x="394523" y="957808"/>
                      <a:pt x="353035" y="933157"/>
                      <a:pt x="312610" y="906709"/>
                    </a:cubicBezTo>
                    <a:cubicBezTo>
                      <a:pt x="233118" y="854766"/>
                      <a:pt x="171602" y="786536"/>
                      <a:pt x="126738" y="703192"/>
                    </a:cubicBezTo>
                    <a:cubicBezTo>
                      <a:pt x="121603" y="693692"/>
                      <a:pt x="115844" y="689510"/>
                      <a:pt x="104692" y="688042"/>
                    </a:cubicBezTo>
                    <a:cubicBezTo>
                      <a:pt x="36572" y="679202"/>
                      <a:pt x="-13280" y="604626"/>
                      <a:pt x="3154" y="537570"/>
                    </a:cubicBezTo>
                    <a:cubicBezTo>
                      <a:pt x="10564" y="507416"/>
                      <a:pt x="45999" y="500226"/>
                      <a:pt x="71788" y="523777"/>
                    </a:cubicBezTo>
                    <a:cubicBezTo>
                      <a:pt x="81252" y="532434"/>
                      <a:pt x="87011" y="543769"/>
                      <a:pt x="93320" y="557892"/>
                    </a:cubicBezTo>
                    <a:cubicBezTo>
                      <a:pt x="96512" y="548684"/>
                      <a:pt x="93761" y="543292"/>
                      <a:pt x="92037" y="537863"/>
                    </a:cubicBezTo>
                    <a:cubicBezTo>
                      <a:pt x="83966" y="512735"/>
                      <a:pt x="79674" y="486837"/>
                      <a:pt x="76813" y="460719"/>
                    </a:cubicBezTo>
                    <a:cubicBezTo>
                      <a:pt x="70724" y="405658"/>
                      <a:pt x="90753" y="361676"/>
                      <a:pt x="137670" y="332659"/>
                    </a:cubicBezTo>
                    <a:cubicBezTo>
                      <a:pt x="191337" y="299498"/>
                      <a:pt x="224755" y="254635"/>
                      <a:pt x="234439" y="191284"/>
                    </a:cubicBezTo>
                    <a:cubicBezTo>
                      <a:pt x="240198" y="153391"/>
                      <a:pt x="260337" y="121770"/>
                      <a:pt x="288620" y="95835"/>
                    </a:cubicBezTo>
                    <a:cubicBezTo>
                      <a:pt x="294379" y="90553"/>
                      <a:pt x="301018" y="84464"/>
                      <a:pt x="309639" y="87362"/>
                    </a:cubicBezTo>
                    <a:cubicBezTo>
                      <a:pt x="319250" y="90590"/>
                      <a:pt x="317929" y="99980"/>
                      <a:pt x="318003" y="107721"/>
                    </a:cubicBezTo>
                    <a:cubicBezTo>
                      <a:pt x="318516" y="155298"/>
                      <a:pt x="342213" y="185965"/>
                      <a:pt x="386709" y="200455"/>
                    </a:cubicBezTo>
                    <a:cubicBezTo>
                      <a:pt x="398338" y="204233"/>
                      <a:pt x="401786" y="207021"/>
                      <a:pt x="393863" y="218319"/>
                    </a:cubicBezTo>
                    <a:cubicBezTo>
                      <a:pt x="384362" y="231818"/>
                      <a:pt x="378052" y="247152"/>
                      <a:pt x="374898" y="263622"/>
                    </a:cubicBezTo>
                    <a:cubicBezTo>
                      <a:pt x="369945" y="289667"/>
                      <a:pt x="378089" y="309072"/>
                      <a:pt x="402006" y="325360"/>
                    </a:cubicBezTo>
                    <a:cubicBezTo>
                      <a:pt x="390011" y="285375"/>
                      <a:pt x="410590" y="259220"/>
                      <a:pt x="437955" y="236184"/>
                    </a:cubicBezTo>
                    <a:cubicBezTo>
                      <a:pt x="464367" y="213954"/>
                      <a:pt x="463560" y="189376"/>
                      <a:pt x="435167" y="169421"/>
                    </a:cubicBezTo>
                    <a:cubicBezTo>
                      <a:pt x="425630" y="162708"/>
                      <a:pt x="415029" y="158049"/>
                      <a:pt x="404134" y="153904"/>
                    </a:cubicBezTo>
                    <a:cubicBezTo>
                      <a:pt x="357033" y="136003"/>
                      <a:pt x="346395" y="75146"/>
                      <a:pt x="384985" y="42682"/>
                    </a:cubicBezTo>
                    <a:cubicBezTo>
                      <a:pt x="403400" y="27202"/>
                      <a:pt x="424860" y="16454"/>
                      <a:pt x="447713" y="9337"/>
                    </a:cubicBezTo>
                    <a:cubicBezTo>
                      <a:pt x="475408" y="717"/>
                      <a:pt x="493566" y="10364"/>
                      <a:pt x="504865" y="37106"/>
                    </a:cubicBezTo>
                    <a:cubicBezTo>
                      <a:pt x="517337" y="66599"/>
                      <a:pt x="515026" y="98293"/>
                      <a:pt x="519391" y="128997"/>
                    </a:cubicBezTo>
                    <a:cubicBezTo>
                      <a:pt x="520088" y="133839"/>
                      <a:pt x="519391" y="139011"/>
                      <a:pt x="520932" y="143523"/>
                    </a:cubicBezTo>
                    <a:cubicBezTo>
                      <a:pt x="523096" y="149906"/>
                      <a:pt x="519721" y="160580"/>
                      <a:pt x="529185" y="161681"/>
                    </a:cubicBezTo>
                    <a:cubicBezTo>
                      <a:pt x="536999" y="162598"/>
                      <a:pt x="541071" y="153867"/>
                      <a:pt x="544776" y="147778"/>
                    </a:cubicBezTo>
                    <a:cubicBezTo>
                      <a:pt x="568216" y="109371"/>
                      <a:pt x="574415" y="68250"/>
                      <a:pt x="563227" y="24561"/>
                    </a:cubicBezTo>
                    <a:cubicBezTo>
                      <a:pt x="561356" y="17224"/>
                      <a:pt x="555597" y="8787"/>
                      <a:pt x="563814" y="2588"/>
                    </a:cubicBezTo>
                    <a:cubicBezTo>
                      <a:pt x="571114" y="-2915"/>
                      <a:pt x="579478" y="1560"/>
                      <a:pt x="586411" y="4935"/>
                    </a:cubicBezTo>
                    <a:cubicBezTo>
                      <a:pt x="652110" y="36996"/>
                      <a:pt x="687068" y="91323"/>
                      <a:pt x="699100" y="161974"/>
                    </a:cubicBezTo>
                    <a:cubicBezTo>
                      <a:pt x="701228" y="174557"/>
                      <a:pt x="702475" y="186332"/>
                      <a:pt x="694515" y="198620"/>
                    </a:cubicBezTo>
                    <a:cubicBezTo>
                      <a:pt x="686848" y="210432"/>
                      <a:pt x="694845" y="219163"/>
                      <a:pt x="706950" y="220814"/>
                    </a:cubicBezTo>
                    <a:cubicBezTo>
                      <a:pt x="768981" y="229251"/>
                      <a:pt x="809259" y="272536"/>
                      <a:pt x="852104" y="311273"/>
                    </a:cubicBezTo>
                    <a:cubicBezTo>
                      <a:pt x="872903" y="330055"/>
                      <a:pt x="873050" y="337685"/>
                      <a:pt x="860541" y="362593"/>
                    </a:cubicBezTo>
                    <a:cubicBezTo>
                      <a:pt x="850527" y="382548"/>
                      <a:pt x="846015" y="403311"/>
                      <a:pt x="849573" y="429135"/>
                    </a:cubicBezTo>
                    <a:cubicBezTo>
                      <a:pt x="854012" y="419671"/>
                      <a:pt x="856506" y="413031"/>
                      <a:pt x="860064" y="407015"/>
                    </a:cubicBezTo>
                    <a:cubicBezTo>
                      <a:pt x="870225" y="389848"/>
                      <a:pt x="885009" y="380274"/>
                      <a:pt x="905477" y="382071"/>
                    </a:cubicBezTo>
                    <a:cubicBezTo>
                      <a:pt x="924699" y="383722"/>
                      <a:pt x="934787" y="397221"/>
                      <a:pt x="939776" y="413508"/>
                    </a:cubicBezTo>
                    <a:cubicBezTo>
                      <a:pt x="957457" y="471284"/>
                      <a:pt x="948727" y="524731"/>
                      <a:pt x="909293" y="571501"/>
                    </a:cubicBezTo>
                    <a:cubicBezTo>
                      <a:pt x="901516" y="580709"/>
                      <a:pt x="896564" y="590026"/>
                      <a:pt x="894216" y="601764"/>
                    </a:cubicBezTo>
                    <a:cubicBezTo>
                      <a:pt x="868208" y="733639"/>
                      <a:pt x="801555" y="840790"/>
                      <a:pt x="696459" y="924059"/>
                    </a:cubicBezTo>
                    <a:cubicBezTo>
                      <a:pt x="686334" y="932093"/>
                      <a:pt x="683583" y="939576"/>
                      <a:pt x="685417" y="951828"/>
                    </a:cubicBezTo>
                    <a:cubicBezTo>
                      <a:pt x="690773" y="987447"/>
                      <a:pt x="704859" y="1087592"/>
                      <a:pt x="706877" y="1092434"/>
                    </a:cubicBezTo>
                    <a:cubicBezTo>
                      <a:pt x="720156" y="1124421"/>
                      <a:pt x="740882" y="1148522"/>
                      <a:pt x="775327" y="1158683"/>
                    </a:cubicBezTo>
                    <a:cubicBezTo>
                      <a:pt x="803609" y="1167010"/>
                      <a:pt x="808121" y="1177978"/>
                      <a:pt x="793338" y="1203913"/>
                    </a:cubicBezTo>
                    <a:cubicBezTo>
                      <a:pt x="778775" y="1229444"/>
                      <a:pt x="759407" y="1251600"/>
                      <a:pt x="741212" y="1274527"/>
                    </a:cubicBezTo>
                    <a:cubicBezTo>
                      <a:pt x="685051" y="1345361"/>
                      <a:pt x="645433" y="1424303"/>
                      <a:pt x="622873" y="1511865"/>
                    </a:cubicBezTo>
                    <a:cubicBezTo>
                      <a:pt x="620012" y="1523016"/>
                      <a:pt x="615317" y="1533691"/>
                      <a:pt x="611502" y="1544586"/>
                    </a:cubicBezTo>
                    <a:cubicBezTo>
                      <a:pt x="601891" y="1558892"/>
                      <a:pt x="590592" y="1558268"/>
                      <a:pt x="578304" y="1547887"/>
                    </a:cubicBezTo>
                    <a:close/>
                  </a:path>
                </a:pathLst>
              </a:custGeom>
              <a:solidFill>
                <a:srgbClr val="F4AB93"/>
              </a:solidFill>
              <a:ln w="366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2" name="자유형: 도형 21">
                <a:extLst>
                  <a:ext uri="{FF2B5EF4-FFF2-40B4-BE49-F238E27FC236}">
                    <a16:creationId xmlns:a16="http://schemas.microsoft.com/office/drawing/2014/main" id="{5C9EBE0D-CD09-4465-AE7B-9A65331DAC88}"/>
                  </a:ext>
                </a:extLst>
              </p:cNvPr>
              <p:cNvSpPr/>
              <p:nvPr/>
            </p:nvSpPr>
            <p:spPr>
              <a:xfrm>
                <a:off x="10163345" y="2753578"/>
                <a:ext cx="241769" cy="205337"/>
              </a:xfrm>
              <a:custGeom>
                <a:avLst/>
                <a:gdLst>
                  <a:gd name="connsiteX0" fmla="*/ 221667 w 241769"/>
                  <a:gd name="connsiteY0" fmla="*/ 151096 h 205337"/>
                  <a:gd name="connsiteX1" fmla="*/ 113306 w 241769"/>
                  <a:gd name="connsiteY1" fmla="*/ 0 h 205337"/>
                  <a:gd name="connsiteX2" fmla="*/ 7109 w 241769"/>
                  <a:gd name="connsiteY2" fmla="*/ 46147 h 205337"/>
                  <a:gd name="connsiteX3" fmla="*/ 1424 w 241769"/>
                  <a:gd name="connsiteY3" fmla="*/ 65185 h 205337"/>
                  <a:gd name="connsiteX4" fmla="*/ 1424 w 241769"/>
                  <a:gd name="connsiteY4" fmla="*/ 65185 h 205337"/>
                  <a:gd name="connsiteX5" fmla="*/ 1424 w 241769"/>
                  <a:gd name="connsiteY5" fmla="*/ 65185 h 205337"/>
                  <a:gd name="connsiteX6" fmla="*/ 72588 w 241769"/>
                  <a:gd name="connsiteY6" fmla="*/ 201535 h 205337"/>
                  <a:gd name="connsiteX7" fmla="*/ 241769 w 241769"/>
                  <a:gd name="connsiteY7" fmla="*/ 168301 h 205337"/>
                  <a:gd name="connsiteX8" fmla="*/ 221667 w 241769"/>
                  <a:gd name="connsiteY8" fmla="*/ 151096 h 2053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41769" h="205337">
                    <a:moveTo>
                      <a:pt x="221667" y="151096"/>
                    </a:moveTo>
                    <a:cubicBezTo>
                      <a:pt x="185608" y="100694"/>
                      <a:pt x="149439" y="50365"/>
                      <a:pt x="113306" y="0"/>
                    </a:cubicBezTo>
                    <a:cubicBezTo>
                      <a:pt x="72258" y="2384"/>
                      <a:pt x="37372" y="18782"/>
                      <a:pt x="7109" y="46147"/>
                    </a:cubicBezTo>
                    <a:cubicBezTo>
                      <a:pt x="1056" y="51613"/>
                      <a:pt x="-1988" y="57262"/>
                      <a:pt x="1424" y="65185"/>
                    </a:cubicBezTo>
                    <a:cubicBezTo>
                      <a:pt x="1424" y="65185"/>
                      <a:pt x="1424" y="65185"/>
                      <a:pt x="1424" y="65185"/>
                    </a:cubicBezTo>
                    <a:cubicBezTo>
                      <a:pt x="1424" y="65185"/>
                      <a:pt x="1424" y="65185"/>
                      <a:pt x="1424" y="65185"/>
                    </a:cubicBezTo>
                    <a:cubicBezTo>
                      <a:pt x="43682" y="116798"/>
                      <a:pt x="51019" y="157149"/>
                      <a:pt x="72588" y="201535"/>
                    </a:cubicBezTo>
                    <a:cubicBezTo>
                      <a:pt x="133298" y="212540"/>
                      <a:pt x="189239" y="199114"/>
                      <a:pt x="241769" y="168301"/>
                    </a:cubicBezTo>
                    <a:cubicBezTo>
                      <a:pt x="231571" y="166613"/>
                      <a:pt x="227023" y="158543"/>
                      <a:pt x="221667" y="151096"/>
                    </a:cubicBezTo>
                    <a:close/>
                  </a:path>
                </a:pathLst>
              </a:custGeom>
              <a:solidFill>
                <a:schemeClr val="accent4">
                  <a:lumMod val="50000"/>
                </a:schemeClr>
              </a:solidFill>
              <a:ln w="366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</p:grpSp>
        <p:grpSp>
          <p:nvGrpSpPr>
            <p:cNvPr id="7" name="그룹 6">
              <a:extLst>
                <a:ext uri="{FF2B5EF4-FFF2-40B4-BE49-F238E27FC236}">
                  <a16:creationId xmlns:a16="http://schemas.microsoft.com/office/drawing/2014/main" id="{5F517699-9D62-4882-9392-D4B0F18DE0D6}"/>
                </a:ext>
              </a:extLst>
            </p:cNvPr>
            <p:cNvGrpSpPr/>
            <p:nvPr/>
          </p:nvGrpSpPr>
          <p:grpSpPr>
            <a:xfrm>
              <a:off x="9232273" y="2240828"/>
              <a:ext cx="1014914" cy="1246329"/>
              <a:chOff x="9232273" y="2240828"/>
              <a:chExt cx="1014914" cy="1246329"/>
            </a:xfrm>
          </p:grpSpPr>
          <p:sp>
            <p:nvSpPr>
              <p:cNvPr id="9" name="자유형: 도형 8">
                <a:extLst>
                  <a:ext uri="{FF2B5EF4-FFF2-40B4-BE49-F238E27FC236}">
                    <a16:creationId xmlns:a16="http://schemas.microsoft.com/office/drawing/2014/main" id="{7B626A27-FCD6-40CA-8DB4-0D1A6A38221C}"/>
                  </a:ext>
                </a:extLst>
              </p:cNvPr>
              <p:cNvSpPr/>
              <p:nvPr/>
            </p:nvSpPr>
            <p:spPr>
              <a:xfrm>
                <a:off x="9232273" y="2240828"/>
                <a:ext cx="1014914" cy="988012"/>
              </a:xfrm>
              <a:custGeom>
                <a:avLst/>
                <a:gdLst>
                  <a:gd name="connsiteX0" fmla="*/ 1014298 w 1014914"/>
                  <a:gd name="connsiteY0" fmla="*/ 958960 h 988012"/>
                  <a:gd name="connsiteX1" fmla="*/ 791560 w 1014914"/>
                  <a:gd name="connsiteY1" fmla="*/ 136348 h 988012"/>
                  <a:gd name="connsiteX2" fmla="*/ 791487 w 1014914"/>
                  <a:gd name="connsiteY2" fmla="*/ 130882 h 988012"/>
                  <a:gd name="connsiteX3" fmla="*/ 791487 w 1014914"/>
                  <a:gd name="connsiteY3" fmla="*/ 130882 h 988012"/>
                  <a:gd name="connsiteX4" fmla="*/ 761921 w 1014914"/>
                  <a:gd name="connsiteY4" fmla="*/ 18009 h 988012"/>
                  <a:gd name="connsiteX5" fmla="*/ 735472 w 1014914"/>
                  <a:gd name="connsiteY5" fmla="*/ 2603 h 988012"/>
                  <a:gd name="connsiteX6" fmla="*/ 634595 w 1014914"/>
                  <a:gd name="connsiteY6" fmla="*/ 34297 h 988012"/>
                  <a:gd name="connsiteX7" fmla="*/ 464313 w 1014914"/>
                  <a:gd name="connsiteY7" fmla="*/ 89247 h 988012"/>
                  <a:gd name="connsiteX8" fmla="*/ 88241 w 1014914"/>
                  <a:gd name="connsiteY8" fmla="*/ 210374 h 988012"/>
                  <a:gd name="connsiteX9" fmla="*/ 16783 w 1014914"/>
                  <a:gd name="connsiteY9" fmla="*/ 253036 h 988012"/>
                  <a:gd name="connsiteX10" fmla="*/ 6108 w 1014914"/>
                  <a:gd name="connsiteY10" fmla="*/ 316937 h 988012"/>
                  <a:gd name="connsiteX11" fmla="*/ 84426 w 1014914"/>
                  <a:gd name="connsiteY11" fmla="*/ 232457 h 988012"/>
                  <a:gd name="connsiteX12" fmla="*/ 293921 w 1014914"/>
                  <a:gd name="connsiteY12" fmla="*/ 167675 h 988012"/>
                  <a:gd name="connsiteX13" fmla="*/ 721680 w 1014914"/>
                  <a:gd name="connsiteY13" fmla="*/ 35727 h 988012"/>
                  <a:gd name="connsiteX14" fmla="*/ 741525 w 1014914"/>
                  <a:gd name="connsiteY14" fmla="*/ 46805 h 988012"/>
                  <a:gd name="connsiteX15" fmla="*/ 1000836 w 1014914"/>
                  <a:gd name="connsiteY15" fmla="*/ 988013 h 988012"/>
                  <a:gd name="connsiteX16" fmla="*/ 1014298 w 1014914"/>
                  <a:gd name="connsiteY16" fmla="*/ 958960 h 9880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014914" h="988012">
                    <a:moveTo>
                      <a:pt x="1014298" y="958960"/>
                    </a:moveTo>
                    <a:cubicBezTo>
                      <a:pt x="1004944" y="922497"/>
                      <a:pt x="830371" y="286894"/>
                      <a:pt x="791560" y="136348"/>
                    </a:cubicBezTo>
                    <a:cubicBezTo>
                      <a:pt x="791120" y="134624"/>
                      <a:pt x="791487" y="132716"/>
                      <a:pt x="791487" y="130882"/>
                    </a:cubicBezTo>
                    <a:cubicBezTo>
                      <a:pt x="791487" y="130882"/>
                      <a:pt x="791487" y="130882"/>
                      <a:pt x="791487" y="130882"/>
                    </a:cubicBezTo>
                    <a:cubicBezTo>
                      <a:pt x="781509" y="93282"/>
                      <a:pt x="770835" y="55829"/>
                      <a:pt x="761921" y="18009"/>
                    </a:cubicBezTo>
                    <a:cubicBezTo>
                      <a:pt x="758069" y="1759"/>
                      <a:pt x="753154" y="-3817"/>
                      <a:pt x="735472" y="2603"/>
                    </a:cubicBezTo>
                    <a:cubicBezTo>
                      <a:pt x="702348" y="14598"/>
                      <a:pt x="668270" y="23878"/>
                      <a:pt x="634595" y="34297"/>
                    </a:cubicBezTo>
                    <a:cubicBezTo>
                      <a:pt x="577846" y="52601"/>
                      <a:pt x="521062" y="70979"/>
                      <a:pt x="464313" y="89247"/>
                    </a:cubicBezTo>
                    <a:cubicBezTo>
                      <a:pt x="338931" y="129598"/>
                      <a:pt x="213513" y="169729"/>
                      <a:pt x="88241" y="210374"/>
                    </a:cubicBezTo>
                    <a:cubicBezTo>
                      <a:pt x="61353" y="219104"/>
                      <a:pt x="35785" y="231026"/>
                      <a:pt x="16783" y="253036"/>
                    </a:cubicBezTo>
                    <a:cubicBezTo>
                      <a:pt x="496" y="271891"/>
                      <a:pt x="-5667" y="293094"/>
                      <a:pt x="6108" y="316937"/>
                    </a:cubicBezTo>
                    <a:cubicBezTo>
                      <a:pt x="11060" y="269176"/>
                      <a:pt x="43818" y="247057"/>
                      <a:pt x="84426" y="232457"/>
                    </a:cubicBezTo>
                    <a:cubicBezTo>
                      <a:pt x="153280" y="207733"/>
                      <a:pt x="223747" y="188181"/>
                      <a:pt x="293921" y="167675"/>
                    </a:cubicBezTo>
                    <a:cubicBezTo>
                      <a:pt x="437168" y="125820"/>
                      <a:pt x="577480" y="74501"/>
                      <a:pt x="721680" y="35727"/>
                    </a:cubicBezTo>
                    <a:cubicBezTo>
                      <a:pt x="733601" y="32499"/>
                      <a:pt x="737930" y="33673"/>
                      <a:pt x="741525" y="46805"/>
                    </a:cubicBezTo>
                    <a:cubicBezTo>
                      <a:pt x="790790" y="228495"/>
                      <a:pt x="988070" y="941609"/>
                      <a:pt x="1000836" y="988013"/>
                    </a:cubicBezTo>
                    <a:cubicBezTo>
                      <a:pt x="1009603" y="977705"/>
                      <a:pt x="1017160" y="970185"/>
                      <a:pt x="1014298" y="958960"/>
                    </a:cubicBezTo>
                    <a:close/>
                  </a:path>
                </a:pathLst>
              </a:custGeom>
              <a:solidFill>
                <a:srgbClr val="AC342A"/>
              </a:solidFill>
              <a:ln w="366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0" name="자유형: 도형 9">
                <a:extLst>
                  <a:ext uri="{FF2B5EF4-FFF2-40B4-BE49-F238E27FC236}">
                    <a16:creationId xmlns:a16="http://schemas.microsoft.com/office/drawing/2014/main" id="{06C0D5A2-F7D4-4055-920C-76E4E8AF2782}"/>
                  </a:ext>
                </a:extLst>
              </p:cNvPr>
              <p:cNvSpPr/>
              <p:nvPr/>
            </p:nvSpPr>
            <p:spPr>
              <a:xfrm>
                <a:off x="9238638" y="2275035"/>
                <a:ext cx="984135" cy="1003657"/>
              </a:xfrm>
              <a:custGeom>
                <a:avLst/>
                <a:gdLst>
                  <a:gd name="connsiteX0" fmla="*/ 982879 w 984135"/>
                  <a:gd name="connsiteY0" fmla="*/ 932456 h 1003657"/>
                  <a:gd name="connsiteX1" fmla="*/ 735123 w 984135"/>
                  <a:gd name="connsiteY1" fmla="*/ 12599 h 1003657"/>
                  <a:gd name="connsiteX2" fmla="*/ 715278 w 984135"/>
                  <a:gd name="connsiteY2" fmla="*/ 1520 h 1003657"/>
                  <a:gd name="connsiteX3" fmla="*/ 287520 w 984135"/>
                  <a:gd name="connsiteY3" fmla="*/ 133468 h 1003657"/>
                  <a:gd name="connsiteX4" fmla="*/ 78024 w 984135"/>
                  <a:gd name="connsiteY4" fmla="*/ 198250 h 1003657"/>
                  <a:gd name="connsiteX5" fmla="*/ 0 w 984135"/>
                  <a:gd name="connsiteY5" fmla="*/ 280750 h 1003657"/>
                  <a:gd name="connsiteX6" fmla="*/ 652954 w 984135"/>
                  <a:gd name="connsiteY6" fmla="*/ 92017 h 1003657"/>
                  <a:gd name="connsiteX7" fmla="*/ 702586 w 984135"/>
                  <a:gd name="connsiteY7" fmla="*/ 119162 h 1003657"/>
                  <a:gd name="connsiteX8" fmla="*/ 945572 w 984135"/>
                  <a:gd name="connsiteY8" fmla="*/ 1003658 h 1003657"/>
                  <a:gd name="connsiteX9" fmla="*/ 983466 w 984135"/>
                  <a:gd name="connsiteY9" fmla="*/ 953806 h 1003657"/>
                  <a:gd name="connsiteX10" fmla="*/ 982879 w 984135"/>
                  <a:gd name="connsiteY10" fmla="*/ 932456 h 10036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984135" h="1003657">
                    <a:moveTo>
                      <a:pt x="982879" y="932456"/>
                    </a:moveTo>
                    <a:cubicBezTo>
                      <a:pt x="964868" y="863456"/>
                      <a:pt x="782114" y="185888"/>
                      <a:pt x="735123" y="12599"/>
                    </a:cubicBezTo>
                    <a:cubicBezTo>
                      <a:pt x="731565" y="-570"/>
                      <a:pt x="727236" y="-1708"/>
                      <a:pt x="715278" y="1520"/>
                    </a:cubicBezTo>
                    <a:cubicBezTo>
                      <a:pt x="571078" y="40331"/>
                      <a:pt x="430729" y="91613"/>
                      <a:pt x="287520" y="133468"/>
                    </a:cubicBezTo>
                    <a:cubicBezTo>
                      <a:pt x="217346" y="153974"/>
                      <a:pt x="146878" y="173526"/>
                      <a:pt x="78024" y="198250"/>
                    </a:cubicBezTo>
                    <a:cubicBezTo>
                      <a:pt x="38003" y="212630"/>
                      <a:pt x="5686" y="234383"/>
                      <a:pt x="0" y="280750"/>
                    </a:cubicBezTo>
                    <a:cubicBezTo>
                      <a:pt x="807" y="282180"/>
                      <a:pt x="436122" y="156322"/>
                      <a:pt x="652954" y="92017"/>
                    </a:cubicBezTo>
                    <a:cubicBezTo>
                      <a:pt x="691654" y="80535"/>
                      <a:pt x="692021" y="80498"/>
                      <a:pt x="702586" y="119162"/>
                    </a:cubicBezTo>
                    <a:cubicBezTo>
                      <a:pt x="743890" y="270295"/>
                      <a:pt x="922719" y="921672"/>
                      <a:pt x="945572" y="1003658"/>
                    </a:cubicBezTo>
                    <a:cubicBezTo>
                      <a:pt x="962960" y="988104"/>
                      <a:pt x="969343" y="972551"/>
                      <a:pt x="983466" y="953806"/>
                    </a:cubicBezTo>
                    <a:cubicBezTo>
                      <a:pt x="984163" y="946689"/>
                      <a:pt x="984750" y="939720"/>
                      <a:pt x="982879" y="932456"/>
                    </a:cubicBezTo>
                    <a:close/>
                  </a:path>
                </a:pathLst>
              </a:custGeom>
              <a:solidFill>
                <a:srgbClr val="FEFEFE"/>
              </a:solidFill>
              <a:ln w="366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1" name="자유형: 도형 10">
                <a:extLst>
                  <a:ext uri="{FF2B5EF4-FFF2-40B4-BE49-F238E27FC236}">
                    <a16:creationId xmlns:a16="http://schemas.microsoft.com/office/drawing/2014/main" id="{35543E65-B978-40F6-816C-AECA6A584570}"/>
                  </a:ext>
                </a:extLst>
              </p:cNvPr>
              <p:cNvSpPr/>
              <p:nvPr/>
            </p:nvSpPr>
            <p:spPr>
              <a:xfrm>
                <a:off x="9241022" y="2351240"/>
                <a:ext cx="943904" cy="1135917"/>
              </a:xfrm>
              <a:custGeom>
                <a:avLst/>
                <a:gdLst>
                  <a:gd name="connsiteX0" fmla="*/ 942602 w 943904"/>
                  <a:gd name="connsiteY0" fmla="*/ 897006 h 1135917"/>
                  <a:gd name="connsiteX1" fmla="*/ 704860 w 943904"/>
                  <a:gd name="connsiteY1" fmla="*/ 27110 h 1135917"/>
                  <a:gd name="connsiteX2" fmla="*/ 661941 w 943904"/>
                  <a:gd name="connsiteY2" fmla="*/ 3339 h 1135917"/>
                  <a:gd name="connsiteX3" fmla="*/ 24761 w 943904"/>
                  <a:gd name="connsiteY3" fmla="*/ 192513 h 1135917"/>
                  <a:gd name="connsiteX4" fmla="*/ 0 w 943904"/>
                  <a:gd name="connsiteY4" fmla="*/ 208800 h 1135917"/>
                  <a:gd name="connsiteX5" fmla="*/ 290565 w 943904"/>
                  <a:gd name="connsiteY5" fmla="*/ 1121431 h 1135917"/>
                  <a:gd name="connsiteX6" fmla="*/ 312904 w 943904"/>
                  <a:gd name="connsiteY6" fmla="*/ 1134050 h 1135917"/>
                  <a:gd name="connsiteX7" fmla="*/ 935815 w 943904"/>
                  <a:gd name="connsiteY7" fmla="*/ 927416 h 1135917"/>
                  <a:gd name="connsiteX8" fmla="*/ 942602 w 943904"/>
                  <a:gd name="connsiteY8" fmla="*/ 897006 h 11359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943904" h="1135917">
                    <a:moveTo>
                      <a:pt x="942602" y="897006"/>
                    </a:moveTo>
                    <a:cubicBezTo>
                      <a:pt x="923710" y="827529"/>
                      <a:pt x="743780" y="172080"/>
                      <a:pt x="704860" y="27110"/>
                    </a:cubicBezTo>
                    <a:cubicBezTo>
                      <a:pt x="697707" y="442"/>
                      <a:pt x="688720" y="-4401"/>
                      <a:pt x="661941" y="3339"/>
                    </a:cubicBezTo>
                    <a:cubicBezTo>
                      <a:pt x="616198" y="16582"/>
                      <a:pt x="82206" y="175859"/>
                      <a:pt x="24761" y="192513"/>
                    </a:cubicBezTo>
                    <a:cubicBezTo>
                      <a:pt x="15114" y="195301"/>
                      <a:pt x="3852" y="196731"/>
                      <a:pt x="0" y="208800"/>
                    </a:cubicBezTo>
                    <a:cubicBezTo>
                      <a:pt x="5282" y="242071"/>
                      <a:pt x="265070" y="1040546"/>
                      <a:pt x="290565" y="1121431"/>
                    </a:cubicBezTo>
                    <a:cubicBezTo>
                      <a:pt x="294526" y="1133977"/>
                      <a:pt x="298048" y="1138966"/>
                      <a:pt x="312904" y="1134050"/>
                    </a:cubicBezTo>
                    <a:cubicBezTo>
                      <a:pt x="429372" y="1095680"/>
                      <a:pt x="913328" y="941282"/>
                      <a:pt x="935815" y="927416"/>
                    </a:cubicBezTo>
                    <a:cubicBezTo>
                      <a:pt x="943959" y="922647"/>
                      <a:pt x="945389" y="907167"/>
                      <a:pt x="942602" y="897006"/>
                    </a:cubicBezTo>
                    <a:close/>
                  </a:path>
                </a:pathLst>
              </a:custGeom>
              <a:solidFill>
                <a:srgbClr val="DC5849"/>
              </a:solidFill>
              <a:ln w="366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2" name="자유형: 도형 11">
                <a:extLst>
                  <a:ext uri="{FF2B5EF4-FFF2-40B4-BE49-F238E27FC236}">
                    <a16:creationId xmlns:a16="http://schemas.microsoft.com/office/drawing/2014/main" id="{8A97B7CD-5E37-44DA-A4DE-D5EF768C2CB1}"/>
                  </a:ext>
                </a:extLst>
              </p:cNvPr>
              <p:cNvSpPr/>
              <p:nvPr/>
            </p:nvSpPr>
            <p:spPr>
              <a:xfrm>
                <a:off x="9449297" y="2554354"/>
                <a:ext cx="406061" cy="312708"/>
              </a:xfrm>
              <a:custGeom>
                <a:avLst/>
                <a:gdLst>
                  <a:gd name="connsiteX0" fmla="*/ 2174 w 406061"/>
                  <a:gd name="connsiteY0" fmla="*/ 136240 h 312708"/>
                  <a:gd name="connsiteX1" fmla="*/ 15710 w 406061"/>
                  <a:gd name="connsiteY1" fmla="*/ 109938 h 312708"/>
                  <a:gd name="connsiteX2" fmla="*/ 329165 w 406061"/>
                  <a:gd name="connsiteY2" fmla="*/ 2274 h 312708"/>
                  <a:gd name="connsiteX3" fmla="*/ 356310 w 406061"/>
                  <a:gd name="connsiteY3" fmla="*/ 22487 h 312708"/>
                  <a:gd name="connsiteX4" fmla="*/ 401283 w 406061"/>
                  <a:gd name="connsiteY4" fmla="*/ 170025 h 312708"/>
                  <a:gd name="connsiteX5" fmla="*/ 391746 w 406061"/>
                  <a:gd name="connsiteY5" fmla="*/ 206598 h 312708"/>
                  <a:gd name="connsiteX6" fmla="*/ 92927 w 406061"/>
                  <a:gd name="connsiteY6" fmla="*/ 311254 h 312708"/>
                  <a:gd name="connsiteX7" fmla="*/ 59253 w 406061"/>
                  <a:gd name="connsiteY7" fmla="*/ 295150 h 312708"/>
                  <a:gd name="connsiteX8" fmla="*/ 2174 w 406061"/>
                  <a:gd name="connsiteY8" fmla="*/ 136240 h 3127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406061" h="312708">
                    <a:moveTo>
                      <a:pt x="2174" y="136240"/>
                    </a:moveTo>
                    <a:cubicBezTo>
                      <a:pt x="-2888" y="120943"/>
                      <a:pt x="597" y="115074"/>
                      <a:pt x="15710" y="109938"/>
                    </a:cubicBezTo>
                    <a:cubicBezTo>
                      <a:pt x="120403" y="74613"/>
                      <a:pt x="224802" y="38480"/>
                      <a:pt x="329165" y="2274"/>
                    </a:cubicBezTo>
                    <a:cubicBezTo>
                      <a:pt x="345195" y="-3301"/>
                      <a:pt x="348533" y="624"/>
                      <a:pt x="356310" y="22487"/>
                    </a:cubicBezTo>
                    <a:cubicBezTo>
                      <a:pt x="379824" y="88589"/>
                      <a:pt x="387161" y="117935"/>
                      <a:pt x="401283" y="170025"/>
                    </a:cubicBezTo>
                    <a:cubicBezTo>
                      <a:pt x="407740" y="193869"/>
                      <a:pt x="410234" y="200691"/>
                      <a:pt x="391746" y="206598"/>
                    </a:cubicBezTo>
                    <a:cubicBezTo>
                      <a:pt x="320214" y="229414"/>
                      <a:pt x="177775" y="282017"/>
                      <a:pt x="92927" y="311254"/>
                    </a:cubicBezTo>
                    <a:cubicBezTo>
                      <a:pt x="79171" y="315986"/>
                      <a:pt x="64205" y="308796"/>
                      <a:pt x="59253" y="295150"/>
                    </a:cubicBezTo>
                    <a:cubicBezTo>
                      <a:pt x="41388" y="245812"/>
                      <a:pt x="16187" y="178498"/>
                      <a:pt x="2174" y="136240"/>
                    </a:cubicBezTo>
                    <a:close/>
                  </a:path>
                </a:pathLst>
              </a:custGeom>
              <a:solidFill>
                <a:srgbClr val="DE7265"/>
              </a:solidFill>
              <a:ln w="366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</p:grpSp>
        <p:sp>
          <p:nvSpPr>
            <p:cNvPr id="8" name="자유형: 도형 7">
              <a:extLst>
                <a:ext uri="{FF2B5EF4-FFF2-40B4-BE49-F238E27FC236}">
                  <a16:creationId xmlns:a16="http://schemas.microsoft.com/office/drawing/2014/main" id="{5EF2C35C-202C-4E6A-872F-2FAED9D6B2E9}"/>
                </a:ext>
              </a:extLst>
            </p:cNvPr>
            <p:cNvSpPr/>
            <p:nvPr/>
          </p:nvSpPr>
          <p:spPr>
            <a:xfrm>
              <a:off x="9341642" y="2816026"/>
              <a:ext cx="894641" cy="410257"/>
            </a:xfrm>
            <a:custGeom>
              <a:avLst/>
              <a:gdLst>
                <a:gd name="connsiteX0" fmla="*/ 825805 w 894641"/>
                <a:gd name="connsiteY0" fmla="*/ 244 h 410257"/>
                <a:gd name="connsiteX1" fmla="*/ 633550 w 894641"/>
                <a:gd name="connsiteY1" fmla="*/ 62054 h 410257"/>
                <a:gd name="connsiteX2" fmla="*/ 434546 w 894641"/>
                <a:gd name="connsiteY2" fmla="*/ 124305 h 410257"/>
                <a:gd name="connsiteX3" fmla="*/ 403989 w 894641"/>
                <a:gd name="connsiteY3" fmla="*/ 116822 h 410257"/>
                <a:gd name="connsiteX4" fmla="*/ 252783 w 894641"/>
                <a:gd name="connsiteY4" fmla="*/ 31974 h 410257"/>
                <a:gd name="connsiteX5" fmla="*/ 252783 w 894641"/>
                <a:gd name="connsiteY5" fmla="*/ 31974 h 410257"/>
                <a:gd name="connsiteX6" fmla="*/ 252783 w 894641"/>
                <a:gd name="connsiteY6" fmla="*/ 31974 h 410257"/>
                <a:gd name="connsiteX7" fmla="*/ 157151 w 894641"/>
                <a:gd name="connsiteY7" fmla="*/ 24748 h 410257"/>
                <a:gd name="connsiteX8" fmla="*/ 157151 w 894641"/>
                <a:gd name="connsiteY8" fmla="*/ 24748 h 410257"/>
                <a:gd name="connsiteX9" fmla="*/ 157151 w 894641"/>
                <a:gd name="connsiteY9" fmla="*/ 24748 h 410257"/>
                <a:gd name="connsiteX10" fmla="*/ 157664 w 894641"/>
                <a:gd name="connsiteY10" fmla="*/ 45657 h 410257"/>
                <a:gd name="connsiteX11" fmla="*/ 207590 w 894641"/>
                <a:gd name="connsiteY11" fmla="*/ 82597 h 410257"/>
                <a:gd name="connsiteX12" fmla="*/ 262651 w 894641"/>
                <a:gd name="connsiteY12" fmla="*/ 124782 h 410257"/>
                <a:gd name="connsiteX13" fmla="*/ 255461 w 894641"/>
                <a:gd name="connsiteY13" fmla="*/ 154568 h 410257"/>
                <a:gd name="connsiteX14" fmla="*/ 162176 w 894641"/>
                <a:gd name="connsiteY14" fmla="*/ 170635 h 410257"/>
                <a:gd name="connsiteX15" fmla="*/ 72450 w 894641"/>
                <a:gd name="connsiteY15" fmla="*/ 171699 h 410257"/>
                <a:gd name="connsiteX16" fmla="*/ 25863 w 894641"/>
                <a:gd name="connsiteY16" fmla="*/ 147048 h 410257"/>
                <a:gd name="connsiteX17" fmla="*/ 25863 w 894641"/>
                <a:gd name="connsiteY17" fmla="*/ 147048 h 410257"/>
                <a:gd name="connsiteX18" fmla="*/ 13171 w 894641"/>
                <a:gd name="connsiteY18" fmla="*/ 221991 h 410257"/>
                <a:gd name="connsiteX19" fmla="*/ 12841 w 894641"/>
                <a:gd name="connsiteY19" fmla="*/ 237215 h 410257"/>
                <a:gd name="connsiteX20" fmla="*/ 39876 w 894641"/>
                <a:gd name="connsiteY20" fmla="*/ 295173 h 410257"/>
                <a:gd name="connsiteX21" fmla="*/ 51101 w 894641"/>
                <a:gd name="connsiteY21" fmla="*/ 312708 h 410257"/>
                <a:gd name="connsiteX22" fmla="*/ 85986 w 894641"/>
                <a:gd name="connsiteY22" fmla="*/ 362780 h 410257"/>
                <a:gd name="connsiteX23" fmla="*/ 102897 w 894641"/>
                <a:gd name="connsiteY23" fmla="*/ 382589 h 410257"/>
                <a:gd name="connsiteX24" fmla="*/ 107996 w 894641"/>
                <a:gd name="connsiteY24" fmla="*/ 396088 h 410257"/>
                <a:gd name="connsiteX25" fmla="*/ 150511 w 894641"/>
                <a:gd name="connsiteY25" fmla="*/ 410174 h 410257"/>
                <a:gd name="connsiteX26" fmla="*/ 260229 w 894641"/>
                <a:gd name="connsiteY26" fmla="*/ 393520 h 410257"/>
                <a:gd name="connsiteX27" fmla="*/ 433299 w 894641"/>
                <a:gd name="connsiteY27" fmla="*/ 303574 h 410257"/>
                <a:gd name="connsiteX28" fmla="*/ 503620 w 894641"/>
                <a:gd name="connsiteY28" fmla="*/ 261499 h 410257"/>
                <a:gd name="connsiteX29" fmla="*/ 725257 w 894641"/>
                <a:gd name="connsiteY29" fmla="*/ 192755 h 410257"/>
                <a:gd name="connsiteX30" fmla="*/ 894291 w 894641"/>
                <a:gd name="connsiteY30" fmla="*/ 139052 h 410257"/>
                <a:gd name="connsiteX31" fmla="*/ 825805 w 894641"/>
                <a:gd name="connsiteY31" fmla="*/ 244 h 4102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894641" h="410257">
                  <a:moveTo>
                    <a:pt x="825805" y="244"/>
                  </a:moveTo>
                  <a:cubicBezTo>
                    <a:pt x="815827" y="-4158"/>
                    <a:pt x="663557" y="52407"/>
                    <a:pt x="633550" y="62054"/>
                  </a:cubicBezTo>
                  <a:cubicBezTo>
                    <a:pt x="567374" y="83257"/>
                    <a:pt x="500722" y="103102"/>
                    <a:pt x="434546" y="124305"/>
                  </a:cubicBezTo>
                  <a:cubicBezTo>
                    <a:pt x="421670" y="128450"/>
                    <a:pt x="413527" y="126286"/>
                    <a:pt x="403989" y="116822"/>
                  </a:cubicBezTo>
                  <a:cubicBezTo>
                    <a:pt x="361474" y="74746"/>
                    <a:pt x="311365" y="45657"/>
                    <a:pt x="252783" y="31974"/>
                  </a:cubicBezTo>
                  <a:cubicBezTo>
                    <a:pt x="252783" y="31974"/>
                    <a:pt x="252783" y="31974"/>
                    <a:pt x="252783" y="31974"/>
                  </a:cubicBezTo>
                  <a:cubicBezTo>
                    <a:pt x="252783" y="31974"/>
                    <a:pt x="252783" y="31974"/>
                    <a:pt x="252783" y="31974"/>
                  </a:cubicBezTo>
                  <a:cubicBezTo>
                    <a:pt x="221236" y="25005"/>
                    <a:pt x="189835" y="16384"/>
                    <a:pt x="157151" y="24748"/>
                  </a:cubicBezTo>
                  <a:lnTo>
                    <a:pt x="157151" y="24748"/>
                  </a:lnTo>
                  <a:lnTo>
                    <a:pt x="157151" y="24748"/>
                  </a:lnTo>
                  <a:cubicBezTo>
                    <a:pt x="146660" y="31974"/>
                    <a:pt x="150841" y="38797"/>
                    <a:pt x="157664" y="45657"/>
                  </a:cubicBezTo>
                  <a:cubicBezTo>
                    <a:pt x="172447" y="60514"/>
                    <a:pt x="190532" y="70858"/>
                    <a:pt x="207590" y="82597"/>
                  </a:cubicBezTo>
                  <a:cubicBezTo>
                    <a:pt x="226665" y="95729"/>
                    <a:pt x="247097" y="107101"/>
                    <a:pt x="262651" y="124782"/>
                  </a:cubicBezTo>
                  <a:cubicBezTo>
                    <a:pt x="275416" y="139308"/>
                    <a:pt x="273325" y="147158"/>
                    <a:pt x="255461" y="154568"/>
                  </a:cubicBezTo>
                  <a:cubicBezTo>
                    <a:pt x="225564" y="166967"/>
                    <a:pt x="193834" y="169205"/>
                    <a:pt x="162176" y="170635"/>
                  </a:cubicBezTo>
                  <a:cubicBezTo>
                    <a:pt x="132316" y="171993"/>
                    <a:pt x="102347" y="171552"/>
                    <a:pt x="72450" y="171699"/>
                  </a:cubicBezTo>
                  <a:cubicBezTo>
                    <a:pt x="52642" y="171809"/>
                    <a:pt x="37455" y="162712"/>
                    <a:pt x="25863" y="147048"/>
                  </a:cubicBezTo>
                  <a:cubicBezTo>
                    <a:pt x="25863" y="147048"/>
                    <a:pt x="25863" y="147048"/>
                    <a:pt x="25863" y="147048"/>
                  </a:cubicBezTo>
                  <a:cubicBezTo>
                    <a:pt x="-4584" y="174634"/>
                    <a:pt x="-7262" y="188757"/>
                    <a:pt x="13171" y="221991"/>
                  </a:cubicBezTo>
                  <a:cubicBezTo>
                    <a:pt x="16913" y="228081"/>
                    <a:pt x="14235" y="232189"/>
                    <a:pt x="12841" y="237215"/>
                  </a:cubicBezTo>
                  <a:cubicBezTo>
                    <a:pt x="5577" y="263516"/>
                    <a:pt x="14822" y="284939"/>
                    <a:pt x="39876" y="295173"/>
                  </a:cubicBezTo>
                  <a:cubicBezTo>
                    <a:pt x="49193" y="298988"/>
                    <a:pt x="51358" y="303794"/>
                    <a:pt x="51101" y="312708"/>
                  </a:cubicBezTo>
                  <a:cubicBezTo>
                    <a:pt x="50404" y="337762"/>
                    <a:pt x="63573" y="354086"/>
                    <a:pt x="85986" y="362780"/>
                  </a:cubicBezTo>
                  <a:cubicBezTo>
                    <a:pt x="95890" y="366632"/>
                    <a:pt x="103080" y="370373"/>
                    <a:pt x="102897" y="382589"/>
                  </a:cubicBezTo>
                  <a:cubicBezTo>
                    <a:pt x="102824" y="387064"/>
                    <a:pt x="106198" y="391576"/>
                    <a:pt x="107996" y="396088"/>
                  </a:cubicBezTo>
                  <a:cubicBezTo>
                    <a:pt x="120431" y="406139"/>
                    <a:pt x="134774" y="409771"/>
                    <a:pt x="150511" y="410174"/>
                  </a:cubicBezTo>
                  <a:cubicBezTo>
                    <a:pt x="188111" y="411091"/>
                    <a:pt x="224464" y="404342"/>
                    <a:pt x="260229" y="393520"/>
                  </a:cubicBezTo>
                  <a:cubicBezTo>
                    <a:pt x="323544" y="374372"/>
                    <a:pt x="377505" y="337285"/>
                    <a:pt x="433299" y="303574"/>
                  </a:cubicBezTo>
                  <a:cubicBezTo>
                    <a:pt x="456666" y="289451"/>
                    <a:pt x="477098" y="269936"/>
                    <a:pt x="503620" y="261499"/>
                  </a:cubicBezTo>
                  <a:cubicBezTo>
                    <a:pt x="577352" y="238095"/>
                    <a:pt x="651232" y="215168"/>
                    <a:pt x="725257" y="192755"/>
                  </a:cubicBezTo>
                  <a:cubicBezTo>
                    <a:pt x="738317" y="188793"/>
                    <a:pt x="880682" y="143674"/>
                    <a:pt x="894291" y="139052"/>
                  </a:cubicBezTo>
                  <a:cubicBezTo>
                    <a:pt x="900014" y="128670"/>
                    <a:pt x="833692" y="5820"/>
                    <a:pt x="825805" y="244"/>
                  </a:cubicBezTo>
                  <a:close/>
                </a:path>
              </a:pathLst>
            </a:custGeom>
            <a:solidFill>
              <a:srgbClr val="EBAE93"/>
            </a:solidFill>
            <a:ln w="366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</p:grpSp>
      <p:sp>
        <p:nvSpPr>
          <p:cNvPr id="52" name="TextBox 51">
            <a:extLst>
              <a:ext uri="{FF2B5EF4-FFF2-40B4-BE49-F238E27FC236}">
                <a16:creationId xmlns:a16="http://schemas.microsoft.com/office/drawing/2014/main" id="{E5FD6D86-3225-428B-9B9F-91DF9C38241A}"/>
              </a:ext>
            </a:extLst>
          </p:cNvPr>
          <p:cNvSpPr txBox="1"/>
          <p:nvPr/>
        </p:nvSpPr>
        <p:spPr>
          <a:xfrm>
            <a:off x="2144522" y="933639"/>
            <a:ext cx="9742678" cy="2492990"/>
          </a:xfrm>
          <a:prstGeom prst="rect">
            <a:avLst/>
          </a:prstGeom>
          <a:noFill/>
        </p:spPr>
        <p:txBody>
          <a:bodyPr wrap="square" lIns="36000" tIns="0" rIns="36000" bIns="0" rtlCol="0">
            <a:spAutoFit/>
          </a:bodyPr>
          <a:lstStyle/>
          <a:p>
            <a:pPr marL="342900" indent="-342900" algn="just">
              <a:lnSpc>
                <a:spcPct val="150000"/>
              </a:lnSpc>
              <a:buAutoNum type="arabicPeriod"/>
            </a:pPr>
            <a:r>
              <a:rPr lang="en-US" dirty="0" smtClean="0"/>
              <a:t>The full form of </a:t>
            </a:r>
            <a:r>
              <a:rPr lang="en-US" dirty="0" err="1" smtClean="0"/>
              <a:t>ITeS</a:t>
            </a:r>
            <a:r>
              <a:rPr lang="en-US" dirty="0" smtClean="0"/>
              <a:t> _____________________________________.</a:t>
            </a:r>
          </a:p>
          <a:p>
            <a:pPr marL="342900" indent="-342900" algn="just">
              <a:lnSpc>
                <a:spcPct val="150000"/>
              </a:lnSpc>
              <a:buAutoNum type="arabicPeriod"/>
            </a:pPr>
            <a:r>
              <a:rPr lang="en-US" dirty="0" smtClean="0"/>
              <a:t>_________________ plays an important role in both medical sciences and Health Care.</a:t>
            </a:r>
          </a:p>
          <a:p>
            <a:pPr marL="342900" indent="-342900" algn="just">
              <a:lnSpc>
                <a:spcPct val="150000"/>
              </a:lnSpc>
              <a:buAutoNum type="arabicPeriod"/>
            </a:pPr>
            <a:r>
              <a:rPr lang="en-US" dirty="0" smtClean="0"/>
              <a:t>_________________ is used to equip students with essential skills and knowledge to contribute efficiently to digital age.</a:t>
            </a:r>
          </a:p>
          <a:p>
            <a:pPr marL="342900" indent="-342900" algn="just">
              <a:lnSpc>
                <a:spcPct val="150000"/>
              </a:lnSpc>
              <a:buAutoNum type="arabicPeriod"/>
            </a:pPr>
            <a:r>
              <a:rPr lang="en-US" dirty="0" smtClean="0"/>
              <a:t>The full form of BPO ______________________________.</a:t>
            </a:r>
          </a:p>
          <a:p>
            <a:pPr marL="342900" indent="-342900" algn="just">
              <a:lnSpc>
                <a:spcPct val="150000"/>
              </a:lnSpc>
              <a:buAutoNum type="arabicPeriod"/>
            </a:pPr>
            <a:r>
              <a:rPr lang="en-US" dirty="0" smtClean="0"/>
              <a:t>______________________ is the backbone of modern banking.</a:t>
            </a:r>
            <a:endParaRPr lang="ko-KR" altLang="en-US" dirty="0">
              <a:cs typeface="Arial" pitchFamily="34" charset="0"/>
            </a:endParaRPr>
          </a:p>
        </p:txBody>
      </p:sp>
      <p:sp>
        <p:nvSpPr>
          <p:cNvPr id="23" name="Text Placeholder 1">
            <a:extLst>
              <a:ext uri="{FF2B5EF4-FFF2-40B4-BE49-F238E27FC236}">
                <a16:creationId xmlns:a16="http://schemas.microsoft.com/office/drawing/2014/main" id="{D735F7F3-C1B5-4B60-A00A-4EB618DDFB5A}"/>
              </a:ext>
            </a:extLst>
          </p:cNvPr>
          <p:cNvSpPr txBox="1">
            <a:spLocks/>
          </p:cNvSpPr>
          <p:nvPr/>
        </p:nvSpPr>
        <p:spPr>
          <a:xfrm>
            <a:off x="1854275" y="3941692"/>
            <a:ext cx="9171812" cy="561036"/>
          </a:xfrm>
          <a:prstGeom prst="rect">
            <a:avLst/>
          </a:prstGeom>
        </p:spPr>
        <p:txBody>
          <a:bodyPr anchor="ctr"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5400" b="0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Arial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800" b="1" u="sng" dirty="0" smtClean="0">
                <a:solidFill>
                  <a:srgbClr val="C00000"/>
                </a:solidFill>
              </a:rPr>
              <a:t>True or False</a:t>
            </a:r>
            <a:endParaRPr lang="en-US" sz="4800" b="1" u="sng" dirty="0">
              <a:solidFill>
                <a:srgbClr val="C00000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5FD6D86-3225-428B-9B9F-91DF9C38241A}"/>
              </a:ext>
            </a:extLst>
          </p:cNvPr>
          <p:cNvSpPr txBox="1"/>
          <p:nvPr/>
        </p:nvSpPr>
        <p:spPr>
          <a:xfrm>
            <a:off x="1136073" y="4715930"/>
            <a:ext cx="10820400" cy="1661993"/>
          </a:xfrm>
          <a:prstGeom prst="rect">
            <a:avLst/>
          </a:prstGeom>
          <a:noFill/>
        </p:spPr>
        <p:txBody>
          <a:bodyPr wrap="square" lIns="36000" tIns="0" rIns="36000" bIns="0" rtlCol="0">
            <a:spAutoFit/>
          </a:bodyPr>
          <a:lstStyle/>
          <a:p>
            <a:pPr marL="342900" indent="-342900" algn="just">
              <a:lnSpc>
                <a:spcPct val="150000"/>
              </a:lnSpc>
              <a:buAutoNum type="arabicPeriod"/>
            </a:pPr>
            <a:r>
              <a:rPr lang="en-US" dirty="0" smtClean="0"/>
              <a:t>Information Technology </a:t>
            </a:r>
            <a:r>
              <a:rPr lang="en-US" dirty="0"/>
              <a:t>(IT) means creating, managing, storing </a:t>
            </a:r>
            <a:r>
              <a:rPr lang="en-US" dirty="0" smtClean="0"/>
              <a:t>and exchanging </a:t>
            </a:r>
          </a:p>
          <a:p>
            <a:pPr algn="just">
              <a:lnSpc>
                <a:spcPct val="150000"/>
              </a:lnSpc>
            </a:pPr>
            <a:r>
              <a:rPr lang="en-US" dirty="0" smtClean="0"/>
              <a:t>     information. 								        		[      ]. 2.  ICT Stands for Information Communication and Technology.					[        ]</a:t>
            </a:r>
          </a:p>
          <a:p>
            <a:pPr algn="just">
              <a:lnSpc>
                <a:spcPct val="150000"/>
              </a:lnSpc>
            </a:pPr>
            <a:r>
              <a:rPr lang="en-US" altLang="ko-KR" dirty="0" smtClean="0">
                <a:cs typeface="Arial" pitchFamily="34" charset="0"/>
              </a:rPr>
              <a:t>3.  Information Technology is not a subset of ICT.						[        ]</a:t>
            </a:r>
            <a:endParaRPr lang="ko-KR" altLang="en-US" dirty="0"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526339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735F7F3-C1B5-4B60-A00A-4EB618DDFB5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607127" y="838274"/>
            <a:ext cx="9585215" cy="561036"/>
          </a:xfrm>
        </p:spPr>
        <p:txBody>
          <a:bodyPr/>
          <a:lstStyle/>
          <a:p>
            <a:r>
              <a:rPr lang="en-US" sz="4800" b="1" u="sng" dirty="0" smtClean="0">
                <a:solidFill>
                  <a:srgbClr val="C00000"/>
                </a:solidFill>
              </a:rPr>
              <a:t>Answer the following Questions</a:t>
            </a:r>
            <a:endParaRPr lang="en-US" sz="4800" b="1" u="sng" dirty="0">
              <a:solidFill>
                <a:srgbClr val="C00000"/>
              </a:solidFill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331A8A57-B6B4-428F-BE6B-FA8BCEF38EA4}"/>
              </a:ext>
            </a:extLst>
          </p:cNvPr>
          <p:cNvGrpSpPr/>
          <p:nvPr/>
        </p:nvGrpSpPr>
        <p:grpSpPr>
          <a:xfrm flipH="1">
            <a:off x="0" y="1785483"/>
            <a:ext cx="2050473" cy="2764544"/>
            <a:chOff x="6957846" y="390184"/>
            <a:chExt cx="3835060" cy="3644618"/>
          </a:xfrm>
        </p:grpSpPr>
        <p:grpSp>
          <p:nvGrpSpPr>
            <p:cNvPr id="6" name="그룹 5">
              <a:extLst>
                <a:ext uri="{FF2B5EF4-FFF2-40B4-BE49-F238E27FC236}">
                  <a16:creationId xmlns:a16="http://schemas.microsoft.com/office/drawing/2014/main" id="{6974F655-37C0-474B-B53D-536705169473}"/>
                </a:ext>
              </a:extLst>
            </p:cNvPr>
            <p:cNvGrpSpPr/>
            <p:nvPr/>
          </p:nvGrpSpPr>
          <p:grpSpPr>
            <a:xfrm>
              <a:off x="6957846" y="390184"/>
              <a:ext cx="3835060" cy="3644618"/>
              <a:chOff x="6957846" y="390184"/>
              <a:chExt cx="3835060" cy="3644618"/>
            </a:xfrm>
          </p:grpSpPr>
          <p:sp>
            <p:nvSpPr>
              <p:cNvPr id="13" name="자유형: 도형 12">
                <a:extLst>
                  <a:ext uri="{FF2B5EF4-FFF2-40B4-BE49-F238E27FC236}">
                    <a16:creationId xmlns:a16="http://schemas.microsoft.com/office/drawing/2014/main" id="{B70DE6EE-F4D0-4529-8D1D-8804F24145D6}"/>
                  </a:ext>
                </a:extLst>
              </p:cNvPr>
              <p:cNvSpPr/>
              <p:nvPr/>
            </p:nvSpPr>
            <p:spPr>
              <a:xfrm>
                <a:off x="9741118" y="1802306"/>
                <a:ext cx="1051788" cy="1120687"/>
              </a:xfrm>
              <a:custGeom>
                <a:avLst/>
                <a:gdLst>
                  <a:gd name="connsiteX0" fmla="*/ 1038197 w 1051788"/>
                  <a:gd name="connsiteY0" fmla="*/ 861877 h 1120687"/>
                  <a:gd name="connsiteX1" fmla="*/ 977598 w 1051788"/>
                  <a:gd name="connsiteY1" fmla="*/ 774938 h 1120687"/>
                  <a:gd name="connsiteX2" fmla="*/ 575884 w 1051788"/>
                  <a:gd name="connsiteY2" fmla="*/ 363798 h 1120687"/>
                  <a:gd name="connsiteX3" fmla="*/ 218630 w 1051788"/>
                  <a:gd name="connsiteY3" fmla="*/ 72976 h 1120687"/>
                  <a:gd name="connsiteX4" fmla="*/ 189871 w 1051788"/>
                  <a:gd name="connsiteY4" fmla="*/ 48325 h 1120687"/>
                  <a:gd name="connsiteX5" fmla="*/ 164303 w 1051788"/>
                  <a:gd name="connsiteY5" fmla="*/ 31268 h 1120687"/>
                  <a:gd name="connsiteX6" fmla="*/ 28980 w 1051788"/>
                  <a:gd name="connsiteY6" fmla="*/ 4783 h 1120687"/>
                  <a:gd name="connsiteX7" fmla="*/ 38 w 1051788"/>
                  <a:gd name="connsiteY7" fmla="*/ 136108 h 1120687"/>
                  <a:gd name="connsiteX8" fmla="*/ 63609 w 1051788"/>
                  <a:gd name="connsiteY8" fmla="*/ 363871 h 1120687"/>
                  <a:gd name="connsiteX9" fmla="*/ 110563 w 1051788"/>
                  <a:gd name="connsiteY9" fmla="*/ 450626 h 1120687"/>
                  <a:gd name="connsiteX10" fmla="*/ 125713 w 1051788"/>
                  <a:gd name="connsiteY10" fmla="*/ 470398 h 1120687"/>
                  <a:gd name="connsiteX11" fmla="*/ 282568 w 1051788"/>
                  <a:gd name="connsiteY11" fmla="*/ 568304 h 1120687"/>
                  <a:gd name="connsiteX12" fmla="*/ 282605 w 1051788"/>
                  <a:gd name="connsiteY12" fmla="*/ 566984 h 1120687"/>
                  <a:gd name="connsiteX13" fmla="*/ 644884 w 1051788"/>
                  <a:gd name="connsiteY13" fmla="*/ 780881 h 1120687"/>
                  <a:gd name="connsiteX14" fmla="*/ 712234 w 1051788"/>
                  <a:gd name="connsiteY14" fmla="*/ 830916 h 1120687"/>
                  <a:gd name="connsiteX15" fmla="*/ 701596 w 1051788"/>
                  <a:gd name="connsiteY15" fmla="*/ 895735 h 1120687"/>
                  <a:gd name="connsiteX16" fmla="*/ 535496 w 1051788"/>
                  <a:gd name="connsiteY16" fmla="*/ 951309 h 1120687"/>
                  <a:gd name="connsiteX17" fmla="*/ 532855 w 1051788"/>
                  <a:gd name="connsiteY17" fmla="*/ 951529 h 1120687"/>
                  <a:gd name="connsiteX18" fmla="*/ 539788 w 1051788"/>
                  <a:gd name="connsiteY18" fmla="*/ 970311 h 1120687"/>
                  <a:gd name="connsiteX19" fmla="*/ 639125 w 1051788"/>
                  <a:gd name="connsiteY19" fmla="*/ 1109706 h 1120687"/>
                  <a:gd name="connsiteX20" fmla="*/ 663960 w 1051788"/>
                  <a:gd name="connsiteY20" fmla="*/ 1119610 h 1120687"/>
                  <a:gd name="connsiteX21" fmla="*/ 767221 w 1051788"/>
                  <a:gd name="connsiteY21" fmla="*/ 1082634 h 1120687"/>
                  <a:gd name="connsiteX22" fmla="*/ 1007861 w 1051788"/>
                  <a:gd name="connsiteY22" fmla="*/ 971705 h 1120687"/>
                  <a:gd name="connsiteX23" fmla="*/ 1038197 w 1051788"/>
                  <a:gd name="connsiteY23" fmla="*/ 861877 h 11206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1051788" h="1120687">
                    <a:moveTo>
                      <a:pt x="1038197" y="861877"/>
                    </a:moveTo>
                    <a:cubicBezTo>
                      <a:pt x="1022240" y="829999"/>
                      <a:pt x="1000377" y="802047"/>
                      <a:pt x="977598" y="774938"/>
                    </a:cubicBezTo>
                    <a:cubicBezTo>
                      <a:pt x="853903" y="627914"/>
                      <a:pt x="718434" y="492444"/>
                      <a:pt x="575884" y="363798"/>
                    </a:cubicBezTo>
                    <a:cubicBezTo>
                      <a:pt x="461727" y="260756"/>
                      <a:pt x="351642" y="152871"/>
                      <a:pt x="218630" y="72976"/>
                    </a:cubicBezTo>
                    <a:cubicBezTo>
                      <a:pt x="207956" y="66557"/>
                      <a:pt x="196841" y="59587"/>
                      <a:pt x="189871" y="48325"/>
                    </a:cubicBezTo>
                    <a:cubicBezTo>
                      <a:pt x="179637" y="45171"/>
                      <a:pt x="172777" y="36991"/>
                      <a:pt x="164303" y="31268"/>
                    </a:cubicBezTo>
                    <a:cubicBezTo>
                      <a:pt x="122925" y="3206"/>
                      <a:pt x="78098" y="-6919"/>
                      <a:pt x="28980" y="4783"/>
                    </a:cubicBezTo>
                    <a:cubicBezTo>
                      <a:pt x="12693" y="47078"/>
                      <a:pt x="698" y="90437"/>
                      <a:pt x="38" y="136108"/>
                    </a:cubicBezTo>
                    <a:cubicBezTo>
                      <a:pt x="-1100" y="218204"/>
                      <a:pt x="23588" y="293220"/>
                      <a:pt x="63609" y="363871"/>
                    </a:cubicBezTo>
                    <a:cubicBezTo>
                      <a:pt x="79823" y="392484"/>
                      <a:pt x="97467" y="420399"/>
                      <a:pt x="110563" y="450626"/>
                    </a:cubicBezTo>
                    <a:cubicBezTo>
                      <a:pt x="114121" y="458843"/>
                      <a:pt x="119073" y="465042"/>
                      <a:pt x="125713" y="470398"/>
                    </a:cubicBezTo>
                    <a:cubicBezTo>
                      <a:pt x="128170" y="473369"/>
                      <a:pt x="194970" y="514454"/>
                      <a:pt x="282568" y="568304"/>
                    </a:cubicBezTo>
                    <a:cubicBezTo>
                      <a:pt x="282605" y="567864"/>
                      <a:pt x="282605" y="567424"/>
                      <a:pt x="282605" y="566984"/>
                    </a:cubicBezTo>
                    <a:cubicBezTo>
                      <a:pt x="402485" y="639799"/>
                      <a:pt x="522768" y="711881"/>
                      <a:pt x="644884" y="780881"/>
                    </a:cubicBezTo>
                    <a:cubicBezTo>
                      <a:pt x="669352" y="794711"/>
                      <a:pt x="692829" y="810227"/>
                      <a:pt x="712234" y="830916"/>
                    </a:cubicBezTo>
                    <a:cubicBezTo>
                      <a:pt x="738059" y="858502"/>
                      <a:pt x="735271" y="878824"/>
                      <a:pt x="701596" y="895735"/>
                    </a:cubicBezTo>
                    <a:cubicBezTo>
                      <a:pt x="657246" y="918038"/>
                      <a:pt x="544190" y="948558"/>
                      <a:pt x="535496" y="951309"/>
                    </a:cubicBezTo>
                    <a:cubicBezTo>
                      <a:pt x="534616" y="951346"/>
                      <a:pt x="533736" y="951456"/>
                      <a:pt x="532855" y="951529"/>
                    </a:cubicBezTo>
                    <a:cubicBezTo>
                      <a:pt x="531534" y="959013"/>
                      <a:pt x="535900" y="964845"/>
                      <a:pt x="539788" y="970311"/>
                    </a:cubicBezTo>
                    <a:cubicBezTo>
                      <a:pt x="572766" y="1016898"/>
                      <a:pt x="606074" y="1063192"/>
                      <a:pt x="639125" y="1109706"/>
                    </a:cubicBezTo>
                    <a:cubicBezTo>
                      <a:pt x="645178" y="1118216"/>
                      <a:pt x="653028" y="1122948"/>
                      <a:pt x="663960" y="1119610"/>
                    </a:cubicBezTo>
                    <a:cubicBezTo>
                      <a:pt x="699175" y="1109559"/>
                      <a:pt x="733253" y="1096133"/>
                      <a:pt x="767221" y="1082634"/>
                    </a:cubicBezTo>
                    <a:cubicBezTo>
                      <a:pt x="849391" y="1049949"/>
                      <a:pt x="932074" y="1018072"/>
                      <a:pt x="1007861" y="971705"/>
                    </a:cubicBezTo>
                    <a:cubicBezTo>
                      <a:pt x="1054741" y="943056"/>
                      <a:pt x="1062812" y="911105"/>
                      <a:pt x="1038197" y="861877"/>
                    </a:cubicBezTo>
                    <a:close/>
                  </a:path>
                </a:pathLst>
              </a:custGeom>
              <a:solidFill>
                <a:schemeClr val="accent4">
                  <a:lumMod val="75000"/>
                </a:schemeClr>
              </a:solidFill>
              <a:ln w="366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4" name="자유형: 도형 13">
                <a:extLst>
                  <a:ext uri="{FF2B5EF4-FFF2-40B4-BE49-F238E27FC236}">
                    <a16:creationId xmlns:a16="http://schemas.microsoft.com/office/drawing/2014/main" id="{39BE19EB-8DDA-4B33-8DB5-6F14AFAB6BCC}"/>
                  </a:ext>
                </a:extLst>
              </p:cNvPr>
              <p:cNvSpPr/>
              <p:nvPr/>
            </p:nvSpPr>
            <p:spPr>
              <a:xfrm>
                <a:off x="8762612" y="1805011"/>
                <a:ext cx="1202235" cy="1454239"/>
              </a:xfrm>
              <a:custGeom>
                <a:avLst/>
                <a:gdLst>
                  <a:gd name="connsiteX0" fmla="*/ 1106236 w 1202235"/>
                  <a:gd name="connsiteY0" fmla="*/ 466812 h 1454239"/>
                  <a:gd name="connsiteX1" fmla="*/ 1058365 w 1202235"/>
                  <a:gd name="connsiteY1" fmla="*/ 372501 h 1454239"/>
                  <a:gd name="connsiteX2" fmla="*/ 986833 w 1202235"/>
                  <a:gd name="connsiteY2" fmla="*/ 133659 h 1454239"/>
                  <a:gd name="connsiteX3" fmla="*/ 1006679 w 1202235"/>
                  <a:gd name="connsiteY3" fmla="*/ 29847 h 1454239"/>
                  <a:gd name="connsiteX4" fmla="*/ 1007449 w 1202235"/>
                  <a:gd name="connsiteY4" fmla="*/ 2005 h 1454239"/>
                  <a:gd name="connsiteX5" fmla="*/ 923849 w 1202235"/>
                  <a:gd name="connsiteY5" fmla="*/ 13046 h 1454239"/>
                  <a:gd name="connsiteX6" fmla="*/ 911780 w 1202235"/>
                  <a:gd name="connsiteY6" fmla="*/ 32158 h 1454239"/>
                  <a:gd name="connsiteX7" fmla="*/ 860388 w 1202235"/>
                  <a:gd name="connsiteY7" fmla="*/ 188390 h 1454239"/>
                  <a:gd name="connsiteX8" fmla="*/ 765416 w 1202235"/>
                  <a:gd name="connsiteY8" fmla="*/ 386073 h 1454239"/>
                  <a:gd name="connsiteX9" fmla="*/ 735776 w 1202235"/>
                  <a:gd name="connsiteY9" fmla="*/ 392676 h 1454239"/>
                  <a:gd name="connsiteX10" fmla="*/ 626755 w 1202235"/>
                  <a:gd name="connsiteY10" fmla="*/ 352802 h 1454239"/>
                  <a:gd name="connsiteX11" fmla="*/ 519385 w 1202235"/>
                  <a:gd name="connsiteY11" fmla="*/ 375912 h 1454239"/>
                  <a:gd name="connsiteX12" fmla="*/ 491396 w 1202235"/>
                  <a:gd name="connsiteY12" fmla="*/ 368136 h 1454239"/>
                  <a:gd name="connsiteX13" fmla="*/ 353725 w 1202235"/>
                  <a:gd name="connsiteY13" fmla="*/ 430019 h 1454239"/>
                  <a:gd name="connsiteX14" fmla="*/ 331826 w 1202235"/>
                  <a:gd name="connsiteY14" fmla="*/ 430460 h 1454239"/>
                  <a:gd name="connsiteX15" fmla="*/ 264182 w 1202235"/>
                  <a:gd name="connsiteY15" fmla="*/ 278996 h 1454239"/>
                  <a:gd name="connsiteX16" fmla="*/ 234323 w 1202235"/>
                  <a:gd name="connsiteY16" fmla="*/ 103066 h 1454239"/>
                  <a:gd name="connsiteX17" fmla="*/ 226399 w 1202235"/>
                  <a:gd name="connsiteY17" fmla="*/ 85935 h 1454239"/>
                  <a:gd name="connsiteX18" fmla="*/ 149292 w 1202235"/>
                  <a:gd name="connsiteY18" fmla="*/ 122361 h 1454239"/>
                  <a:gd name="connsiteX19" fmla="*/ 114003 w 1202235"/>
                  <a:gd name="connsiteY19" fmla="*/ 177532 h 1454239"/>
                  <a:gd name="connsiteX20" fmla="*/ 49258 w 1202235"/>
                  <a:gd name="connsiteY20" fmla="*/ 322649 h 1454239"/>
                  <a:gd name="connsiteX21" fmla="*/ 2451 w 1202235"/>
                  <a:gd name="connsiteY21" fmla="*/ 604483 h 1454239"/>
                  <a:gd name="connsiteX22" fmla="*/ 17380 w 1202235"/>
                  <a:gd name="connsiteY22" fmla="*/ 643183 h 1454239"/>
                  <a:gd name="connsiteX23" fmla="*/ 54577 w 1202235"/>
                  <a:gd name="connsiteY23" fmla="*/ 726453 h 1454239"/>
                  <a:gd name="connsiteX24" fmla="*/ 107107 w 1202235"/>
                  <a:gd name="connsiteY24" fmla="*/ 805945 h 1454239"/>
                  <a:gd name="connsiteX25" fmla="*/ 201418 w 1202235"/>
                  <a:gd name="connsiteY25" fmla="*/ 1276879 h 1454239"/>
                  <a:gd name="connsiteX26" fmla="*/ 168147 w 1202235"/>
                  <a:gd name="connsiteY26" fmla="*/ 1402260 h 1454239"/>
                  <a:gd name="connsiteX27" fmla="*/ 604305 w 1202235"/>
                  <a:gd name="connsiteY27" fmla="*/ 1454240 h 1454239"/>
                  <a:gd name="connsiteX28" fmla="*/ 1202235 w 1202235"/>
                  <a:gd name="connsiteY28" fmla="*/ 1347860 h 1454239"/>
                  <a:gd name="connsiteX29" fmla="*/ 1040831 w 1202235"/>
                  <a:gd name="connsiteY29" fmla="*/ 1069070 h 1454239"/>
                  <a:gd name="connsiteX30" fmla="*/ 1055504 w 1202235"/>
                  <a:gd name="connsiteY30" fmla="*/ 760935 h 1454239"/>
                  <a:gd name="connsiteX31" fmla="*/ 1106236 w 1202235"/>
                  <a:gd name="connsiteY31" fmla="*/ 466812 h 14542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1202235" h="1454239">
                    <a:moveTo>
                      <a:pt x="1106236" y="466812"/>
                    </a:moveTo>
                    <a:cubicBezTo>
                      <a:pt x="1094571" y="433211"/>
                      <a:pt x="1076450" y="402801"/>
                      <a:pt x="1058365" y="372501"/>
                    </a:cubicBezTo>
                    <a:cubicBezTo>
                      <a:pt x="1014419" y="298842"/>
                      <a:pt x="986173" y="220451"/>
                      <a:pt x="986833" y="133659"/>
                    </a:cubicBezTo>
                    <a:cubicBezTo>
                      <a:pt x="987127" y="98077"/>
                      <a:pt x="994867" y="63485"/>
                      <a:pt x="1006679" y="29847"/>
                    </a:cubicBezTo>
                    <a:cubicBezTo>
                      <a:pt x="1009797" y="20896"/>
                      <a:pt x="1014822" y="11469"/>
                      <a:pt x="1007449" y="2005"/>
                    </a:cubicBezTo>
                    <a:cubicBezTo>
                      <a:pt x="978397" y="-3461"/>
                      <a:pt x="950884" y="2922"/>
                      <a:pt x="923849" y="13046"/>
                    </a:cubicBezTo>
                    <a:cubicBezTo>
                      <a:pt x="915082" y="16421"/>
                      <a:pt x="913872" y="24564"/>
                      <a:pt x="911780" y="32158"/>
                    </a:cubicBezTo>
                    <a:cubicBezTo>
                      <a:pt x="897144" y="85054"/>
                      <a:pt x="880453" y="137254"/>
                      <a:pt x="860388" y="188390"/>
                    </a:cubicBezTo>
                    <a:cubicBezTo>
                      <a:pt x="833573" y="256657"/>
                      <a:pt x="801292" y="322245"/>
                      <a:pt x="765416" y="386073"/>
                    </a:cubicBezTo>
                    <a:cubicBezTo>
                      <a:pt x="756135" y="402617"/>
                      <a:pt x="752871" y="407570"/>
                      <a:pt x="735776" y="392676"/>
                    </a:cubicBezTo>
                    <a:cubicBezTo>
                      <a:pt x="704853" y="365714"/>
                      <a:pt x="668427" y="352509"/>
                      <a:pt x="626755" y="352802"/>
                    </a:cubicBezTo>
                    <a:cubicBezTo>
                      <a:pt x="599683" y="352986"/>
                      <a:pt x="530793" y="381085"/>
                      <a:pt x="519385" y="375912"/>
                    </a:cubicBezTo>
                    <a:cubicBezTo>
                      <a:pt x="509444" y="375545"/>
                      <a:pt x="501300" y="368979"/>
                      <a:pt x="491396" y="368136"/>
                    </a:cubicBezTo>
                    <a:cubicBezTo>
                      <a:pt x="433950" y="363183"/>
                      <a:pt x="387327" y="382038"/>
                      <a:pt x="353725" y="430019"/>
                    </a:cubicBezTo>
                    <a:cubicBezTo>
                      <a:pt x="342683" y="445756"/>
                      <a:pt x="341436" y="445976"/>
                      <a:pt x="331826" y="430460"/>
                    </a:cubicBezTo>
                    <a:cubicBezTo>
                      <a:pt x="302406" y="383065"/>
                      <a:pt x="280690" y="332150"/>
                      <a:pt x="264182" y="278996"/>
                    </a:cubicBezTo>
                    <a:cubicBezTo>
                      <a:pt x="246391" y="221698"/>
                      <a:pt x="237367" y="162859"/>
                      <a:pt x="234323" y="103066"/>
                    </a:cubicBezTo>
                    <a:cubicBezTo>
                      <a:pt x="233993" y="96353"/>
                      <a:pt x="233846" y="89420"/>
                      <a:pt x="226399" y="85935"/>
                    </a:cubicBezTo>
                    <a:cubicBezTo>
                      <a:pt x="193165" y="82156"/>
                      <a:pt x="171412" y="102589"/>
                      <a:pt x="149292" y="122361"/>
                    </a:cubicBezTo>
                    <a:cubicBezTo>
                      <a:pt x="136343" y="140005"/>
                      <a:pt x="123834" y="157650"/>
                      <a:pt x="114003" y="177532"/>
                    </a:cubicBezTo>
                    <a:cubicBezTo>
                      <a:pt x="90526" y="225109"/>
                      <a:pt x="67562" y="272797"/>
                      <a:pt x="49258" y="322649"/>
                    </a:cubicBezTo>
                    <a:cubicBezTo>
                      <a:pt x="15803" y="413659"/>
                      <a:pt x="-7894" y="506320"/>
                      <a:pt x="2451" y="604483"/>
                    </a:cubicBezTo>
                    <a:cubicBezTo>
                      <a:pt x="3918" y="618275"/>
                      <a:pt x="1350" y="634599"/>
                      <a:pt x="17380" y="643183"/>
                    </a:cubicBezTo>
                    <a:cubicBezTo>
                      <a:pt x="25964" y="672639"/>
                      <a:pt x="37629" y="700775"/>
                      <a:pt x="54577" y="726453"/>
                    </a:cubicBezTo>
                    <a:cubicBezTo>
                      <a:pt x="72075" y="752975"/>
                      <a:pt x="90783" y="778726"/>
                      <a:pt x="107107" y="805945"/>
                    </a:cubicBezTo>
                    <a:cubicBezTo>
                      <a:pt x="194559" y="951612"/>
                      <a:pt x="228930" y="1107918"/>
                      <a:pt x="201418" y="1276879"/>
                    </a:cubicBezTo>
                    <a:cubicBezTo>
                      <a:pt x="194412" y="1319907"/>
                      <a:pt x="178895" y="1360369"/>
                      <a:pt x="168147" y="1402260"/>
                    </a:cubicBezTo>
                    <a:cubicBezTo>
                      <a:pt x="274600" y="1424160"/>
                      <a:pt x="495467" y="1454313"/>
                      <a:pt x="604305" y="1454240"/>
                    </a:cubicBezTo>
                    <a:cubicBezTo>
                      <a:pt x="671362" y="1454203"/>
                      <a:pt x="1135729" y="1357544"/>
                      <a:pt x="1202235" y="1347860"/>
                    </a:cubicBezTo>
                    <a:cubicBezTo>
                      <a:pt x="1139874" y="1215802"/>
                      <a:pt x="1092187" y="1171782"/>
                      <a:pt x="1040831" y="1069070"/>
                    </a:cubicBezTo>
                    <a:cubicBezTo>
                      <a:pt x="1015153" y="1021383"/>
                      <a:pt x="963797" y="900330"/>
                      <a:pt x="1055504" y="760935"/>
                    </a:cubicBezTo>
                    <a:cubicBezTo>
                      <a:pt x="1189836" y="556795"/>
                      <a:pt x="1104439" y="477230"/>
                      <a:pt x="1106236" y="466812"/>
                    </a:cubicBezTo>
                    <a:close/>
                  </a:path>
                </a:pathLst>
              </a:custGeom>
              <a:solidFill>
                <a:schemeClr val="accent4"/>
              </a:solidFill>
              <a:ln w="366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5" name="자유형: 도형 14">
                <a:extLst>
                  <a:ext uri="{FF2B5EF4-FFF2-40B4-BE49-F238E27FC236}">
                    <a16:creationId xmlns:a16="http://schemas.microsoft.com/office/drawing/2014/main" id="{BDEDFFC3-1798-4CDC-A474-5D92F48864A3}"/>
                  </a:ext>
                </a:extLst>
              </p:cNvPr>
              <p:cNvSpPr/>
              <p:nvPr/>
            </p:nvSpPr>
            <p:spPr>
              <a:xfrm>
                <a:off x="8805827" y="3138198"/>
                <a:ext cx="1734940" cy="896604"/>
              </a:xfrm>
              <a:custGeom>
                <a:avLst/>
                <a:gdLst>
                  <a:gd name="connsiteX0" fmla="*/ 283 w 1734940"/>
                  <a:gd name="connsiteY0" fmla="*/ 1167320 h 1170479"/>
                  <a:gd name="connsiteX1" fmla="*/ 27 w 1734940"/>
                  <a:gd name="connsiteY1" fmla="*/ 1079502 h 1170479"/>
                  <a:gd name="connsiteX2" fmla="*/ 35719 w 1734940"/>
                  <a:gd name="connsiteY2" fmla="*/ 535679 h 1170479"/>
                  <a:gd name="connsiteX3" fmla="*/ 124968 w 1734940"/>
                  <a:gd name="connsiteY3" fmla="*/ 69074 h 1170479"/>
                  <a:gd name="connsiteX4" fmla="*/ 646598 w 1734940"/>
                  <a:gd name="connsiteY4" fmla="*/ 87195 h 1170479"/>
                  <a:gd name="connsiteX5" fmla="*/ 1151720 w 1734940"/>
                  <a:gd name="connsiteY5" fmla="*/ 0 h 1170479"/>
                  <a:gd name="connsiteX6" fmla="*/ 1469283 w 1734940"/>
                  <a:gd name="connsiteY6" fmla="*/ 451639 h 1170479"/>
                  <a:gd name="connsiteX7" fmla="*/ 1649506 w 1734940"/>
                  <a:gd name="connsiteY7" fmla="*/ 877966 h 1170479"/>
                  <a:gd name="connsiteX8" fmla="*/ 1734720 w 1734940"/>
                  <a:gd name="connsiteY8" fmla="*/ 1167504 h 1170479"/>
                  <a:gd name="connsiteX9" fmla="*/ 283 w 1734940"/>
                  <a:gd name="connsiteY9" fmla="*/ 1167320 h 11704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734940" h="1170479">
                    <a:moveTo>
                      <a:pt x="283" y="1167320"/>
                    </a:moveTo>
                    <a:cubicBezTo>
                      <a:pt x="174" y="1138047"/>
                      <a:pt x="-83" y="1108774"/>
                      <a:pt x="27" y="1079502"/>
                    </a:cubicBezTo>
                    <a:cubicBezTo>
                      <a:pt x="724" y="897481"/>
                      <a:pt x="11912" y="716232"/>
                      <a:pt x="35719" y="535679"/>
                    </a:cubicBezTo>
                    <a:cubicBezTo>
                      <a:pt x="55821" y="383225"/>
                      <a:pt x="123611" y="73769"/>
                      <a:pt x="124968" y="69074"/>
                    </a:cubicBezTo>
                    <a:cubicBezTo>
                      <a:pt x="131975" y="62067"/>
                      <a:pt x="586218" y="88112"/>
                      <a:pt x="646598" y="87195"/>
                    </a:cubicBezTo>
                    <a:cubicBezTo>
                      <a:pt x="655108" y="90020"/>
                      <a:pt x="1101685" y="13719"/>
                      <a:pt x="1151720" y="0"/>
                    </a:cubicBezTo>
                    <a:cubicBezTo>
                      <a:pt x="1313124" y="179746"/>
                      <a:pt x="1430179" y="370863"/>
                      <a:pt x="1469283" y="451639"/>
                    </a:cubicBezTo>
                    <a:cubicBezTo>
                      <a:pt x="1536559" y="590667"/>
                      <a:pt x="1597343" y="732519"/>
                      <a:pt x="1649506" y="877966"/>
                    </a:cubicBezTo>
                    <a:cubicBezTo>
                      <a:pt x="1680649" y="964721"/>
                      <a:pt x="1738975" y="1158626"/>
                      <a:pt x="1734720" y="1167504"/>
                    </a:cubicBezTo>
                    <a:cubicBezTo>
                      <a:pt x="1728557" y="1171465"/>
                      <a:pt x="6410" y="1171539"/>
                      <a:pt x="283" y="116732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366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6" name="자유형: 도형 15">
                <a:extLst>
                  <a:ext uri="{FF2B5EF4-FFF2-40B4-BE49-F238E27FC236}">
                    <a16:creationId xmlns:a16="http://schemas.microsoft.com/office/drawing/2014/main" id="{1E10310C-D47D-4A4D-86D5-3058798B835C}"/>
                  </a:ext>
                </a:extLst>
              </p:cNvPr>
              <p:cNvSpPr/>
              <p:nvPr/>
            </p:nvSpPr>
            <p:spPr>
              <a:xfrm>
                <a:off x="8339708" y="390184"/>
                <a:ext cx="1625541" cy="1373519"/>
              </a:xfrm>
              <a:custGeom>
                <a:avLst/>
                <a:gdLst>
                  <a:gd name="connsiteX0" fmla="*/ 159808 w 1625541"/>
                  <a:gd name="connsiteY0" fmla="*/ 1084449 h 1373519"/>
                  <a:gd name="connsiteX1" fmla="*/ 242822 w 1625541"/>
                  <a:gd name="connsiteY1" fmla="*/ 1197469 h 1373519"/>
                  <a:gd name="connsiteX2" fmla="*/ 159808 w 1625541"/>
                  <a:gd name="connsiteY2" fmla="*/ 1084449 h 1373519"/>
                  <a:gd name="connsiteX3" fmla="*/ 1457389 w 1625541"/>
                  <a:gd name="connsiteY3" fmla="*/ 985808 h 1373519"/>
                  <a:gd name="connsiteX4" fmla="*/ 1398843 w 1625541"/>
                  <a:gd name="connsiteY4" fmla="*/ 1056790 h 1373519"/>
                  <a:gd name="connsiteX5" fmla="*/ 1375659 w 1625541"/>
                  <a:gd name="connsiteY5" fmla="*/ 1140573 h 1373519"/>
                  <a:gd name="connsiteX6" fmla="*/ 1457902 w 1625541"/>
                  <a:gd name="connsiteY6" fmla="*/ 1070619 h 1373519"/>
                  <a:gd name="connsiteX7" fmla="*/ 1457205 w 1625541"/>
                  <a:gd name="connsiteY7" fmla="*/ 1067024 h 1373519"/>
                  <a:gd name="connsiteX8" fmla="*/ 1453684 w 1625541"/>
                  <a:gd name="connsiteY8" fmla="*/ 1034340 h 1373519"/>
                  <a:gd name="connsiteX9" fmla="*/ 1480499 w 1625541"/>
                  <a:gd name="connsiteY9" fmla="*/ 997767 h 1373519"/>
                  <a:gd name="connsiteX10" fmla="*/ 1502435 w 1625541"/>
                  <a:gd name="connsiteY10" fmla="*/ 992008 h 1373519"/>
                  <a:gd name="connsiteX11" fmla="*/ 1457389 w 1625541"/>
                  <a:gd name="connsiteY11" fmla="*/ 985808 h 1373519"/>
                  <a:gd name="connsiteX12" fmla="*/ 79457 w 1625541"/>
                  <a:gd name="connsiteY12" fmla="*/ 882109 h 1373519"/>
                  <a:gd name="connsiteX13" fmla="*/ 66180 w 1625541"/>
                  <a:gd name="connsiteY13" fmla="*/ 891190 h 1373519"/>
                  <a:gd name="connsiteX14" fmla="*/ 52145 w 1625541"/>
                  <a:gd name="connsiteY14" fmla="*/ 902759 h 1373519"/>
                  <a:gd name="connsiteX15" fmla="*/ 43231 w 1625541"/>
                  <a:gd name="connsiteY15" fmla="*/ 985955 h 1373519"/>
                  <a:gd name="connsiteX16" fmla="*/ 28521 w 1625541"/>
                  <a:gd name="connsiteY16" fmla="*/ 928363 h 1373519"/>
                  <a:gd name="connsiteX17" fmla="*/ 47738 w 1625541"/>
                  <a:gd name="connsiteY17" fmla="*/ 896954 h 1373519"/>
                  <a:gd name="connsiteX18" fmla="*/ 216484 w 1625541"/>
                  <a:gd name="connsiteY18" fmla="*/ 273429 h 1373519"/>
                  <a:gd name="connsiteX19" fmla="*/ 185519 w 1625541"/>
                  <a:gd name="connsiteY19" fmla="*/ 306943 h 1373519"/>
                  <a:gd name="connsiteX20" fmla="*/ 169050 w 1625541"/>
                  <a:gd name="connsiteY20" fmla="*/ 348907 h 1373519"/>
                  <a:gd name="connsiteX21" fmla="*/ 161386 w 1625541"/>
                  <a:gd name="connsiteY21" fmla="*/ 353769 h 1373519"/>
                  <a:gd name="connsiteX22" fmla="*/ 158745 w 1625541"/>
                  <a:gd name="connsiteY22" fmla="*/ 345107 h 1373519"/>
                  <a:gd name="connsiteX23" fmla="*/ 188054 w 1625541"/>
                  <a:gd name="connsiteY23" fmla="*/ 285461 h 1373519"/>
                  <a:gd name="connsiteX24" fmla="*/ 216484 w 1625541"/>
                  <a:gd name="connsiteY24" fmla="*/ 273429 h 1373519"/>
                  <a:gd name="connsiteX25" fmla="*/ 1080854 w 1625541"/>
                  <a:gd name="connsiteY25" fmla="*/ 12696 h 1373519"/>
                  <a:gd name="connsiteX26" fmla="*/ 1045294 w 1625541"/>
                  <a:gd name="connsiteY26" fmla="*/ 24425 h 1373519"/>
                  <a:gd name="connsiteX27" fmla="*/ 1080106 w 1625541"/>
                  <a:gd name="connsiteY27" fmla="*/ 62466 h 1373519"/>
                  <a:gd name="connsiteX28" fmla="*/ 1124529 w 1625541"/>
                  <a:gd name="connsiteY28" fmla="*/ 67234 h 1373519"/>
                  <a:gd name="connsiteX29" fmla="*/ 1121044 w 1625541"/>
                  <a:gd name="connsiteY29" fmla="*/ 29158 h 1373519"/>
                  <a:gd name="connsiteX30" fmla="*/ 1115175 w 1625541"/>
                  <a:gd name="connsiteY30" fmla="*/ 22811 h 1373519"/>
                  <a:gd name="connsiteX31" fmla="*/ 1115285 w 1625541"/>
                  <a:gd name="connsiteY31" fmla="*/ 22848 h 1373519"/>
                  <a:gd name="connsiteX32" fmla="*/ 1114955 w 1625541"/>
                  <a:gd name="connsiteY32" fmla="*/ 22555 h 1373519"/>
                  <a:gd name="connsiteX33" fmla="*/ 1115175 w 1625541"/>
                  <a:gd name="connsiteY33" fmla="*/ 22811 h 1373519"/>
                  <a:gd name="connsiteX34" fmla="*/ 1080854 w 1625541"/>
                  <a:gd name="connsiteY34" fmla="*/ 12696 h 1373519"/>
                  <a:gd name="connsiteX35" fmla="*/ 1076438 w 1625541"/>
                  <a:gd name="connsiteY35" fmla="*/ 518 h 1373519"/>
                  <a:gd name="connsiteX36" fmla="*/ 1114991 w 1625541"/>
                  <a:gd name="connsiteY36" fmla="*/ 22518 h 1373519"/>
                  <a:gd name="connsiteX37" fmla="*/ 1226434 w 1625541"/>
                  <a:gd name="connsiteY37" fmla="*/ 47205 h 1373519"/>
                  <a:gd name="connsiteX38" fmla="*/ 1293197 w 1625541"/>
                  <a:gd name="connsiteY38" fmla="*/ 100102 h 1373519"/>
                  <a:gd name="connsiteX39" fmla="*/ 1325661 w 1625541"/>
                  <a:gd name="connsiteY39" fmla="*/ 185316 h 1373519"/>
                  <a:gd name="connsiteX40" fmla="*/ 1405849 w 1625541"/>
                  <a:gd name="connsiteY40" fmla="*/ 235572 h 1373519"/>
                  <a:gd name="connsiteX41" fmla="*/ 1490403 w 1625541"/>
                  <a:gd name="connsiteY41" fmla="*/ 257361 h 1373519"/>
                  <a:gd name="connsiteX42" fmla="*/ 1511496 w 1625541"/>
                  <a:gd name="connsiteY42" fmla="*/ 313009 h 1373519"/>
                  <a:gd name="connsiteX43" fmla="*/ 1511679 w 1625541"/>
                  <a:gd name="connsiteY43" fmla="*/ 369427 h 1373519"/>
                  <a:gd name="connsiteX44" fmla="*/ 1498400 w 1625541"/>
                  <a:gd name="connsiteY44" fmla="*/ 370821 h 1373519"/>
                  <a:gd name="connsiteX45" fmla="*/ 1477711 w 1625541"/>
                  <a:gd name="connsiteY45" fmla="*/ 394078 h 1373519"/>
                  <a:gd name="connsiteX46" fmla="*/ 1487982 w 1625541"/>
                  <a:gd name="connsiteY46" fmla="*/ 412566 h 1373519"/>
                  <a:gd name="connsiteX47" fmla="*/ 1564832 w 1625541"/>
                  <a:gd name="connsiteY47" fmla="*/ 495433 h 1373519"/>
                  <a:gd name="connsiteX48" fmla="*/ 1516815 w 1625541"/>
                  <a:gd name="connsiteY48" fmla="*/ 376837 h 1373519"/>
                  <a:gd name="connsiteX49" fmla="*/ 1569455 w 1625541"/>
                  <a:gd name="connsiteY49" fmla="*/ 509812 h 1373519"/>
                  <a:gd name="connsiteX50" fmla="*/ 1558853 w 1625541"/>
                  <a:gd name="connsiteY50" fmla="*/ 571733 h 1373519"/>
                  <a:gd name="connsiteX51" fmla="*/ 1552104 w 1625541"/>
                  <a:gd name="connsiteY51" fmla="*/ 584755 h 1373519"/>
                  <a:gd name="connsiteX52" fmla="*/ 1544951 w 1625541"/>
                  <a:gd name="connsiteY52" fmla="*/ 612231 h 1373519"/>
                  <a:gd name="connsiteX53" fmla="*/ 1567950 w 1625541"/>
                  <a:gd name="connsiteY53" fmla="*/ 635928 h 1373519"/>
                  <a:gd name="connsiteX54" fmla="*/ 1590621 w 1625541"/>
                  <a:gd name="connsiteY54" fmla="*/ 661973 h 1373519"/>
                  <a:gd name="connsiteX55" fmla="*/ 1572463 w 1625541"/>
                  <a:gd name="connsiteY55" fmla="*/ 595650 h 1373519"/>
                  <a:gd name="connsiteX56" fmla="*/ 1596233 w 1625541"/>
                  <a:gd name="connsiteY56" fmla="*/ 652655 h 1373519"/>
                  <a:gd name="connsiteX57" fmla="*/ 1602653 w 1625541"/>
                  <a:gd name="connsiteY57" fmla="*/ 681304 h 1373519"/>
                  <a:gd name="connsiteX58" fmla="*/ 1591244 w 1625541"/>
                  <a:gd name="connsiteY58" fmla="*/ 824404 h 1373519"/>
                  <a:gd name="connsiteX59" fmla="*/ 1586989 w 1625541"/>
                  <a:gd name="connsiteY59" fmla="*/ 840728 h 1373519"/>
                  <a:gd name="connsiteX60" fmla="*/ 1592015 w 1625541"/>
                  <a:gd name="connsiteY60" fmla="*/ 920953 h 1373519"/>
                  <a:gd name="connsiteX61" fmla="*/ 1536550 w 1625541"/>
                  <a:gd name="connsiteY61" fmla="*/ 987312 h 1373519"/>
                  <a:gd name="connsiteX62" fmla="*/ 1486882 w 1625541"/>
                  <a:gd name="connsiteY62" fmla="*/ 1005507 h 1373519"/>
                  <a:gd name="connsiteX63" fmla="*/ 1473052 w 1625541"/>
                  <a:gd name="connsiteY63" fmla="*/ 1031222 h 1373519"/>
                  <a:gd name="connsiteX64" fmla="*/ 1471768 w 1625541"/>
                  <a:gd name="connsiteY64" fmla="*/ 1118893 h 1373519"/>
                  <a:gd name="connsiteX65" fmla="*/ 1424227 w 1625541"/>
                  <a:gd name="connsiteY65" fmla="*/ 1159465 h 1373519"/>
                  <a:gd name="connsiteX66" fmla="*/ 1367773 w 1625541"/>
                  <a:gd name="connsiteY66" fmla="*/ 1143398 h 1373519"/>
                  <a:gd name="connsiteX67" fmla="*/ 1362014 w 1625541"/>
                  <a:gd name="connsiteY67" fmla="*/ 1141417 h 1373519"/>
                  <a:gd name="connsiteX68" fmla="*/ 1313482 w 1625541"/>
                  <a:gd name="connsiteY68" fmla="*/ 1154843 h 1373519"/>
                  <a:gd name="connsiteX69" fmla="*/ 1240007 w 1625541"/>
                  <a:gd name="connsiteY69" fmla="*/ 1211077 h 1373519"/>
                  <a:gd name="connsiteX70" fmla="*/ 1159231 w 1625541"/>
                  <a:gd name="connsiteY70" fmla="*/ 1302014 h 1373519"/>
                  <a:gd name="connsiteX71" fmla="*/ 1151381 w 1625541"/>
                  <a:gd name="connsiteY71" fmla="*/ 1313496 h 1373519"/>
                  <a:gd name="connsiteX72" fmla="*/ 1075484 w 1625541"/>
                  <a:gd name="connsiteY72" fmla="*/ 1334992 h 1373519"/>
                  <a:gd name="connsiteX73" fmla="*/ 1057986 w 1625541"/>
                  <a:gd name="connsiteY73" fmla="*/ 1318485 h 1373519"/>
                  <a:gd name="connsiteX74" fmla="*/ 863971 w 1625541"/>
                  <a:gd name="connsiteY74" fmla="*/ 1357662 h 1373519"/>
                  <a:gd name="connsiteX75" fmla="*/ 832240 w 1625541"/>
                  <a:gd name="connsiteY75" fmla="*/ 1356635 h 1373519"/>
                  <a:gd name="connsiteX76" fmla="*/ 825051 w 1625541"/>
                  <a:gd name="connsiteY76" fmla="*/ 1363054 h 1373519"/>
                  <a:gd name="connsiteX77" fmla="*/ 748347 w 1625541"/>
                  <a:gd name="connsiteY77" fmla="*/ 1368740 h 1373519"/>
                  <a:gd name="connsiteX78" fmla="*/ 554662 w 1625541"/>
                  <a:gd name="connsiteY78" fmla="*/ 1310855 h 1373519"/>
                  <a:gd name="connsiteX79" fmla="*/ 504113 w 1625541"/>
                  <a:gd name="connsiteY79" fmla="*/ 1251428 h 1373519"/>
                  <a:gd name="connsiteX80" fmla="*/ 477444 w 1625541"/>
                  <a:gd name="connsiteY80" fmla="*/ 1241047 h 1373519"/>
                  <a:gd name="connsiteX81" fmla="*/ 399016 w 1625541"/>
                  <a:gd name="connsiteY81" fmla="*/ 1257738 h 1373519"/>
                  <a:gd name="connsiteX82" fmla="*/ 300377 w 1625541"/>
                  <a:gd name="connsiteY82" fmla="*/ 1210784 h 1373519"/>
                  <a:gd name="connsiteX83" fmla="*/ 268096 w 1625541"/>
                  <a:gd name="connsiteY83" fmla="*/ 1180117 h 1373519"/>
                  <a:gd name="connsiteX84" fmla="*/ 214759 w 1625541"/>
                  <a:gd name="connsiteY84" fmla="*/ 1133750 h 1373519"/>
                  <a:gd name="connsiteX85" fmla="*/ 197371 w 1625541"/>
                  <a:gd name="connsiteY85" fmla="*/ 1085659 h 1373519"/>
                  <a:gd name="connsiteX86" fmla="*/ 125473 w 1625541"/>
                  <a:gd name="connsiteY86" fmla="*/ 1036651 h 1373519"/>
                  <a:gd name="connsiteX87" fmla="*/ 55922 w 1625541"/>
                  <a:gd name="connsiteY87" fmla="*/ 1000115 h 1373519"/>
                  <a:gd name="connsiteX88" fmla="*/ 106104 w 1625541"/>
                  <a:gd name="connsiteY88" fmla="*/ 1018456 h 1373519"/>
                  <a:gd name="connsiteX89" fmla="*/ 159551 w 1625541"/>
                  <a:gd name="connsiteY89" fmla="*/ 1004406 h 1373519"/>
                  <a:gd name="connsiteX90" fmla="*/ 167071 w 1625541"/>
                  <a:gd name="connsiteY90" fmla="*/ 992595 h 1373519"/>
                  <a:gd name="connsiteX91" fmla="*/ 155333 w 1625541"/>
                  <a:gd name="connsiteY91" fmla="*/ 985662 h 1373519"/>
                  <a:gd name="connsiteX92" fmla="*/ 124556 w 1625541"/>
                  <a:gd name="connsiteY92" fmla="*/ 981296 h 1373519"/>
                  <a:gd name="connsiteX93" fmla="*/ 78372 w 1625541"/>
                  <a:gd name="connsiteY93" fmla="*/ 911709 h 1373519"/>
                  <a:gd name="connsiteX94" fmla="*/ 83604 w 1625541"/>
                  <a:gd name="connsiteY94" fmla="*/ 896738 h 1373519"/>
                  <a:gd name="connsiteX95" fmla="*/ 81210 w 1625541"/>
                  <a:gd name="connsiteY95" fmla="*/ 881289 h 1373519"/>
                  <a:gd name="connsiteX96" fmla="*/ 79457 w 1625541"/>
                  <a:gd name="connsiteY96" fmla="*/ 882109 h 1373519"/>
                  <a:gd name="connsiteX97" fmla="*/ 81124 w 1625541"/>
                  <a:gd name="connsiteY97" fmla="*/ 880969 h 1373519"/>
                  <a:gd name="connsiteX98" fmla="*/ 81168 w 1625541"/>
                  <a:gd name="connsiteY98" fmla="*/ 881020 h 1373519"/>
                  <a:gd name="connsiteX99" fmla="*/ 81160 w 1625541"/>
                  <a:gd name="connsiteY99" fmla="*/ 880969 h 1373519"/>
                  <a:gd name="connsiteX100" fmla="*/ 81417 w 1625541"/>
                  <a:gd name="connsiteY100" fmla="*/ 881262 h 1373519"/>
                  <a:gd name="connsiteX101" fmla="*/ 98254 w 1625541"/>
                  <a:gd name="connsiteY101" fmla="*/ 849825 h 1373519"/>
                  <a:gd name="connsiteX102" fmla="*/ 88240 w 1625541"/>
                  <a:gd name="connsiteY102" fmla="*/ 837060 h 1373519"/>
                  <a:gd name="connsiteX103" fmla="*/ 38792 w 1625541"/>
                  <a:gd name="connsiteY103" fmla="*/ 779761 h 1373519"/>
                  <a:gd name="connsiteX104" fmla="*/ 46128 w 1625541"/>
                  <a:gd name="connsiteY104" fmla="*/ 698325 h 1373519"/>
                  <a:gd name="connsiteX105" fmla="*/ 41579 w 1625541"/>
                  <a:gd name="connsiteY105" fmla="*/ 662303 h 1373519"/>
                  <a:gd name="connsiteX106" fmla="*/ 2585 w 1625541"/>
                  <a:gd name="connsiteY106" fmla="*/ 594843 h 1373519"/>
                  <a:gd name="connsiteX107" fmla="*/ 6767 w 1625541"/>
                  <a:gd name="connsiteY107" fmla="*/ 551264 h 1373519"/>
                  <a:gd name="connsiteX108" fmla="*/ 58160 w 1625541"/>
                  <a:gd name="connsiteY108" fmla="*/ 669382 h 1373519"/>
                  <a:gd name="connsiteX109" fmla="*/ 64543 w 1625541"/>
                  <a:gd name="connsiteY109" fmla="*/ 644585 h 1373519"/>
                  <a:gd name="connsiteX110" fmla="*/ 68651 w 1625541"/>
                  <a:gd name="connsiteY110" fmla="*/ 544808 h 1373519"/>
                  <a:gd name="connsiteX111" fmla="*/ 57463 w 1625541"/>
                  <a:gd name="connsiteY111" fmla="*/ 523055 h 1373519"/>
                  <a:gd name="connsiteX112" fmla="*/ 105114 w 1625541"/>
                  <a:gd name="connsiteY112" fmla="*/ 509299 h 1373519"/>
                  <a:gd name="connsiteX113" fmla="*/ 164943 w 1625541"/>
                  <a:gd name="connsiteY113" fmla="*/ 421407 h 1373519"/>
                  <a:gd name="connsiteX114" fmla="*/ 169236 w 1625541"/>
                  <a:gd name="connsiteY114" fmla="*/ 348775 h 1373519"/>
                  <a:gd name="connsiteX115" fmla="*/ 169185 w 1625541"/>
                  <a:gd name="connsiteY115" fmla="*/ 348833 h 1373519"/>
                  <a:gd name="connsiteX116" fmla="*/ 168943 w 1625541"/>
                  <a:gd name="connsiteY116" fmla="*/ 349179 h 1373519"/>
                  <a:gd name="connsiteX117" fmla="*/ 168996 w 1625541"/>
                  <a:gd name="connsiteY117" fmla="*/ 349045 h 1373519"/>
                  <a:gd name="connsiteX118" fmla="*/ 168942 w 1625541"/>
                  <a:gd name="connsiteY118" fmla="*/ 349105 h 1373519"/>
                  <a:gd name="connsiteX119" fmla="*/ 169011 w 1625541"/>
                  <a:gd name="connsiteY119" fmla="*/ 349005 h 1373519"/>
                  <a:gd name="connsiteX120" fmla="*/ 169050 w 1625541"/>
                  <a:gd name="connsiteY120" fmla="*/ 348907 h 1373519"/>
                  <a:gd name="connsiteX121" fmla="*/ 169103 w 1625541"/>
                  <a:gd name="connsiteY121" fmla="*/ 348873 h 1373519"/>
                  <a:gd name="connsiteX122" fmla="*/ 194890 w 1625541"/>
                  <a:gd name="connsiteY122" fmla="*/ 311725 h 1373519"/>
                  <a:gd name="connsiteX123" fmla="*/ 229946 w 1625541"/>
                  <a:gd name="connsiteY123" fmla="*/ 282599 h 1373519"/>
                  <a:gd name="connsiteX124" fmla="*/ 233137 w 1625541"/>
                  <a:gd name="connsiteY124" fmla="*/ 270053 h 1373519"/>
                  <a:gd name="connsiteX125" fmla="*/ 240914 w 1625541"/>
                  <a:gd name="connsiteY125" fmla="*/ 265505 h 1373519"/>
                  <a:gd name="connsiteX126" fmla="*/ 297075 w 1625541"/>
                  <a:gd name="connsiteY126" fmla="*/ 257398 h 1373519"/>
                  <a:gd name="connsiteX127" fmla="*/ 353310 w 1625541"/>
                  <a:gd name="connsiteY127" fmla="*/ 151091 h 1373519"/>
                  <a:gd name="connsiteX128" fmla="*/ 349531 w 1625541"/>
                  <a:gd name="connsiteY128" fmla="*/ 145552 h 1373519"/>
                  <a:gd name="connsiteX129" fmla="*/ 341425 w 1625541"/>
                  <a:gd name="connsiteY129" fmla="*/ 151385 h 1373519"/>
                  <a:gd name="connsiteX130" fmla="*/ 316223 w 1625541"/>
                  <a:gd name="connsiteY130" fmla="*/ 206225 h 1373519"/>
                  <a:gd name="connsiteX131" fmla="*/ 302247 w 1625541"/>
                  <a:gd name="connsiteY131" fmla="*/ 232527 h 1373519"/>
                  <a:gd name="connsiteX132" fmla="*/ 365415 w 1625541"/>
                  <a:gd name="connsiteY132" fmla="*/ 114849 h 1373519"/>
                  <a:gd name="connsiteX133" fmla="*/ 441458 w 1625541"/>
                  <a:gd name="connsiteY133" fmla="*/ 108869 h 1373519"/>
                  <a:gd name="connsiteX134" fmla="*/ 518566 w 1625541"/>
                  <a:gd name="connsiteY134" fmla="*/ 129008 h 1373519"/>
                  <a:gd name="connsiteX135" fmla="*/ 640610 w 1625541"/>
                  <a:gd name="connsiteY135" fmla="*/ 50177 h 1373519"/>
                  <a:gd name="connsiteX136" fmla="*/ 519996 w 1625541"/>
                  <a:gd name="connsiteY136" fmla="*/ 109493 h 1373519"/>
                  <a:gd name="connsiteX137" fmla="*/ 525242 w 1625541"/>
                  <a:gd name="connsiteY137" fmla="*/ 99002 h 1373519"/>
                  <a:gd name="connsiteX138" fmla="*/ 600479 w 1625541"/>
                  <a:gd name="connsiteY138" fmla="*/ 51351 h 1373519"/>
                  <a:gd name="connsiteX139" fmla="*/ 705721 w 1625541"/>
                  <a:gd name="connsiteY139" fmla="*/ 72847 h 1373519"/>
                  <a:gd name="connsiteX140" fmla="*/ 796585 w 1625541"/>
                  <a:gd name="connsiteY140" fmla="*/ 59934 h 1373519"/>
                  <a:gd name="connsiteX141" fmla="*/ 909935 w 1625541"/>
                  <a:gd name="connsiteY141" fmla="*/ 16759 h 1373519"/>
                  <a:gd name="connsiteX142" fmla="*/ 979412 w 1625541"/>
                  <a:gd name="connsiteY142" fmla="*/ 49296 h 1373519"/>
                  <a:gd name="connsiteX143" fmla="*/ 999734 w 1625541"/>
                  <a:gd name="connsiteY143" fmla="*/ 47976 h 1373519"/>
                  <a:gd name="connsiteX144" fmla="*/ 1043056 w 1625541"/>
                  <a:gd name="connsiteY144" fmla="*/ 12027 h 1373519"/>
                  <a:gd name="connsiteX145" fmla="*/ 1076438 w 1625541"/>
                  <a:gd name="connsiteY145" fmla="*/ 518 h 13735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</a:cxnLst>
                <a:rect l="l" t="t" r="r" b="b"/>
                <a:pathLst>
                  <a:path w="1625541" h="1373519">
                    <a:moveTo>
                      <a:pt x="159808" y="1084449"/>
                    </a:moveTo>
                    <a:cubicBezTo>
                      <a:pt x="171547" y="1136135"/>
                      <a:pt x="195684" y="1174615"/>
                      <a:pt x="242822" y="1197469"/>
                    </a:cubicBezTo>
                    <a:cubicBezTo>
                      <a:pt x="185156" y="1193030"/>
                      <a:pt x="146456" y="1141417"/>
                      <a:pt x="159808" y="1084449"/>
                    </a:cubicBezTo>
                    <a:close/>
                    <a:moveTo>
                      <a:pt x="1457389" y="985808"/>
                    </a:moveTo>
                    <a:cubicBezTo>
                      <a:pt x="1409077" y="985221"/>
                      <a:pt x="1388278" y="1009542"/>
                      <a:pt x="1398843" y="1056790"/>
                    </a:cubicBezTo>
                    <a:cubicBezTo>
                      <a:pt x="1406033" y="1088850"/>
                      <a:pt x="1399686" y="1115629"/>
                      <a:pt x="1375659" y="1140573"/>
                    </a:cubicBezTo>
                    <a:cubicBezTo>
                      <a:pt x="1445687" y="1153632"/>
                      <a:pt x="1464579" y="1146589"/>
                      <a:pt x="1457902" y="1070619"/>
                    </a:cubicBezTo>
                    <a:cubicBezTo>
                      <a:pt x="1457792" y="1069408"/>
                      <a:pt x="1457352" y="1068235"/>
                      <a:pt x="1457205" y="1067024"/>
                    </a:cubicBezTo>
                    <a:cubicBezTo>
                      <a:pt x="1455958" y="1056129"/>
                      <a:pt x="1454051" y="1045271"/>
                      <a:pt x="1453684" y="1034340"/>
                    </a:cubicBezTo>
                    <a:cubicBezTo>
                      <a:pt x="1453023" y="1015448"/>
                      <a:pt x="1462451" y="1003233"/>
                      <a:pt x="1480499" y="997767"/>
                    </a:cubicBezTo>
                    <a:cubicBezTo>
                      <a:pt x="1486771" y="995896"/>
                      <a:pt x="1493191" y="994429"/>
                      <a:pt x="1502435" y="992008"/>
                    </a:cubicBezTo>
                    <a:cubicBezTo>
                      <a:pt x="1486148" y="985368"/>
                      <a:pt x="1471512" y="985992"/>
                      <a:pt x="1457389" y="985808"/>
                    </a:cubicBezTo>
                    <a:close/>
                    <a:moveTo>
                      <a:pt x="79457" y="882109"/>
                    </a:moveTo>
                    <a:lnTo>
                      <a:pt x="66180" y="891190"/>
                    </a:lnTo>
                    <a:cubicBezTo>
                      <a:pt x="61105" y="894468"/>
                      <a:pt x="56180" y="897972"/>
                      <a:pt x="52145" y="902759"/>
                    </a:cubicBezTo>
                    <a:cubicBezTo>
                      <a:pt x="30539" y="928437"/>
                      <a:pt x="27934" y="956022"/>
                      <a:pt x="43231" y="985955"/>
                    </a:cubicBezTo>
                    <a:cubicBezTo>
                      <a:pt x="26650" y="969448"/>
                      <a:pt x="21258" y="949969"/>
                      <a:pt x="28521" y="928363"/>
                    </a:cubicBezTo>
                    <a:cubicBezTo>
                      <a:pt x="32795" y="915726"/>
                      <a:pt x="39068" y="905033"/>
                      <a:pt x="47738" y="896954"/>
                    </a:cubicBezTo>
                    <a:close/>
                    <a:moveTo>
                      <a:pt x="216484" y="273429"/>
                    </a:moveTo>
                    <a:cubicBezTo>
                      <a:pt x="204214" y="283461"/>
                      <a:pt x="193667" y="294475"/>
                      <a:pt x="185519" y="306943"/>
                    </a:cubicBezTo>
                    <a:lnTo>
                      <a:pt x="169050" y="348907"/>
                    </a:lnTo>
                    <a:lnTo>
                      <a:pt x="161386" y="353769"/>
                    </a:lnTo>
                    <a:cubicBezTo>
                      <a:pt x="159653" y="352975"/>
                      <a:pt x="158782" y="349912"/>
                      <a:pt x="158745" y="345107"/>
                    </a:cubicBezTo>
                    <a:cubicBezTo>
                      <a:pt x="158598" y="320456"/>
                      <a:pt x="167769" y="300134"/>
                      <a:pt x="188054" y="285461"/>
                    </a:cubicBezTo>
                    <a:cubicBezTo>
                      <a:pt x="196418" y="279408"/>
                      <a:pt x="205846" y="275483"/>
                      <a:pt x="216484" y="273429"/>
                    </a:cubicBezTo>
                    <a:close/>
                    <a:moveTo>
                      <a:pt x="1080854" y="12696"/>
                    </a:moveTo>
                    <a:cubicBezTo>
                      <a:pt x="1069285" y="12256"/>
                      <a:pt x="1057510" y="15457"/>
                      <a:pt x="1045294" y="24425"/>
                    </a:cubicBezTo>
                    <a:cubicBezTo>
                      <a:pt x="1065726" y="30221"/>
                      <a:pt x="1070165" y="48599"/>
                      <a:pt x="1080106" y="62466"/>
                    </a:cubicBezTo>
                    <a:cubicBezTo>
                      <a:pt x="1091074" y="77799"/>
                      <a:pt x="1109893" y="79560"/>
                      <a:pt x="1124529" y="67234"/>
                    </a:cubicBezTo>
                    <a:cubicBezTo>
                      <a:pt x="1137955" y="55936"/>
                      <a:pt x="1136928" y="44711"/>
                      <a:pt x="1121044" y="29158"/>
                    </a:cubicBezTo>
                    <a:cubicBezTo>
                      <a:pt x="1118990" y="27140"/>
                      <a:pt x="1117119" y="24939"/>
                      <a:pt x="1115175" y="22811"/>
                    </a:cubicBezTo>
                    <a:cubicBezTo>
                      <a:pt x="1115212" y="22848"/>
                      <a:pt x="1115248" y="22848"/>
                      <a:pt x="1115285" y="22848"/>
                    </a:cubicBezTo>
                    <a:cubicBezTo>
                      <a:pt x="1115285" y="22848"/>
                      <a:pt x="1114955" y="22555"/>
                      <a:pt x="1114955" y="22555"/>
                    </a:cubicBezTo>
                    <a:cubicBezTo>
                      <a:pt x="1115028" y="22665"/>
                      <a:pt x="1115101" y="22738"/>
                      <a:pt x="1115175" y="22811"/>
                    </a:cubicBezTo>
                    <a:cubicBezTo>
                      <a:pt x="1103785" y="17217"/>
                      <a:pt x="1092422" y="13136"/>
                      <a:pt x="1080854" y="12696"/>
                    </a:cubicBezTo>
                    <a:close/>
                    <a:moveTo>
                      <a:pt x="1076438" y="518"/>
                    </a:moveTo>
                    <a:cubicBezTo>
                      <a:pt x="1088800" y="2489"/>
                      <a:pt x="1102024" y="10046"/>
                      <a:pt x="1114991" y="22518"/>
                    </a:cubicBezTo>
                    <a:cubicBezTo>
                      <a:pt x="1149033" y="44821"/>
                      <a:pt x="1185569" y="51901"/>
                      <a:pt x="1226434" y="47205"/>
                    </a:cubicBezTo>
                    <a:cubicBezTo>
                      <a:pt x="1255266" y="43867"/>
                      <a:pt x="1286080" y="71306"/>
                      <a:pt x="1293197" y="100102"/>
                    </a:cubicBezTo>
                    <a:cubicBezTo>
                      <a:pt x="1300570" y="129852"/>
                      <a:pt x="1309557" y="158941"/>
                      <a:pt x="1325661" y="185316"/>
                    </a:cubicBezTo>
                    <a:cubicBezTo>
                      <a:pt x="1344002" y="215359"/>
                      <a:pt x="1369423" y="233334"/>
                      <a:pt x="1405849" y="235572"/>
                    </a:cubicBezTo>
                    <a:cubicBezTo>
                      <a:pt x="1435159" y="237406"/>
                      <a:pt x="1464065" y="243348"/>
                      <a:pt x="1490403" y="257361"/>
                    </a:cubicBezTo>
                    <a:cubicBezTo>
                      <a:pt x="1516008" y="270971"/>
                      <a:pt x="1521730" y="285754"/>
                      <a:pt x="1511496" y="313009"/>
                    </a:cubicBezTo>
                    <a:cubicBezTo>
                      <a:pt x="1504489" y="331681"/>
                      <a:pt x="1505773" y="349985"/>
                      <a:pt x="1511679" y="369427"/>
                    </a:cubicBezTo>
                    <a:cubicBezTo>
                      <a:pt x="1506654" y="369941"/>
                      <a:pt x="1502472" y="370087"/>
                      <a:pt x="1498400" y="370821"/>
                    </a:cubicBezTo>
                    <a:cubicBezTo>
                      <a:pt x="1485451" y="373132"/>
                      <a:pt x="1481966" y="383770"/>
                      <a:pt x="1477711" y="394078"/>
                    </a:cubicBezTo>
                    <a:cubicBezTo>
                      <a:pt x="1473236" y="405009"/>
                      <a:pt x="1482186" y="407907"/>
                      <a:pt x="1487982" y="412566"/>
                    </a:cubicBezTo>
                    <a:cubicBezTo>
                      <a:pt x="1516962" y="435823"/>
                      <a:pt x="1544657" y="460290"/>
                      <a:pt x="1564832" y="495433"/>
                    </a:cubicBezTo>
                    <a:cubicBezTo>
                      <a:pt x="1573526" y="443893"/>
                      <a:pt x="1547592" y="409411"/>
                      <a:pt x="1516815" y="376837"/>
                    </a:cubicBezTo>
                    <a:cubicBezTo>
                      <a:pt x="1568574" y="394445"/>
                      <a:pt x="1590180" y="459740"/>
                      <a:pt x="1569455" y="509812"/>
                    </a:cubicBezTo>
                    <a:cubicBezTo>
                      <a:pt x="1562228" y="527200"/>
                      <a:pt x="1552654" y="549540"/>
                      <a:pt x="1558853" y="571733"/>
                    </a:cubicBezTo>
                    <a:cubicBezTo>
                      <a:pt x="1560614" y="578079"/>
                      <a:pt x="1563805" y="582811"/>
                      <a:pt x="1552104" y="584755"/>
                    </a:cubicBezTo>
                    <a:cubicBezTo>
                      <a:pt x="1535707" y="587470"/>
                      <a:pt x="1533285" y="600199"/>
                      <a:pt x="1544951" y="612231"/>
                    </a:cubicBezTo>
                    <a:cubicBezTo>
                      <a:pt x="1552617" y="620154"/>
                      <a:pt x="1560504" y="627858"/>
                      <a:pt x="1567950" y="635928"/>
                    </a:cubicBezTo>
                    <a:cubicBezTo>
                      <a:pt x="1574884" y="643411"/>
                      <a:pt x="1581376" y="651298"/>
                      <a:pt x="1590621" y="661973"/>
                    </a:cubicBezTo>
                    <a:cubicBezTo>
                      <a:pt x="1592161" y="635854"/>
                      <a:pt x="1584605" y="616119"/>
                      <a:pt x="1572463" y="595650"/>
                    </a:cubicBezTo>
                    <a:cubicBezTo>
                      <a:pt x="1592345" y="607609"/>
                      <a:pt x="1600488" y="626390"/>
                      <a:pt x="1596233" y="652655"/>
                    </a:cubicBezTo>
                    <a:cubicBezTo>
                      <a:pt x="1594436" y="663843"/>
                      <a:pt x="1596820" y="672024"/>
                      <a:pt x="1602653" y="681304"/>
                    </a:cubicBezTo>
                    <a:cubicBezTo>
                      <a:pt x="1634090" y="731486"/>
                      <a:pt x="1635741" y="780165"/>
                      <a:pt x="1591244" y="824404"/>
                    </a:cubicBezTo>
                    <a:cubicBezTo>
                      <a:pt x="1586219" y="829393"/>
                      <a:pt x="1585742" y="834125"/>
                      <a:pt x="1586989" y="840728"/>
                    </a:cubicBezTo>
                    <a:cubicBezTo>
                      <a:pt x="1592381" y="867213"/>
                      <a:pt x="1594472" y="893991"/>
                      <a:pt x="1592015" y="920953"/>
                    </a:cubicBezTo>
                    <a:cubicBezTo>
                      <a:pt x="1588640" y="957783"/>
                      <a:pt x="1571986" y="976968"/>
                      <a:pt x="1536550" y="987312"/>
                    </a:cubicBezTo>
                    <a:cubicBezTo>
                      <a:pt x="1519639" y="992228"/>
                      <a:pt x="1503206" y="998831"/>
                      <a:pt x="1486882" y="1005507"/>
                    </a:cubicBezTo>
                    <a:cubicBezTo>
                      <a:pt x="1475767" y="1010056"/>
                      <a:pt x="1471218" y="1017062"/>
                      <a:pt x="1473052" y="1031222"/>
                    </a:cubicBezTo>
                    <a:cubicBezTo>
                      <a:pt x="1476867" y="1060238"/>
                      <a:pt x="1472062" y="1089621"/>
                      <a:pt x="1471768" y="1118893"/>
                    </a:cubicBezTo>
                    <a:cubicBezTo>
                      <a:pt x="1471548" y="1140903"/>
                      <a:pt x="1447888" y="1158804"/>
                      <a:pt x="1424227" y="1159465"/>
                    </a:cubicBezTo>
                    <a:cubicBezTo>
                      <a:pt x="1404015" y="1160015"/>
                      <a:pt x="1384243" y="1156934"/>
                      <a:pt x="1367773" y="1143398"/>
                    </a:cubicBezTo>
                    <a:cubicBezTo>
                      <a:pt x="1366012" y="1141930"/>
                      <a:pt x="1363921" y="1139106"/>
                      <a:pt x="1362014" y="1141417"/>
                    </a:cubicBezTo>
                    <a:cubicBezTo>
                      <a:pt x="1348991" y="1157374"/>
                      <a:pt x="1329769" y="1151981"/>
                      <a:pt x="1313482" y="1154843"/>
                    </a:cubicBezTo>
                    <a:cubicBezTo>
                      <a:pt x="1278560" y="1161005"/>
                      <a:pt x="1254203" y="1178906"/>
                      <a:pt x="1240007" y="1211077"/>
                    </a:cubicBezTo>
                    <a:cubicBezTo>
                      <a:pt x="1222729" y="1249961"/>
                      <a:pt x="1196611" y="1280995"/>
                      <a:pt x="1159231" y="1302014"/>
                    </a:cubicBezTo>
                    <a:cubicBezTo>
                      <a:pt x="1158717" y="1307260"/>
                      <a:pt x="1156003" y="1311258"/>
                      <a:pt x="1151381" y="1313496"/>
                    </a:cubicBezTo>
                    <a:cubicBezTo>
                      <a:pt x="1127354" y="1325124"/>
                      <a:pt x="1103106" y="1336019"/>
                      <a:pt x="1075484" y="1334992"/>
                    </a:cubicBezTo>
                    <a:cubicBezTo>
                      <a:pt x="1065616" y="1332718"/>
                      <a:pt x="1060517" y="1326665"/>
                      <a:pt x="1057986" y="1318485"/>
                    </a:cubicBezTo>
                    <a:cubicBezTo>
                      <a:pt x="997900" y="1343759"/>
                      <a:pt x="932458" y="1357662"/>
                      <a:pt x="863971" y="1357662"/>
                    </a:cubicBezTo>
                    <a:cubicBezTo>
                      <a:pt x="853333" y="1357662"/>
                      <a:pt x="842732" y="1357295"/>
                      <a:pt x="832240" y="1356635"/>
                    </a:cubicBezTo>
                    <a:cubicBezTo>
                      <a:pt x="830479" y="1359092"/>
                      <a:pt x="828205" y="1361293"/>
                      <a:pt x="825051" y="1363054"/>
                    </a:cubicBezTo>
                    <a:cubicBezTo>
                      <a:pt x="799923" y="1371088"/>
                      <a:pt x="774795" y="1378791"/>
                      <a:pt x="748347" y="1368740"/>
                    </a:cubicBezTo>
                    <a:cubicBezTo>
                      <a:pt x="678173" y="1368263"/>
                      <a:pt x="611190" y="1357478"/>
                      <a:pt x="554662" y="1310855"/>
                    </a:cubicBezTo>
                    <a:cubicBezTo>
                      <a:pt x="534156" y="1293944"/>
                      <a:pt x="516952" y="1274465"/>
                      <a:pt x="504113" y="1251428"/>
                    </a:cubicBezTo>
                    <a:cubicBezTo>
                      <a:pt x="497620" y="1239763"/>
                      <a:pt x="489953" y="1236352"/>
                      <a:pt x="477444" y="1241047"/>
                    </a:cubicBezTo>
                    <a:cubicBezTo>
                      <a:pt x="452206" y="1250475"/>
                      <a:pt x="425611" y="1254913"/>
                      <a:pt x="399016" y="1257738"/>
                    </a:cubicBezTo>
                    <a:cubicBezTo>
                      <a:pt x="356134" y="1262250"/>
                      <a:pt x="314059" y="1251355"/>
                      <a:pt x="300377" y="1210784"/>
                    </a:cubicBezTo>
                    <a:cubicBezTo>
                      <a:pt x="300120" y="1189398"/>
                      <a:pt x="289702" y="1182171"/>
                      <a:pt x="268096" y="1180117"/>
                    </a:cubicBezTo>
                    <a:cubicBezTo>
                      <a:pt x="241500" y="1177623"/>
                      <a:pt x="222829" y="1160785"/>
                      <a:pt x="214759" y="1133750"/>
                    </a:cubicBezTo>
                    <a:cubicBezTo>
                      <a:pt x="209880" y="1117389"/>
                      <a:pt x="205258" y="1100589"/>
                      <a:pt x="197371" y="1085659"/>
                    </a:cubicBezTo>
                    <a:cubicBezTo>
                      <a:pt x="182368" y="1057230"/>
                      <a:pt x="161385" y="1036761"/>
                      <a:pt x="125473" y="1036651"/>
                    </a:cubicBezTo>
                    <a:cubicBezTo>
                      <a:pt x="96970" y="1036541"/>
                      <a:pt x="75658" y="1019190"/>
                      <a:pt x="55922" y="1000115"/>
                    </a:cubicBezTo>
                    <a:cubicBezTo>
                      <a:pt x="72319" y="1007304"/>
                      <a:pt x="88056" y="1015888"/>
                      <a:pt x="106104" y="1018456"/>
                    </a:cubicBezTo>
                    <a:cubicBezTo>
                      <a:pt x="126023" y="1021281"/>
                      <a:pt x="143521" y="1015741"/>
                      <a:pt x="159551" y="1004406"/>
                    </a:cubicBezTo>
                    <a:cubicBezTo>
                      <a:pt x="163513" y="1001582"/>
                      <a:pt x="167952" y="997803"/>
                      <a:pt x="167071" y="992595"/>
                    </a:cubicBezTo>
                    <a:cubicBezTo>
                      <a:pt x="166117" y="986835"/>
                      <a:pt x="159991" y="986469"/>
                      <a:pt x="155333" y="985662"/>
                    </a:cubicBezTo>
                    <a:cubicBezTo>
                      <a:pt x="145135" y="983937"/>
                      <a:pt x="134717" y="983240"/>
                      <a:pt x="124556" y="981296"/>
                    </a:cubicBezTo>
                    <a:cubicBezTo>
                      <a:pt x="83801" y="973520"/>
                      <a:pt x="70779" y="952941"/>
                      <a:pt x="78372" y="911709"/>
                    </a:cubicBezTo>
                    <a:cubicBezTo>
                      <a:pt x="79289" y="906739"/>
                      <a:pt x="82086" y="901805"/>
                      <a:pt x="83604" y="896738"/>
                    </a:cubicBezTo>
                    <a:lnTo>
                      <a:pt x="81210" y="881289"/>
                    </a:lnTo>
                    <a:lnTo>
                      <a:pt x="79457" y="882109"/>
                    </a:lnTo>
                    <a:lnTo>
                      <a:pt x="81124" y="880969"/>
                    </a:lnTo>
                    <a:lnTo>
                      <a:pt x="81168" y="881020"/>
                    </a:lnTo>
                    <a:lnTo>
                      <a:pt x="81160" y="880969"/>
                    </a:lnTo>
                    <a:lnTo>
                      <a:pt x="81417" y="881262"/>
                    </a:lnTo>
                    <a:cubicBezTo>
                      <a:pt x="93155" y="874146"/>
                      <a:pt x="93339" y="860573"/>
                      <a:pt x="98254" y="849825"/>
                    </a:cubicBezTo>
                    <a:cubicBezTo>
                      <a:pt x="101886" y="841938"/>
                      <a:pt x="92679" y="840214"/>
                      <a:pt x="88240" y="837060"/>
                    </a:cubicBezTo>
                    <a:cubicBezTo>
                      <a:pt x="67111" y="821909"/>
                      <a:pt x="48366" y="804852"/>
                      <a:pt x="38792" y="779761"/>
                    </a:cubicBezTo>
                    <a:cubicBezTo>
                      <a:pt x="27970" y="751405"/>
                      <a:pt x="33619" y="724113"/>
                      <a:pt x="46128" y="698325"/>
                    </a:cubicBezTo>
                    <a:cubicBezTo>
                      <a:pt x="53024" y="684056"/>
                      <a:pt x="53868" y="674848"/>
                      <a:pt x="41579" y="662303"/>
                    </a:cubicBezTo>
                    <a:cubicBezTo>
                      <a:pt x="23201" y="643558"/>
                      <a:pt x="9482" y="620851"/>
                      <a:pt x="2585" y="594843"/>
                    </a:cubicBezTo>
                    <a:cubicBezTo>
                      <a:pt x="-1083" y="580977"/>
                      <a:pt x="-1780" y="567294"/>
                      <a:pt x="6767" y="551264"/>
                    </a:cubicBezTo>
                    <a:cubicBezTo>
                      <a:pt x="12600" y="597264"/>
                      <a:pt x="35600" y="632626"/>
                      <a:pt x="58160" y="669382"/>
                    </a:cubicBezTo>
                    <a:cubicBezTo>
                      <a:pt x="67001" y="661202"/>
                      <a:pt x="70449" y="655003"/>
                      <a:pt x="64543" y="644585"/>
                    </a:cubicBezTo>
                    <a:cubicBezTo>
                      <a:pt x="45358" y="610800"/>
                      <a:pt x="40075" y="577235"/>
                      <a:pt x="68651" y="544808"/>
                    </a:cubicBezTo>
                    <a:cubicBezTo>
                      <a:pt x="79766" y="532189"/>
                      <a:pt x="65276" y="529254"/>
                      <a:pt x="57463" y="523055"/>
                    </a:cubicBezTo>
                    <a:cubicBezTo>
                      <a:pt x="74154" y="518286"/>
                      <a:pt x="89927" y="514654"/>
                      <a:pt x="105114" y="509299"/>
                    </a:cubicBezTo>
                    <a:cubicBezTo>
                      <a:pt x="146749" y="494626"/>
                      <a:pt x="166778" y="465573"/>
                      <a:pt x="164943" y="421407"/>
                    </a:cubicBezTo>
                    <a:cubicBezTo>
                      <a:pt x="163953" y="396939"/>
                      <a:pt x="162486" y="372692"/>
                      <a:pt x="169236" y="348775"/>
                    </a:cubicBezTo>
                    <a:lnTo>
                      <a:pt x="169185" y="348833"/>
                    </a:lnTo>
                    <a:lnTo>
                      <a:pt x="168943" y="349179"/>
                    </a:lnTo>
                    <a:lnTo>
                      <a:pt x="168996" y="349045"/>
                    </a:lnTo>
                    <a:lnTo>
                      <a:pt x="168942" y="349105"/>
                    </a:lnTo>
                    <a:lnTo>
                      <a:pt x="169011" y="349005"/>
                    </a:lnTo>
                    <a:lnTo>
                      <a:pt x="169050" y="348907"/>
                    </a:lnTo>
                    <a:lnTo>
                      <a:pt x="169103" y="348873"/>
                    </a:lnTo>
                    <a:lnTo>
                      <a:pt x="194890" y="311725"/>
                    </a:lnTo>
                    <a:cubicBezTo>
                      <a:pt x="205020" y="300619"/>
                      <a:pt x="216667" y="290889"/>
                      <a:pt x="229946" y="282599"/>
                    </a:cubicBezTo>
                    <a:cubicBezTo>
                      <a:pt x="233504" y="280361"/>
                      <a:pt x="243738" y="277867"/>
                      <a:pt x="233137" y="270053"/>
                    </a:cubicBezTo>
                    <a:cubicBezTo>
                      <a:pt x="231303" y="268733"/>
                      <a:pt x="237869" y="265982"/>
                      <a:pt x="240914" y="265505"/>
                    </a:cubicBezTo>
                    <a:cubicBezTo>
                      <a:pt x="259622" y="262644"/>
                      <a:pt x="278550" y="261030"/>
                      <a:pt x="297075" y="257398"/>
                    </a:cubicBezTo>
                    <a:cubicBezTo>
                      <a:pt x="337866" y="249401"/>
                      <a:pt x="369377" y="189278"/>
                      <a:pt x="353310" y="151091"/>
                    </a:cubicBezTo>
                    <a:cubicBezTo>
                      <a:pt x="352429" y="149000"/>
                      <a:pt x="351182" y="146029"/>
                      <a:pt x="349531" y="145552"/>
                    </a:cubicBezTo>
                    <a:cubicBezTo>
                      <a:pt x="345093" y="144305"/>
                      <a:pt x="343295" y="148413"/>
                      <a:pt x="341425" y="151385"/>
                    </a:cubicBezTo>
                    <a:cubicBezTo>
                      <a:pt x="330603" y="168515"/>
                      <a:pt x="324000" y="187664"/>
                      <a:pt x="316223" y="206225"/>
                    </a:cubicBezTo>
                    <a:cubicBezTo>
                      <a:pt x="313069" y="213782"/>
                      <a:pt x="312188" y="222476"/>
                      <a:pt x="302247" y="232527"/>
                    </a:cubicBezTo>
                    <a:cubicBezTo>
                      <a:pt x="315306" y="185169"/>
                      <a:pt x="328916" y="143718"/>
                      <a:pt x="365415" y="114849"/>
                    </a:cubicBezTo>
                    <a:cubicBezTo>
                      <a:pt x="388965" y="96214"/>
                      <a:pt x="414863" y="96984"/>
                      <a:pt x="441458" y="108869"/>
                    </a:cubicBezTo>
                    <a:cubicBezTo>
                      <a:pt x="465999" y="119837"/>
                      <a:pt x="490613" y="131392"/>
                      <a:pt x="518566" y="129008"/>
                    </a:cubicBezTo>
                    <a:cubicBezTo>
                      <a:pt x="572966" y="124349"/>
                      <a:pt x="612400" y="96104"/>
                      <a:pt x="640610" y="50177"/>
                    </a:cubicBezTo>
                    <a:cubicBezTo>
                      <a:pt x="596847" y="62245"/>
                      <a:pt x="560788" y="89868"/>
                      <a:pt x="519996" y="109493"/>
                    </a:cubicBezTo>
                    <a:cubicBezTo>
                      <a:pt x="518015" y="103550"/>
                      <a:pt x="522638" y="101496"/>
                      <a:pt x="525242" y="99002"/>
                    </a:cubicBezTo>
                    <a:cubicBezTo>
                      <a:pt x="547068" y="77982"/>
                      <a:pt x="571646" y="61402"/>
                      <a:pt x="600479" y="51351"/>
                    </a:cubicBezTo>
                    <a:cubicBezTo>
                      <a:pt x="639949" y="37558"/>
                      <a:pt x="674651" y="44711"/>
                      <a:pt x="705721" y="72847"/>
                    </a:cubicBezTo>
                    <a:cubicBezTo>
                      <a:pt x="749484" y="112464"/>
                      <a:pt x="765881" y="109860"/>
                      <a:pt x="796585" y="59934"/>
                    </a:cubicBezTo>
                    <a:cubicBezTo>
                      <a:pt x="825381" y="13127"/>
                      <a:pt x="857405" y="875"/>
                      <a:pt x="909935" y="16759"/>
                    </a:cubicBezTo>
                    <a:cubicBezTo>
                      <a:pt x="934659" y="24242"/>
                      <a:pt x="957696" y="35504"/>
                      <a:pt x="979412" y="49296"/>
                    </a:cubicBezTo>
                    <a:cubicBezTo>
                      <a:pt x="987189" y="54249"/>
                      <a:pt x="992581" y="55386"/>
                      <a:pt x="999734" y="47976"/>
                    </a:cubicBezTo>
                    <a:cubicBezTo>
                      <a:pt x="1012793" y="34513"/>
                      <a:pt x="1029704" y="25856"/>
                      <a:pt x="1043056" y="12027"/>
                    </a:cubicBezTo>
                    <a:cubicBezTo>
                      <a:pt x="1052575" y="2159"/>
                      <a:pt x="1064076" y="-1454"/>
                      <a:pt x="1076438" y="518"/>
                    </a:cubicBezTo>
                    <a:close/>
                  </a:path>
                </a:pathLst>
              </a:custGeom>
              <a:solidFill>
                <a:srgbClr val="693723"/>
              </a:solidFill>
              <a:ln w="366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7" name="자유형: 도형 16">
                <a:extLst>
                  <a:ext uri="{FF2B5EF4-FFF2-40B4-BE49-F238E27FC236}">
                    <a16:creationId xmlns:a16="http://schemas.microsoft.com/office/drawing/2014/main" id="{9A9C1565-C9B6-43D0-AA3D-72FD46CD09E0}"/>
                  </a:ext>
                </a:extLst>
              </p:cNvPr>
              <p:cNvSpPr/>
              <p:nvPr/>
            </p:nvSpPr>
            <p:spPr>
              <a:xfrm>
                <a:off x="7940651" y="1937869"/>
                <a:ext cx="969670" cy="1131758"/>
              </a:xfrm>
              <a:custGeom>
                <a:avLst/>
                <a:gdLst>
                  <a:gd name="connsiteX0" fmla="*/ 967768 w 969670"/>
                  <a:gd name="connsiteY0" fmla="*/ 764 h 1131758"/>
                  <a:gd name="connsiteX1" fmla="*/ 967842 w 969670"/>
                  <a:gd name="connsiteY1" fmla="*/ 874 h 1131758"/>
                  <a:gd name="connsiteX2" fmla="*/ 845285 w 969670"/>
                  <a:gd name="connsiteY2" fmla="*/ 303984 h 1131758"/>
                  <a:gd name="connsiteX3" fmla="*/ 839379 w 969670"/>
                  <a:gd name="connsiteY3" fmla="*/ 510288 h 1131758"/>
                  <a:gd name="connsiteX4" fmla="*/ 693748 w 969670"/>
                  <a:gd name="connsiteY4" fmla="*/ 693482 h 1131758"/>
                  <a:gd name="connsiteX5" fmla="*/ 445736 w 969670"/>
                  <a:gd name="connsiteY5" fmla="*/ 1017648 h 1131758"/>
                  <a:gd name="connsiteX6" fmla="*/ 380917 w 969670"/>
                  <a:gd name="connsiteY6" fmla="*/ 1087199 h 1131758"/>
                  <a:gd name="connsiteX7" fmla="*/ 205537 w 969670"/>
                  <a:gd name="connsiteY7" fmla="*/ 1118342 h 1131758"/>
                  <a:gd name="connsiteX8" fmla="*/ 2901 w 969670"/>
                  <a:gd name="connsiteY8" fmla="*/ 969410 h 1131758"/>
                  <a:gd name="connsiteX9" fmla="*/ 11888 w 969670"/>
                  <a:gd name="connsiteY9" fmla="*/ 940724 h 1131758"/>
                  <a:gd name="connsiteX10" fmla="*/ 68636 w 969670"/>
                  <a:gd name="connsiteY10" fmla="*/ 869083 h 1131758"/>
                  <a:gd name="connsiteX11" fmla="*/ 105906 w 969670"/>
                  <a:gd name="connsiteY11" fmla="*/ 814792 h 1131758"/>
                  <a:gd name="connsiteX12" fmla="*/ 124394 w 969670"/>
                  <a:gd name="connsiteY12" fmla="*/ 803934 h 1131758"/>
                  <a:gd name="connsiteX13" fmla="*/ 204803 w 969670"/>
                  <a:gd name="connsiteY13" fmla="*/ 858151 h 1131758"/>
                  <a:gd name="connsiteX14" fmla="*/ 279783 w 969670"/>
                  <a:gd name="connsiteY14" fmla="*/ 848320 h 1131758"/>
                  <a:gd name="connsiteX15" fmla="*/ 398635 w 969670"/>
                  <a:gd name="connsiteY15" fmla="*/ 688457 h 1131758"/>
                  <a:gd name="connsiteX16" fmla="*/ 853979 w 969670"/>
                  <a:gd name="connsiteY16" fmla="*/ 91591 h 1131758"/>
                  <a:gd name="connsiteX17" fmla="*/ 967768 w 969670"/>
                  <a:gd name="connsiteY17" fmla="*/ 764 h 11317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969670" h="1131758">
                    <a:moveTo>
                      <a:pt x="967768" y="764"/>
                    </a:moveTo>
                    <a:cubicBezTo>
                      <a:pt x="970850" y="5790"/>
                      <a:pt x="969676" y="-2611"/>
                      <a:pt x="967842" y="874"/>
                    </a:cubicBezTo>
                    <a:cubicBezTo>
                      <a:pt x="917366" y="98010"/>
                      <a:pt x="869862" y="196357"/>
                      <a:pt x="845285" y="303984"/>
                    </a:cubicBezTo>
                    <a:cubicBezTo>
                      <a:pt x="829658" y="372361"/>
                      <a:pt x="823532" y="441031"/>
                      <a:pt x="839379" y="510288"/>
                    </a:cubicBezTo>
                    <a:cubicBezTo>
                      <a:pt x="788536" y="569531"/>
                      <a:pt x="741436" y="631745"/>
                      <a:pt x="693748" y="693482"/>
                    </a:cubicBezTo>
                    <a:cubicBezTo>
                      <a:pt x="610588" y="801146"/>
                      <a:pt x="528565" y="909727"/>
                      <a:pt x="445736" y="1017648"/>
                    </a:cubicBezTo>
                    <a:cubicBezTo>
                      <a:pt x="426404" y="1042849"/>
                      <a:pt x="404798" y="1066069"/>
                      <a:pt x="380917" y="1087199"/>
                    </a:cubicBezTo>
                    <a:cubicBezTo>
                      <a:pt x="328718" y="1133419"/>
                      <a:pt x="269768" y="1143470"/>
                      <a:pt x="205537" y="1118342"/>
                    </a:cubicBezTo>
                    <a:cubicBezTo>
                      <a:pt x="124944" y="1086832"/>
                      <a:pt x="57815" y="1036246"/>
                      <a:pt x="2901" y="969410"/>
                    </a:cubicBezTo>
                    <a:cubicBezTo>
                      <a:pt x="-5059" y="956498"/>
                      <a:pt x="5175" y="948171"/>
                      <a:pt x="11888" y="940724"/>
                    </a:cubicBezTo>
                    <a:cubicBezTo>
                      <a:pt x="32357" y="918018"/>
                      <a:pt x="50075" y="893257"/>
                      <a:pt x="68636" y="869083"/>
                    </a:cubicBezTo>
                    <a:cubicBezTo>
                      <a:pt x="82026" y="851622"/>
                      <a:pt x="93251" y="832730"/>
                      <a:pt x="105906" y="814792"/>
                    </a:cubicBezTo>
                    <a:cubicBezTo>
                      <a:pt x="110418" y="808409"/>
                      <a:pt x="114160" y="800596"/>
                      <a:pt x="124394" y="803934"/>
                    </a:cubicBezTo>
                    <a:cubicBezTo>
                      <a:pt x="151173" y="822055"/>
                      <a:pt x="177731" y="840507"/>
                      <a:pt x="204803" y="858151"/>
                    </a:cubicBezTo>
                    <a:cubicBezTo>
                      <a:pt x="236680" y="878950"/>
                      <a:pt x="256196" y="877410"/>
                      <a:pt x="279783" y="848320"/>
                    </a:cubicBezTo>
                    <a:cubicBezTo>
                      <a:pt x="321601" y="796744"/>
                      <a:pt x="363529" y="745535"/>
                      <a:pt x="398635" y="688457"/>
                    </a:cubicBezTo>
                    <a:cubicBezTo>
                      <a:pt x="530326" y="474339"/>
                      <a:pt x="675150" y="269833"/>
                      <a:pt x="853979" y="91591"/>
                    </a:cubicBezTo>
                    <a:cubicBezTo>
                      <a:pt x="890735" y="54981"/>
                      <a:pt x="926464" y="32238"/>
                      <a:pt x="967768" y="764"/>
                    </a:cubicBezTo>
                    <a:close/>
                  </a:path>
                </a:pathLst>
              </a:custGeom>
              <a:solidFill>
                <a:schemeClr val="accent4">
                  <a:lumMod val="75000"/>
                </a:schemeClr>
              </a:solidFill>
              <a:ln w="366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8" name="자유형: 도형 17">
                <a:extLst>
                  <a:ext uri="{FF2B5EF4-FFF2-40B4-BE49-F238E27FC236}">
                    <a16:creationId xmlns:a16="http://schemas.microsoft.com/office/drawing/2014/main" id="{175363C1-C20F-443C-BB6E-E782D9179061}"/>
                  </a:ext>
                </a:extLst>
              </p:cNvPr>
              <p:cNvSpPr/>
              <p:nvPr/>
            </p:nvSpPr>
            <p:spPr>
              <a:xfrm>
                <a:off x="6957846" y="2094246"/>
                <a:ext cx="962414" cy="681932"/>
              </a:xfrm>
              <a:custGeom>
                <a:avLst/>
                <a:gdLst>
                  <a:gd name="connsiteX0" fmla="*/ 846568 w 962414"/>
                  <a:gd name="connsiteY0" fmla="*/ 681086 h 681932"/>
                  <a:gd name="connsiteX1" fmla="*/ 552225 w 962414"/>
                  <a:gd name="connsiteY1" fmla="*/ 450938 h 681932"/>
                  <a:gd name="connsiteX2" fmla="*/ 517780 w 962414"/>
                  <a:gd name="connsiteY2" fmla="*/ 435054 h 681932"/>
                  <a:gd name="connsiteX3" fmla="*/ 176814 w 962414"/>
                  <a:gd name="connsiteY3" fmla="*/ 398408 h 681932"/>
                  <a:gd name="connsiteX4" fmla="*/ 100110 w 962414"/>
                  <a:gd name="connsiteY4" fmla="*/ 395767 h 681932"/>
                  <a:gd name="connsiteX5" fmla="*/ 77770 w 962414"/>
                  <a:gd name="connsiteY5" fmla="*/ 337001 h 681932"/>
                  <a:gd name="connsiteX6" fmla="*/ 87711 w 962414"/>
                  <a:gd name="connsiteY6" fmla="*/ 323832 h 681932"/>
                  <a:gd name="connsiteX7" fmla="*/ 67426 w 962414"/>
                  <a:gd name="connsiteY7" fmla="*/ 322145 h 681932"/>
                  <a:gd name="connsiteX8" fmla="*/ 33384 w 962414"/>
                  <a:gd name="connsiteY8" fmla="*/ 316239 h 681932"/>
                  <a:gd name="connsiteX9" fmla="*/ 14822 w 962414"/>
                  <a:gd name="connsiteY9" fmla="*/ 260004 h 681932"/>
                  <a:gd name="connsiteX10" fmla="*/ 14346 w 962414"/>
                  <a:gd name="connsiteY10" fmla="*/ 239645 h 681932"/>
                  <a:gd name="connsiteX11" fmla="*/ 39547 w 962414"/>
                  <a:gd name="connsiteY11" fmla="*/ 164152 h 681932"/>
                  <a:gd name="connsiteX12" fmla="*/ 47507 w 962414"/>
                  <a:gd name="connsiteY12" fmla="*/ 148268 h 681932"/>
                  <a:gd name="connsiteX13" fmla="*/ 65848 w 962414"/>
                  <a:gd name="connsiteY13" fmla="*/ 98820 h 681932"/>
                  <a:gd name="connsiteX14" fmla="*/ 115517 w 962414"/>
                  <a:gd name="connsiteY14" fmla="*/ 87081 h 681932"/>
                  <a:gd name="connsiteX15" fmla="*/ 287412 w 962414"/>
                  <a:gd name="connsiteY15" fmla="*/ 92327 h 681932"/>
                  <a:gd name="connsiteX16" fmla="*/ 377872 w 962414"/>
                  <a:gd name="connsiteY16" fmla="*/ 102781 h 681932"/>
                  <a:gd name="connsiteX17" fmla="*/ 355202 w 962414"/>
                  <a:gd name="connsiteY17" fmla="*/ 84733 h 681932"/>
                  <a:gd name="connsiteX18" fmla="*/ 349883 w 962414"/>
                  <a:gd name="connsiteY18" fmla="*/ 19842 h 681932"/>
                  <a:gd name="connsiteX19" fmla="*/ 422882 w 962414"/>
                  <a:gd name="connsiteY19" fmla="*/ 13312 h 681932"/>
                  <a:gd name="connsiteX20" fmla="*/ 458868 w 962414"/>
                  <a:gd name="connsiteY20" fmla="*/ 49848 h 681932"/>
                  <a:gd name="connsiteX21" fmla="*/ 592723 w 962414"/>
                  <a:gd name="connsiteY21" fmla="*/ 165839 h 681932"/>
                  <a:gd name="connsiteX22" fmla="*/ 673792 w 962414"/>
                  <a:gd name="connsiteY22" fmla="*/ 314551 h 681932"/>
                  <a:gd name="connsiteX23" fmla="*/ 685604 w 962414"/>
                  <a:gd name="connsiteY23" fmla="*/ 337735 h 681932"/>
                  <a:gd name="connsiteX24" fmla="*/ 942971 w 962414"/>
                  <a:gd name="connsiteY24" fmla="*/ 549578 h 681932"/>
                  <a:gd name="connsiteX25" fmla="*/ 961899 w 962414"/>
                  <a:gd name="connsiteY25" fmla="*/ 566819 h 681932"/>
                  <a:gd name="connsiteX26" fmla="*/ 954269 w 962414"/>
                  <a:gd name="connsiteY26" fmla="*/ 584060 h 681932"/>
                  <a:gd name="connsiteX27" fmla="*/ 864653 w 962414"/>
                  <a:gd name="connsiteY27" fmla="*/ 672135 h 681932"/>
                  <a:gd name="connsiteX28" fmla="*/ 846568 w 962414"/>
                  <a:gd name="connsiteY28" fmla="*/ 681086 h 6819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962414" h="681932">
                    <a:moveTo>
                      <a:pt x="846568" y="681086"/>
                    </a:moveTo>
                    <a:cubicBezTo>
                      <a:pt x="748442" y="604419"/>
                      <a:pt x="650205" y="527825"/>
                      <a:pt x="552225" y="450938"/>
                    </a:cubicBezTo>
                    <a:cubicBezTo>
                      <a:pt x="541771" y="442721"/>
                      <a:pt x="530289" y="438356"/>
                      <a:pt x="517780" y="435054"/>
                    </a:cubicBezTo>
                    <a:cubicBezTo>
                      <a:pt x="405934" y="405855"/>
                      <a:pt x="292328" y="393786"/>
                      <a:pt x="176814" y="398408"/>
                    </a:cubicBezTo>
                    <a:cubicBezTo>
                      <a:pt x="151246" y="399435"/>
                      <a:pt x="125421" y="401343"/>
                      <a:pt x="100110" y="395767"/>
                    </a:cubicBezTo>
                    <a:cubicBezTo>
                      <a:pt x="62583" y="387513"/>
                      <a:pt x="55540" y="368548"/>
                      <a:pt x="77770" y="337001"/>
                    </a:cubicBezTo>
                    <a:cubicBezTo>
                      <a:pt x="80851" y="332636"/>
                      <a:pt x="84190" y="328491"/>
                      <a:pt x="87711" y="323832"/>
                    </a:cubicBezTo>
                    <a:cubicBezTo>
                      <a:pt x="80448" y="319430"/>
                      <a:pt x="73772" y="322255"/>
                      <a:pt x="67426" y="322145"/>
                    </a:cubicBezTo>
                    <a:cubicBezTo>
                      <a:pt x="55724" y="321961"/>
                      <a:pt x="44242" y="321044"/>
                      <a:pt x="33384" y="316239"/>
                    </a:cubicBezTo>
                    <a:cubicBezTo>
                      <a:pt x="7302" y="304720"/>
                      <a:pt x="296" y="284508"/>
                      <a:pt x="14822" y="260004"/>
                    </a:cubicBezTo>
                    <a:cubicBezTo>
                      <a:pt x="19298" y="252447"/>
                      <a:pt x="21682" y="247678"/>
                      <a:pt x="14346" y="239645"/>
                    </a:cubicBezTo>
                    <a:cubicBezTo>
                      <a:pt x="-12506" y="210115"/>
                      <a:pt x="-291" y="173066"/>
                      <a:pt x="39547" y="164152"/>
                    </a:cubicBezTo>
                    <a:cubicBezTo>
                      <a:pt x="51762" y="161400"/>
                      <a:pt x="52862" y="159273"/>
                      <a:pt x="47507" y="148268"/>
                    </a:cubicBezTo>
                    <a:cubicBezTo>
                      <a:pt x="36759" y="126295"/>
                      <a:pt x="43655" y="109201"/>
                      <a:pt x="65848" y="98820"/>
                    </a:cubicBezTo>
                    <a:cubicBezTo>
                      <a:pt x="81548" y="91483"/>
                      <a:pt x="98569" y="87998"/>
                      <a:pt x="115517" y="87081"/>
                    </a:cubicBezTo>
                    <a:cubicBezTo>
                      <a:pt x="172925" y="84073"/>
                      <a:pt x="230260" y="85320"/>
                      <a:pt x="287412" y="92327"/>
                    </a:cubicBezTo>
                    <a:cubicBezTo>
                      <a:pt x="316869" y="95958"/>
                      <a:pt x="346325" y="99150"/>
                      <a:pt x="377872" y="102781"/>
                    </a:cubicBezTo>
                    <a:cubicBezTo>
                      <a:pt x="369142" y="95922"/>
                      <a:pt x="361548" y="90933"/>
                      <a:pt x="355202" y="84733"/>
                    </a:cubicBezTo>
                    <a:cubicBezTo>
                      <a:pt x="333706" y="63788"/>
                      <a:pt x="331909" y="39650"/>
                      <a:pt x="349883" y="19842"/>
                    </a:cubicBezTo>
                    <a:cubicBezTo>
                      <a:pt x="371269" y="-3782"/>
                      <a:pt x="400469" y="-6753"/>
                      <a:pt x="422882" y="13312"/>
                    </a:cubicBezTo>
                    <a:cubicBezTo>
                      <a:pt x="435574" y="24720"/>
                      <a:pt x="447753" y="36899"/>
                      <a:pt x="458868" y="49848"/>
                    </a:cubicBezTo>
                    <a:cubicBezTo>
                      <a:pt x="497825" y="95115"/>
                      <a:pt x="542321" y="134292"/>
                      <a:pt x="592723" y="165839"/>
                    </a:cubicBezTo>
                    <a:cubicBezTo>
                      <a:pt x="648444" y="200724"/>
                      <a:pt x="672472" y="251163"/>
                      <a:pt x="673792" y="314551"/>
                    </a:cubicBezTo>
                    <a:cubicBezTo>
                      <a:pt x="674012" y="324932"/>
                      <a:pt x="678121" y="331609"/>
                      <a:pt x="685604" y="337735"/>
                    </a:cubicBezTo>
                    <a:cubicBezTo>
                      <a:pt x="771478" y="408276"/>
                      <a:pt x="857243" y="478890"/>
                      <a:pt x="942971" y="549578"/>
                    </a:cubicBezTo>
                    <a:cubicBezTo>
                      <a:pt x="949537" y="555007"/>
                      <a:pt x="955589" y="561059"/>
                      <a:pt x="961899" y="566819"/>
                    </a:cubicBezTo>
                    <a:cubicBezTo>
                      <a:pt x="963953" y="574595"/>
                      <a:pt x="959551" y="579694"/>
                      <a:pt x="954269" y="584060"/>
                    </a:cubicBezTo>
                    <a:cubicBezTo>
                      <a:pt x="921951" y="610948"/>
                      <a:pt x="891028" y="639194"/>
                      <a:pt x="864653" y="672135"/>
                    </a:cubicBezTo>
                    <a:cubicBezTo>
                      <a:pt x="860251" y="677821"/>
                      <a:pt x="855555" y="684277"/>
                      <a:pt x="846568" y="681086"/>
                    </a:cubicBezTo>
                    <a:close/>
                  </a:path>
                </a:pathLst>
              </a:custGeom>
              <a:solidFill>
                <a:srgbClr val="F4AB92"/>
              </a:solidFill>
              <a:ln w="366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9" name="자유형: 도형 18">
                <a:extLst>
                  <a:ext uri="{FF2B5EF4-FFF2-40B4-BE49-F238E27FC236}">
                    <a16:creationId xmlns:a16="http://schemas.microsoft.com/office/drawing/2014/main" id="{151A7C95-B90A-4500-B397-32E965BEC009}"/>
                  </a:ext>
                </a:extLst>
              </p:cNvPr>
              <p:cNvSpPr/>
              <p:nvPr/>
            </p:nvSpPr>
            <p:spPr>
              <a:xfrm>
                <a:off x="7787994" y="2641952"/>
                <a:ext cx="279522" cy="296708"/>
              </a:xfrm>
              <a:custGeom>
                <a:avLst/>
                <a:gdLst>
                  <a:gd name="connsiteX0" fmla="*/ 16420 w 279522"/>
                  <a:gd name="connsiteY0" fmla="*/ 133380 h 296708"/>
                  <a:gd name="connsiteX1" fmla="*/ 131787 w 279522"/>
                  <a:gd name="connsiteY1" fmla="*/ 19260 h 296708"/>
                  <a:gd name="connsiteX2" fmla="*/ 135126 w 279522"/>
                  <a:gd name="connsiteY2" fmla="*/ 17792 h 296708"/>
                  <a:gd name="connsiteX3" fmla="*/ 205666 w 279522"/>
                  <a:gd name="connsiteY3" fmla="*/ 18526 h 296708"/>
                  <a:gd name="connsiteX4" fmla="*/ 271035 w 279522"/>
                  <a:gd name="connsiteY4" fmla="*/ 73330 h 296708"/>
                  <a:gd name="connsiteX5" fmla="*/ 277088 w 279522"/>
                  <a:gd name="connsiteY5" fmla="*/ 99852 h 296708"/>
                  <a:gd name="connsiteX6" fmla="*/ 224742 w 279522"/>
                  <a:gd name="connsiteY6" fmla="*/ 174171 h 296708"/>
                  <a:gd name="connsiteX7" fmla="*/ 162381 w 279522"/>
                  <a:gd name="connsiteY7" fmla="*/ 252672 h 296708"/>
                  <a:gd name="connsiteX8" fmla="*/ 155595 w 279522"/>
                  <a:gd name="connsiteY8" fmla="*/ 265328 h 296708"/>
                  <a:gd name="connsiteX9" fmla="*/ 126138 w 279522"/>
                  <a:gd name="connsiteY9" fmla="*/ 290419 h 296708"/>
                  <a:gd name="connsiteX10" fmla="*/ 105559 w 279522"/>
                  <a:gd name="connsiteY10" fmla="*/ 291409 h 296708"/>
                  <a:gd name="connsiteX11" fmla="*/ 3838 w 279522"/>
                  <a:gd name="connsiteY11" fmla="*/ 170283 h 296708"/>
                  <a:gd name="connsiteX12" fmla="*/ 4975 w 279522"/>
                  <a:gd name="connsiteY12" fmla="*/ 149704 h 296708"/>
                  <a:gd name="connsiteX13" fmla="*/ 16420 w 279522"/>
                  <a:gd name="connsiteY13" fmla="*/ 133380 h 2967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79522" h="296708">
                    <a:moveTo>
                      <a:pt x="16420" y="133380"/>
                    </a:moveTo>
                    <a:cubicBezTo>
                      <a:pt x="50755" y="91158"/>
                      <a:pt x="89566" y="53521"/>
                      <a:pt x="131787" y="19260"/>
                    </a:cubicBezTo>
                    <a:cubicBezTo>
                      <a:pt x="132924" y="18783"/>
                      <a:pt x="134135" y="18452"/>
                      <a:pt x="135126" y="17792"/>
                    </a:cubicBezTo>
                    <a:cubicBezTo>
                      <a:pt x="170268" y="-6052"/>
                      <a:pt x="170268" y="-6052"/>
                      <a:pt x="205666" y="18526"/>
                    </a:cubicBezTo>
                    <a:cubicBezTo>
                      <a:pt x="229107" y="34813"/>
                      <a:pt x="250309" y="53705"/>
                      <a:pt x="271035" y="73330"/>
                    </a:cubicBezTo>
                    <a:cubicBezTo>
                      <a:pt x="279986" y="81804"/>
                      <a:pt x="281600" y="89507"/>
                      <a:pt x="277088" y="99852"/>
                    </a:cubicBezTo>
                    <a:cubicBezTo>
                      <a:pt x="259700" y="124686"/>
                      <a:pt x="242936" y="149960"/>
                      <a:pt x="224742" y="174171"/>
                    </a:cubicBezTo>
                    <a:cubicBezTo>
                      <a:pt x="204676" y="200876"/>
                      <a:pt x="183290" y="226591"/>
                      <a:pt x="162381" y="252672"/>
                    </a:cubicBezTo>
                    <a:cubicBezTo>
                      <a:pt x="159299" y="256524"/>
                      <a:pt x="156218" y="260229"/>
                      <a:pt x="155595" y="265328"/>
                    </a:cubicBezTo>
                    <a:cubicBezTo>
                      <a:pt x="140921" y="267859"/>
                      <a:pt x="135639" y="281798"/>
                      <a:pt x="126138" y="290419"/>
                    </a:cubicBezTo>
                    <a:cubicBezTo>
                      <a:pt x="118545" y="297315"/>
                      <a:pt x="114180" y="299773"/>
                      <a:pt x="105559" y="291409"/>
                    </a:cubicBezTo>
                    <a:cubicBezTo>
                      <a:pt x="67446" y="254506"/>
                      <a:pt x="33294" y="214449"/>
                      <a:pt x="3838" y="170283"/>
                    </a:cubicBezTo>
                    <a:cubicBezTo>
                      <a:pt x="-1628" y="162102"/>
                      <a:pt x="-1261" y="156600"/>
                      <a:pt x="4975" y="149704"/>
                    </a:cubicBezTo>
                    <a:cubicBezTo>
                      <a:pt x="9377" y="144825"/>
                      <a:pt x="12642" y="138882"/>
                      <a:pt x="16420" y="133380"/>
                    </a:cubicBezTo>
                    <a:close/>
                  </a:path>
                </a:pathLst>
              </a:custGeom>
              <a:solidFill>
                <a:schemeClr val="accent4">
                  <a:lumMod val="50000"/>
                </a:schemeClr>
              </a:solidFill>
              <a:ln w="366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0" name="자유형: 도형 19">
                <a:extLst>
                  <a:ext uri="{FF2B5EF4-FFF2-40B4-BE49-F238E27FC236}">
                    <a16:creationId xmlns:a16="http://schemas.microsoft.com/office/drawing/2014/main" id="{5B2A4472-458C-4213-8240-4B48916AA59B}"/>
                  </a:ext>
                </a:extLst>
              </p:cNvPr>
              <p:cNvSpPr/>
              <p:nvPr/>
            </p:nvSpPr>
            <p:spPr>
              <a:xfrm>
                <a:off x="8989048" y="1692235"/>
                <a:ext cx="697450" cy="575626"/>
              </a:xfrm>
              <a:custGeom>
                <a:avLst/>
                <a:gdLst>
                  <a:gd name="connsiteX0" fmla="*/ 509964 w 697450"/>
                  <a:gd name="connsiteY0" fmla="*/ 0 h 575626"/>
                  <a:gd name="connsiteX1" fmla="*/ 424530 w 697450"/>
                  <a:gd name="connsiteY1" fmla="*/ 27512 h 575626"/>
                  <a:gd name="connsiteX2" fmla="*/ 170391 w 697450"/>
                  <a:gd name="connsiteY2" fmla="*/ 55795 h 575626"/>
                  <a:gd name="connsiteX3" fmla="*/ 99044 w 697450"/>
                  <a:gd name="connsiteY3" fmla="*/ 66726 h 575626"/>
                  <a:gd name="connsiteX4" fmla="*/ 55574 w 697450"/>
                  <a:gd name="connsiteY4" fmla="*/ 112690 h 575626"/>
                  <a:gd name="connsiteX5" fmla="*/ 0 w 697450"/>
                  <a:gd name="connsiteY5" fmla="*/ 198711 h 575626"/>
                  <a:gd name="connsiteX6" fmla="*/ 115844 w 697450"/>
                  <a:gd name="connsiteY6" fmla="*/ 575627 h 575626"/>
                  <a:gd name="connsiteX7" fmla="*/ 293462 w 697450"/>
                  <a:gd name="connsiteY7" fmla="*/ 495585 h 575626"/>
                  <a:gd name="connsiteX8" fmla="*/ 330255 w 697450"/>
                  <a:gd name="connsiteY8" fmla="*/ 488541 h 575626"/>
                  <a:gd name="connsiteX9" fmla="*/ 385169 w 697450"/>
                  <a:gd name="connsiteY9" fmla="*/ 474602 h 575626"/>
                  <a:gd name="connsiteX10" fmla="*/ 514990 w 697450"/>
                  <a:gd name="connsiteY10" fmla="*/ 522473 h 575626"/>
                  <a:gd name="connsiteX11" fmla="*/ 537476 w 697450"/>
                  <a:gd name="connsiteY11" fmla="*/ 518548 h 575626"/>
                  <a:gd name="connsiteX12" fmla="*/ 652440 w 697450"/>
                  <a:gd name="connsiteY12" fmla="*/ 276148 h 575626"/>
                  <a:gd name="connsiteX13" fmla="*/ 697450 w 697450"/>
                  <a:gd name="connsiteY13" fmla="*/ 125895 h 575626"/>
                  <a:gd name="connsiteX14" fmla="*/ 509964 w 697450"/>
                  <a:gd name="connsiteY14" fmla="*/ 0 h 5756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697450" h="575626">
                    <a:moveTo>
                      <a:pt x="509964" y="0"/>
                    </a:moveTo>
                    <a:cubicBezTo>
                      <a:pt x="482525" y="12436"/>
                      <a:pt x="454426" y="22780"/>
                      <a:pt x="424530" y="27512"/>
                    </a:cubicBezTo>
                    <a:cubicBezTo>
                      <a:pt x="409160" y="31547"/>
                      <a:pt x="200251" y="45487"/>
                      <a:pt x="170391" y="55795"/>
                    </a:cubicBezTo>
                    <a:cubicBezTo>
                      <a:pt x="146621" y="59426"/>
                      <a:pt x="122814" y="63058"/>
                      <a:pt x="99044" y="66726"/>
                    </a:cubicBezTo>
                    <a:cubicBezTo>
                      <a:pt x="84554" y="82059"/>
                      <a:pt x="70064" y="97356"/>
                      <a:pt x="55574" y="112690"/>
                    </a:cubicBezTo>
                    <a:cubicBezTo>
                      <a:pt x="41965" y="127106"/>
                      <a:pt x="6199" y="185468"/>
                      <a:pt x="0" y="198711"/>
                    </a:cubicBezTo>
                    <a:cubicBezTo>
                      <a:pt x="1321" y="335538"/>
                      <a:pt x="40131" y="460663"/>
                      <a:pt x="115844" y="575627"/>
                    </a:cubicBezTo>
                    <a:cubicBezTo>
                      <a:pt x="169731" y="495218"/>
                      <a:pt x="215108" y="475079"/>
                      <a:pt x="293462" y="495585"/>
                    </a:cubicBezTo>
                    <a:cubicBezTo>
                      <a:pt x="315582" y="514219"/>
                      <a:pt x="322919" y="499546"/>
                      <a:pt x="330255" y="488541"/>
                    </a:cubicBezTo>
                    <a:cubicBezTo>
                      <a:pt x="346432" y="486524"/>
                      <a:pt x="370239" y="480912"/>
                      <a:pt x="385169" y="474602"/>
                    </a:cubicBezTo>
                    <a:cubicBezTo>
                      <a:pt x="432123" y="468549"/>
                      <a:pt x="475666" y="484030"/>
                      <a:pt x="514990" y="522473"/>
                    </a:cubicBezTo>
                    <a:cubicBezTo>
                      <a:pt x="527499" y="534689"/>
                      <a:pt x="530910" y="529736"/>
                      <a:pt x="537476" y="518548"/>
                    </a:cubicBezTo>
                    <a:cubicBezTo>
                      <a:pt x="582963" y="441111"/>
                      <a:pt x="621810" y="360555"/>
                      <a:pt x="652440" y="276148"/>
                    </a:cubicBezTo>
                    <a:cubicBezTo>
                      <a:pt x="670305" y="226956"/>
                      <a:pt x="687619" y="177545"/>
                      <a:pt x="697450" y="125895"/>
                    </a:cubicBezTo>
                    <a:cubicBezTo>
                      <a:pt x="644076" y="70321"/>
                      <a:pt x="581716" y="28136"/>
                      <a:pt x="509964" y="0"/>
                    </a:cubicBezTo>
                    <a:close/>
                  </a:path>
                </a:pathLst>
              </a:custGeom>
              <a:solidFill>
                <a:srgbClr val="FEFCFC"/>
              </a:solidFill>
              <a:ln w="366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1" name="자유형: 도형 20">
                <a:extLst>
                  <a:ext uri="{FF2B5EF4-FFF2-40B4-BE49-F238E27FC236}">
                    <a16:creationId xmlns:a16="http://schemas.microsoft.com/office/drawing/2014/main" id="{DCF6F6E9-B527-482F-B191-FEE9F3AF9D48}"/>
                  </a:ext>
                </a:extLst>
              </p:cNvPr>
              <p:cNvSpPr/>
              <p:nvPr/>
            </p:nvSpPr>
            <p:spPr>
              <a:xfrm>
                <a:off x="8704170" y="639896"/>
                <a:ext cx="948498" cy="1555521"/>
              </a:xfrm>
              <a:custGeom>
                <a:avLst/>
                <a:gdLst>
                  <a:gd name="connsiteX0" fmla="*/ 578304 w 948498"/>
                  <a:gd name="connsiteY0" fmla="*/ 1547887 h 1555521"/>
                  <a:gd name="connsiteX1" fmla="*/ 477573 w 948498"/>
                  <a:gd name="connsiteY1" fmla="*/ 1363373 h 1555521"/>
                  <a:gd name="connsiteX2" fmla="*/ 421375 w 948498"/>
                  <a:gd name="connsiteY2" fmla="*/ 1279883 h 1555521"/>
                  <a:gd name="connsiteX3" fmla="*/ 406592 w 948498"/>
                  <a:gd name="connsiteY3" fmla="*/ 1252554 h 1555521"/>
                  <a:gd name="connsiteX4" fmla="*/ 422218 w 948498"/>
                  <a:gd name="connsiteY4" fmla="*/ 1190340 h 1555521"/>
                  <a:gd name="connsiteX5" fmla="*/ 463413 w 948498"/>
                  <a:gd name="connsiteY5" fmla="*/ 1121120 h 1555521"/>
                  <a:gd name="connsiteX6" fmla="*/ 459195 w 948498"/>
                  <a:gd name="connsiteY6" fmla="*/ 1007476 h 1555521"/>
                  <a:gd name="connsiteX7" fmla="*/ 438359 w 948498"/>
                  <a:gd name="connsiteY7" fmla="*/ 978020 h 1555521"/>
                  <a:gd name="connsiteX8" fmla="*/ 312610 w 948498"/>
                  <a:gd name="connsiteY8" fmla="*/ 906709 h 1555521"/>
                  <a:gd name="connsiteX9" fmla="*/ 126738 w 948498"/>
                  <a:gd name="connsiteY9" fmla="*/ 703192 h 1555521"/>
                  <a:gd name="connsiteX10" fmla="*/ 104692 w 948498"/>
                  <a:gd name="connsiteY10" fmla="*/ 688042 h 1555521"/>
                  <a:gd name="connsiteX11" fmla="*/ 3154 w 948498"/>
                  <a:gd name="connsiteY11" fmla="*/ 537570 h 1555521"/>
                  <a:gd name="connsiteX12" fmla="*/ 71788 w 948498"/>
                  <a:gd name="connsiteY12" fmla="*/ 523777 h 1555521"/>
                  <a:gd name="connsiteX13" fmla="*/ 93320 w 948498"/>
                  <a:gd name="connsiteY13" fmla="*/ 557892 h 1555521"/>
                  <a:gd name="connsiteX14" fmla="*/ 92037 w 948498"/>
                  <a:gd name="connsiteY14" fmla="*/ 537863 h 1555521"/>
                  <a:gd name="connsiteX15" fmla="*/ 76813 w 948498"/>
                  <a:gd name="connsiteY15" fmla="*/ 460719 h 1555521"/>
                  <a:gd name="connsiteX16" fmla="*/ 137670 w 948498"/>
                  <a:gd name="connsiteY16" fmla="*/ 332659 h 1555521"/>
                  <a:gd name="connsiteX17" fmla="*/ 234439 w 948498"/>
                  <a:gd name="connsiteY17" fmla="*/ 191284 h 1555521"/>
                  <a:gd name="connsiteX18" fmla="*/ 288620 w 948498"/>
                  <a:gd name="connsiteY18" fmla="*/ 95835 h 1555521"/>
                  <a:gd name="connsiteX19" fmla="*/ 309639 w 948498"/>
                  <a:gd name="connsiteY19" fmla="*/ 87362 h 1555521"/>
                  <a:gd name="connsiteX20" fmla="*/ 318003 w 948498"/>
                  <a:gd name="connsiteY20" fmla="*/ 107721 h 1555521"/>
                  <a:gd name="connsiteX21" fmla="*/ 386709 w 948498"/>
                  <a:gd name="connsiteY21" fmla="*/ 200455 h 1555521"/>
                  <a:gd name="connsiteX22" fmla="*/ 393863 w 948498"/>
                  <a:gd name="connsiteY22" fmla="*/ 218319 h 1555521"/>
                  <a:gd name="connsiteX23" fmla="*/ 374898 w 948498"/>
                  <a:gd name="connsiteY23" fmla="*/ 263622 h 1555521"/>
                  <a:gd name="connsiteX24" fmla="*/ 402006 w 948498"/>
                  <a:gd name="connsiteY24" fmla="*/ 325360 h 1555521"/>
                  <a:gd name="connsiteX25" fmla="*/ 437955 w 948498"/>
                  <a:gd name="connsiteY25" fmla="*/ 236184 h 1555521"/>
                  <a:gd name="connsiteX26" fmla="*/ 435167 w 948498"/>
                  <a:gd name="connsiteY26" fmla="*/ 169421 h 1555521"/>
                  <a:gd name="connsiteX27" fmla="*/ 404134 w 948498"/>
                  <a:gd name="connsiteY27" fmla="*/ 153904 h 1555521"/>
                  <a:gd name="connsiteX28" fmla="*/ 384985 w 948498"/>
                  <a:gd name="connsiteY28" fmla="*/ 42682 h 1555521"/>
                  <a:gd name="connsiteX29" fmla="*/ 447713 w 948498"/>
                  <a:gd name="connsiteY29" fmla="*/ 9337 h 1555521"/>
                  <a:gd name="connsiteX30" fmla="*/ 504865 w 948498"/>
                  <a:gd name="connsiteY30" fmla="*/ 37106 h 1555521"/>
                  <a:gd name="connsiteX31" fmla="*/ 519391 w 948498"/>
                  <a:gd name="connsiteY31" fmla="*/ 128997 h 1555521"/>
                  <a:gd name="connsiteX32" fmla="*/ 520932 w 948498"/>
                  <a:gd name="connsiteY32" fmla="*/ 143523 h 1555521"/>
                  <a:gd name="connsiteX33" fmla="*/ 529185 w 948498"/>
                  <a:gd name="connsiteY33" fmla="*/ 161681 h 1555521"/>
                  <a:gd name="connsiteX34" fmla="*/ 544776 w 948498"/>
                  <a:gd name="connsiteY34" fmla="*/ 147778 h 1555521"/>
                  <a:gd name="connsiteX35" fmla="*/ 563227 w 948498"/>
                  <a:gd name="connsiteY35" fmla="*/ 24561 h 1555521"/>
                  <a:gd name="connsiteX36" fmla="*/ 563814 w 948498"/>
                  <a:gd name="connsiteY36" fmla="*/ 2588 h 1555521"/>
                  <a:gd name="connsiteX37" fmla="*/ 586411 w 948498"/>
                  <a:gd name="connsiteY37" fmla="*/ 4935 h 1555521"/>
                  <a:gd name="connsiteX38" fmla="*/ 699100 w 948498"/>
                  <a:gd name="connsiteY38" fmla="*/ 161974 h 1555521"/>
                  <a:gd name="connsiteX39" fmla="*/ 694515 w 948498"/>
                  <a:gd name="connsiteY39" fmla="*/ 198620 h 1555521"/>
                  <a:gd name="connsiteX40" fmla="*/ 706950 w 948498"/>
                  <a:gd name="connsiteY40" fmla="*/ 220814 h 1555521"/>
                  <a:gd name="connsiteX41" fmla="*/ 852104 w 948498"/>
                  <a:gd name="connsiteY41" fmla="*/ 311273 h 1555521"/>
                  <a:gd name="connsiteX42" fmla="*/ 860541 w 948498"/>
                  <a:gd name="connsiteY42" fmla="*/ 362593 h 1555521"/>
                  <a:gd name="connsiteX43" fmla="*/ 849573 w 948498"/>
                  <a:gd name="connsiteY43" fmla="*/ 429135 h 1555521"/>
                  <a:gd name="connsiteX44" fmla="*/ 860064 w 948498"/>
                  <a:gd name="connsiteY44" fmla="*/ 407015 h 1555521"/>
                  <a:gd name="connsiteX45" fmla="*/ 905477 w 948498"/>
                  <a:gd name="connsiteY45" fmla="*/ 382071 h 1555521"/>
                  <a:gd name="connsiteX46" fmla="*/ 939776 w 948498"/>
                  <a:gd name="connsiteY46" fmla="*/ 413508 h 1555521"/>
                  <a:gd name="connsiteX47" fmla="*/ 909293 w 948498"/>
                  <a:gd name="connsiteY47" fmla="*/ 571501 h 1555521"/>
                  <a:gd name="connsiteX48" fmla="*/ 894216 w 948498"/>
                  <a:gd name="connsiteY48" fmla="*/ 601764 h 1555521"/>
                  <a:gd name="connsiteX49" fmla="*/ 696459 w 948498"/>
                  <a:gd name="connsiteY49" fmla="*/ 924059 h 1555521"/>
                  <a:gd name="connsiteX50" fmla="*/ 685417 w 948498"/>
                  <a:gd name="connsiteY50" fmla="*/ 951828 h 1555521"/>
                  <a:gd name="connsiteX51" fmla="*/ 706877 w 948498"/>
                  <a:gd name="connsiteY51" fmla="*/ 1092434 h 1555521"/>
                  <a:gd name="connsiteX52" fmla="*/ 775327 w 948498"/>
                  <a:gd name="connsiteY52" fmla="*/ 1158683 h 1555521"/>
                  <a:gd name="connsiteX53" fmla="*/ 793338 w 948498"/>
                  <a:gd name="connsiteY53" fmla="*/ 1203913 h 1555521"/>
                  <a:gd name="connsiteX54" fmla="*/ 741212 w 948498"/>
                  <a:gd name="connsiteY54" fmla="*/ 1274527 h 1555521"/>
                  <a:gd name="connsiteX55" fmla="*/ 622873 w 948498"/>
                  <a:gd name="connsiteY55" fmla="*/ 1511865 h 1555521"/>
                  <a:gd name="connsiteX56" fmla="*/ 611502 w 948498"/>
                  <a:gd name="connsiteY56" fmla="*/ 1544586 h 1555521"/>
                  <a:gd name="connsiteX57" fmla="*/ 578304 w 948498"/>
                  <a:gd name="connsiteY57" fmla="*/ 1547887 h 15555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</a:cxnLst>
                <a:rect l="l" t="t" r="r" b="b"/>
                <a:pathLst>
                  <a:path w="948498" h="1555521">
                    <a:moveTo>
                      <a:pt x="578304" y="1547887"/>
                    </a:moveTo>
                    <a:cubicBezTo>
                      <a:pt x="545509" y="1485967"/>
                      <a:pt x="518034" y="1421148"/>
                      <a:pt x="477573" y="1363373"/>
                    </a:cubicBezTo>
                    <a:cubicBezTo>
                      <a:pt x="458351" y="1335897"/>
                      <a:pt x="439826" y="1307908"/>
                      <a:pt x="421375" y="1279883"/>
                    </a:cubicBezTo>
                    <a:cubicBezTo>
                      <a:pt x="415689" y="1271262"/>
                      <a:pt x="410700" y="1262018"/>
                      <a:pt x="406592" y="1252554"/>
                    </a:cubicBezTo>
                    <a:cubicBezTo>
                      <a:pt x="394266" y="1224088"/>
                      <a:pt x="397751" y="1209342"/>
                      <a:pt x="422218" y="1190340"/>
                    </a:cubicBezTo>
                    <a:cubicBezTo>
                      <a:pt x="445145" y="1172512"/>
                      <a:pt x="457177" y="1148668"/>
                      <a:pt x="463413" y="1121120"/>
                    </a:cubicBezTo>
                    <a:cubicBezTo>
                      <a:pt x="464514" y="1116204"/>
                      <a:pt x="459671" y="1034328"/>
                      <a:pt x="459195" y="1007476"/>
                    </a:cubicBezTo>
                    <a:cubicBezTo>
                      <a:pt x="458901" y="991629"/>
                      <a:pt x="452225" y="984403"/>
                      <a:pt x="438359" y="978020"/>
                    </a:cubicBezTo>
                    <a:cubicBezTo>
                      <a:pt x="394523" y="957808"/>
                      <a:pt x="353035" y="933157"/>
                      <a:pt x="312610" y="906709"/>
                    </a:cubicBezTo>
                    <a:cubicBezTo>
                      <a:pt x="233118" y="854766"/>
                      <a:pt x="171602" y="786536"/>
                      <a:pt x="126738" y="703192"/>
                    </a:cubicBezTo>
                    <a:cubicBezTo>
                      <a:pt x="121603" y="693692"/>
                      <a:pt x="115844" y="689510"/>
                      <a:pt x="104692" y="688042"/>
                    </a:cubicBezTo>
                    <a:cubicBezTo>
                      <a:pt x="36572" y="679202"/>
                      <a:pt x="-13280" y="604626"/>
                      <a:pt x="3154" y="537570"/>
                    </a:cubicBezTo>
                    <a:cubicBezTo>
                      <a:pt x="10564" y="507416"/>
                      <a:pt x="45999" y="500226"/>
                      <a:pt x="71788" y="523777"/>
                    </a:cubicBezTo>
                    <a:cubicBezTo>
                      <a:pt x="81252" y="532434"/>
                      <a:pt x="87011" y="543769"/>
                      <a:pt x="93320" y="557892"/>
                    </a:cubicBezTo>
                    <a:cubicBezTo>
                      <a:pt x="96512" y="548684"/>
                      <a:pt x="93761" y="543292"/>
                      <a:pt x="92037" y="537863"/>
                    </a:cubicBezTo>
                    <a:cubicBezTo>
                      <a:pt x="83966" y="512735"/>
                      <a:pt x="79674" y="486837"/>
                      <a:pt x="76813" y="460719"/>
                    </a:cubicBezTo>
                    <a:cubicBezTo>
                      <a:pt x="70724" y="405658"/>
                      <a:pt x="90753" y="361676"/>
                      <a:pt x="137670" y="332659"/>
                    </a:cubicBezTo>
                    <a:cubicBezTo>
                      <a:pt x="191337" y="299498"/>
                      <a:pt x="224755" y="254635"/>
                      <a:pt x="234439" y="191284"/>
                    </a:cubicBezTo>
                    <a:cubicBezTo>
                      <a:pt x="240198" y="153391"/>
                      <a:pt x="260337" y="121770"/>
                      <a:pt x="288620" y="95835"/>
                    </a:cubicBezTo>
                    <a:cubicBezTo>
                      <a:pt x="294379" y="90553"/>
                      <a:pt x="301018" y="84464"/>
                      <a:pt x="309639" y="87362"/>
                    </a:cubicBezTo>
                    <a:cubicBezTo>
                      <a:pt x="319250" y="90590"/>
                      <a:pt x="317929" y="99980"/>
                      <a:pt x="318003" y="107721"/>
                    </a:cubicBezTo>
                    <a:cubicBezTo>
                      <a:pt x="318516" y="155298"/>
                      <a:pt x="342213" y="185965"/>
                      <a:pt x="386709" y="200455"/>
                    </a:cubicBezTo>
                    <a:cubicBezTo>
                      <a:pt x="398338" y="204233"/>
                      <a:pt x="401786" y="207021"/>
                      <a:pt x="393863" y="218319"/>
                    </a:cubicBezTo>
                    <a:cubicBezTo>
                      <a:pt x="384362" y="231818"/>
                      <a:pt x="378052" y="247152"/>
                      <a:pt x="374898" y="263622"/>
                    </a:cubicBezTo>
                    <a:cubicBezTo>
                      <a:pt x="369945" y="289667"/>
                      <a:pt x="378089" y="309072"/>
                      <a:pt x="402006" y="325360"/>
                    </a:cubicBezTo>
                    <a:cubicBezTo>
                      <a:pt x="390011" y="285375"/>
                      <a:pt x="410590" y="259220"/>
                      <a:pt x="437955" y="236184"/>
                    </a:cubicBezTo>
                    <a:cubicBezTo>
                      <a:pt x="464367" y="213954"/>
                      <a:pt x="463560" y="189376"/>
                      <a:pt x="435167" y="169421"/>
                    </a:cubicBezTo>
                    <a:cubicBezTo>
                      <a:pt x="425630" y="162708"/>
                      <a:pt x="415029" y="158049"/>
                      <a:pt x="404134" y="153904"/>
                    </a:cubicBezTo>
                    <a:cubicBezTo>
                      <a:pt x="357033" y="136003"/>
                      <a:pt x="346395" y="75146"/>
                      <a:pt x="384985" y="42682"/>
                    </a:cubicBezTo>
                    <a:cubicBezTo>
                      <a:pt x="403400" y="27202"/>
                      <a:pt x="424860" y="16454"/>
                      <a:pt x="447713" y="9337"/>
                    </a:cubicBezTo>
                    <a:cubicBezTo>
                      <a:pt x="475408" y="717"/>
                      <a:pt x="493566" y="10364"/>
                      <a:pt x="504865" y="37106"/>
                    </a:cubicBezTo>
                    <a:cubicBezTo>
                      <a:pt x="517337" y="66599"/>
                      <a:pt x="515026" y="98293"/>
                      <a:pt x="519391" y="128997"/>
                    </a:cubicBezTo>
                    <a:cubicBezTo>
                      <a:pt x="520088" y="133839"/>
                      <a:pt x="519391" y="139011"/>
                      <a:pt x="520932" y="143523"/>
                    </a:cubicBezTo>
                    <a:cubicBezTo>
                      <a:pt x="523096" y="149906"/>
                      <a:pt x="519721" y="160580"/>
                      <a:pt x="529185" y="161681"/>
                    </a:cubicBezTo>
                    <a:cubicBezTo>
                      <a:pt x="536999" y="162598"/>
                      <a:pt x="541071" y="153867"/>
                      <a:pt x="544776" y="147778"/>
                    </a:cubicBezTo>
                    <a:cubicBezTo>
                      <a:pt x="568216" y="109371"/>
                      <a:pt x="574415" y="68250"/>
                      <a:pt x="563227" y="24561"/>
                    </a:cubicBezTo>
                    <a:cubicBezTo>
                      <a:pt x="561356" y="17224"/>
                      <a:pt x="555597" y="8787"/>
                      <a:pt x="563814" y="2588"/>
                    </a:cubicBezTo>
                    <a:cubicBezTo>
                      <a:pt x="571114" y="-2915"/>
                      <a:pt x="579478" y="1560"/>
                      <a:pt x="586411" y="4935"/>
                    </a:cubicBezTo>
                    <a:cubicBezTo>
                      <a:pt x="652110" y="36996"/>
                      <a:pt x="687068" y="91323"/>
                      <a:pt x="699100" y="161974"/>
                    </a:cubicBezTo>
                    <a:cubicBezTo>
                      <a:pt x="701228" y="174557"/>
                      <a:pt x="702475" y="186332"/>
                      <a:pt x="694515" y="198620"/>
                    </a:cubicBezTo>
                    <a:cubicBezTo>
                      <a:pt x="686848" y="210432"/>
                      <a:pt x="694845" y="219163"/>
                      <a:pt x="706950" y="220814"/>
                    </a:cubicBezTo>
                    <a:cubicBezTo>
                      <a:pt x="768981" y="229251"/>
                      <a:pt x="809259" y="272536"/>
                      <a:pt x="852104" y="311273"/>
                    </a:cubicBezTo>
                    <a:cubicBezTo>
                      <a:pt x="872903" y="330055"/>
                      <a:pt x="873050" y="337685"/>
                      <a:pt x="860541" y="362593"/>
                    </a:cubicBezTo>
                    <a:cubicBezTo>
                      <a:pt x="850527" y="382548"/>
                      <a:pt x="846015" y="403311"/>
                      <a:pt x="849573" y="429135"/>
                    </a:cubicBezTo>
                    <a:cubicBezTo>
                      <a:pt x="854012" y="419671"/>
                      <a:pt x="856506" y="413031"/>
                      <a:pt x="860064" y="407015"/>
                    </a:cubicBezTo>
                    <a:cubicBezTo>
                      <a:pt x="870225" y="389848"/>
                      <a:pt x="885009" y="380274"/>
                      <a:pt x="905477" y="382071"/>
                    </a:cubicBezTo>
                    <a:cubicBezTo>
                      <a:pt x="924699" y="383722"/>
                      <a:pt x="934787" y="397221"/>
                      <a:pt x="939776" y="413508"/>
                    </a:cubicBezTo>
                    <a:cubicBezTo>
                      <a:pt x="957457" y="471284"/>
                      <a:pt x="948727" y="524731"/>
                      <a:pt x="909293" y="571501"/>
                    </a:cubicBezTo>
                    <a:cubicBezTo>
                      <a:pt x="901516" y="580709"/>
                      <a:pt x="896564" y="590026"/>
                      <a:pt x="894216" y="601764"/>
                    </a:cubicBezTo>
                    <a:cubicBezTo>
                      <a:pt x="868208" y="733639"/>
                      <a:pt x="801555" y="840790"/>
                      <a:pt x="696459" y="924059"/>
                    </a:cubicBezTo>
                    <a:cubicBezTo>
                      <a:pt x="686334" y="932093"/>
                      <a:pt x="683583" y="939576"/>
                      <a:pt x="685417" y="951828"/>
                    </a:cubicBezTo>
                    <a:cubicBezTo>
                      <a:pt x="690773" y="987447"/>
                      <a:pt x="704859" y="1087592"/>
                      <a:pt x="706877" y="1092434"/>
                    </a:cubicBezTo>
                    <a:cubicBezTo>
                      <a:pt x="720156" y="1124421"/>
                      <a:pt x="740882" y="1148522"/>
                      <a:pt x="775327" y="1158683"/>
                    </a:cubicBezTo>
                    <a:cubicBezTo>
                      <a:pt x="803609" y="1167010"/>
                      <a:pt x="808121" y="1177978"/>
                      <a:pt x="793338" y="1203913"/>
                    </a:cubicBezTo>
                    <a:cubicBezTo>
                      <a:pt x="778775" y="1229444"/>
                      <a:pt x="759407" y="1251600"/>
                      <a:pt x="741212" y="1274527"/>
                    </a:cubicBezTo>
                    <a:cubicBezTo>
                      <a:pt x="685051" y="1345361"/>
                      <a:pt x="645433" y="1424303"/>
                      <a:pt x="622873" y="1511865"/>
                    </a:cubicBezTo>
                    <a:cubicBezTo>
                      <a:pt x="620012" y="1523016"/>
                      <a:pt x="615317" y="1533691"/>
                      <a:pt x="611502" y="1544586"/>
                    </a:cubicBezTo>
                    <a:cubicBezTo>
                      <a:pt x="601891" y="1558892"/>
                      <a:pt x="590592" y="1558268"/>
                      <a:pt x="578304" y="1547887"/>
                    </a:cubicBezTo>
                    <a:close/>
                  </a:path>
                </a:pathLst>
              </a:custGeom>
              <a:solidFill>
                <a:srgbClr val="F4AB93"/>
              </a:solidFill>
              <a:ln w="366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2" name="자유형: 도형 21">
                <a:extLst>
                  <a:ext uri="{FF2B5EF4-FFF2-40B4-BE49-F238E27FC236}">
                    <a16:creationId xmlns:a16="http://schemas.microsoft.com/office/drawing/2014/main" id="{5C9EBE0D-CD09-4465-AE7B-9A65331DAC88}"/>
                  </a:ext>
                </a:extLst>
              </p:cNvPr>
              <p:cNvSpPr/>
              <p:nvPr/>
            </p:nvSpPr>
            <p:spPr>
              <a:xfrm>
                <a:off x="10163345" y="2753578"/>
                <a:ext cx="241769" cy="205337"/>
              </a:xfrm>
              <a:custGeom>
                <a:avLst/>
                <a:gdLst>
                  <a:gd name="connsiteX0" fmla="*/ 221667 w 241769"/>
                  <a:gd name="connsiteY0" fmla="*/ 151096 h 205337"/>
                  <a:gd name="connsiteX1" fmla="*/ 113306 w 241769"/>
                  <a:gd name="connsiteY1" fmla="*/ 0 h 205337"/>
                  <a:gd name="connsiteX2" fmla="*/ 7109 w 241769"/>
                  <a:gd name="connsiteY2" fmla="*/ 46147 h 205337"/>
                  <a:gd name="connsiteX3" fmla="*/ 1424 w 241769"/>
                  <a:gd name="connsiteY3" fmla="*/ 65185 h 205337"/>
                  <a:gd name="connsiteX4" fmla="*/ 1424 w 241769"/>
                  <a:gd name="connsiteY4" fmla="*/ 65185 h 205337"/>
                  <a:gd name="connsiteX5" fmla="*/ 1424 w 241769"/>
                  <a:gd name="connsiteY5" fmla="*/ 65185 h 205337"/>
                  <a:gd name="connsiteX6" fmla="*/ 72588 w 241769"/>
                  <a:gd name="connsiteY6" fmla="*/ 201535 h 205337"/>
                  <a:gd name="connsiteX7" fmla="*/ 241769 w 241769"/>
                  <a:gd name="connsiteY7" fmla="*/ 168301 h 205337"/>
                  <a:gd name="connsiteX8" fmla="*/ 221667 w 241769"/>
                  <a:gd name="connsiteY8" fmla="*/ 151096 h 2053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41769" h="205337">
                    <a:moveTo>
                      <a:pt x="221667" y="151096"/>
                    </a:moveTo>
                    <a:cubicBezTo>
                      <a:pt x="185608" y="100694"/>
                      <a:pt x="149439" y="50365"/>
                      <a:pt x="113306" y="0"/>
                    </a:cubicBezTo>
                    <a:cubicBezTo>
                      <a:pt x="72258" y="2384"/>
                      <a:pt x="37372" y="18782"/>
                      <a:pt x="7109" y="46147"/>
                    </a:cubicBezTo>
                    <a:cubicBezTo>
                      <a:pt x="1056" y="51613"/>
                      <a:pt x="-1988" y="57262"/>
                      <a:pt x="1424" y="65185"/>
                    </a:cubicBezTo>
                    <a:cubicBezTo>
                      <a:pt x="1424" y="65185"/>
                      <a:pt x="1424" y="65185"/>
                      <a:pt x="1424" y="65185"/>
                    </a:cubicBezTo>
                    <a:cubicBezTo>
                      <a:pt x="1424" y="65185"/>
                      <a:pt x="1424" y="65185"/>
                      <a:pt x="1424" y="65185"/>
                    </a:cubicBezTo>
                    <a:cubicBezTo>
                      <a:pt x="43682" y="116798"/>
                      <a:pt x="51019" y="157149"/>
                      <a:pt x="72588" y="201535"/>
                    </a:cubicBezTo>
                    <a:cubicBezTo>
                      <a:pt x="133298" y="212540"/>
                      <a:pt x="189239" y="199114"/>
                      <a:pt x="241769" y="168301"/>
                    </a:cubicBezTo>
                    <a:cubicBezTo>
                      <a:pt x="231571" y="166613"/>
                      <a:pt x="227023" y="158543"/>
                      <a:pt x="221667" y="151096"/>
                    </a:cubicBezTo>
                    <a:close/>
                  </a:path>
                </a:pathLst>
              </a:custGeom>
              <a:solidFill>
                <a:schemeClr val="accent4">
                  <a:lumMod val="50000"/>
                </a:schemeClr>
              </a:solidFill>
              <a:ln w="366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</p:grpSp>
        <p:grpSp>
          <p:nvGrpSpPr>
            <p:cNvPr id="7" name="그룹 6">
              <a:extLst>
                <a:ext uri="{FF2B5EF4-FFF2-40B4-BE49-F238E27FC236}">
                  <a16:creationId xmlns:a16="http://schemas.microsoft.com/office/drawing/2014/main" id="{5F517699-9D62-4882-9392-D4B0F18DE0D6}"/>
                </a:ext>
              </a:extLst>
            </p:cNvPr>
            <p:cNvGrpSpPr/>
            <p:nvPr/>
          </p:nvGrpSpPr>
          <p:grpSpPr>
            <a:xfrm>
              <a:off x="9232273" y="2240828"/>
              <a:ext cx="1014914" cy="1246329"/>
              <a:chOff x="9232273" y="2240828"/>
              <a:chExt cx="1014914" cy="1246329"/>
            </a:xfrm>
          </p:grpSpPr>
          <p:sp>
            <p:nvSpPr>
              <p:cNvPr id="9" name="자유형: 도형 8">
                <a:extLst>
                  <a:ext uri="{FF2B5EF4-FFF2-40B4-BE49-F238E27FC236}">
                    <a16:creationId xmlns:a16="http://schemas.microsoft.com/office/drawing/2014/main" id="{7B626A27-FCD6-40CA-8DB4-0D1A6A38221C}"/>
                  </a:ext>
                </a:extLst>
              </p:cNvPr>
              <p:cNvSpPr/>
              <p:nvPr/>
            </p:nvSpPr>
            <p:spPr>
              <a:xfrm>
                <a:off x="9232273" y="2240828"/>
                <a:ext cx="1014914" cy="988012"/>
              </a:xfrm>
              <a:custGeom>
                <a:avLst/>
                <a:gdLst>
                  <a:gd name="connsiteX0" fmla="*/ 1014298 w 1014914"/>
                  <a:gd name="connsiteY0" fmla="*/ 958960 h 988012"/>
                  <a:gd name="connsiteX1" fmla="*/ 791560 w 1014914"/>
                  <a:gd name="connsiteY1" fmla="*/ 136348 h 988012"/>
                  <a:gd name="connsiteX2" fmla="*/ 791487 w 1014914"/>
                  <a:gd name="connsiteY2" fmla="*/ 130882 h 988012"/>
                  <a:gd name="connsiteX3" fmla="*/ 791487 w 1014914"/>
                  <a:gd name="connsiteY3" fmla="*/ 130882 h 988012"/>
                  <a:gd name="connsiteX4" fmla="*/ 761921 w 1014914"/>
                  <a:gd name="connsiteY4" fmla="*/ 18009 h 988012"/>
                  <a:gd name="connsiteX5" fmla="*/ 735472 w 1014914"/>
                  <a:gd name="connsiteY5" fmla="*/ 2603 h 988012"/>
                  <a:gd name="connsiteX6" fmla="*/ 634595 w 1014914"/>
                  <a:gd name="connsiteY6" fmla="*/ 34297 h 988012"/>
                  <a:gd name="connsiteX7" fmla="*/ 464313 w 1014914"/>
                  <a:gd name="connsiteY7" fmla="*/ 89247 h 988012"/>
                  <a:gd name="connsiteX8" fmla="*/ 88241 w 1014914"/>
                  <a:gd name="connsiteY8" fmla="*/ 210374 h 988012"/>
                  <a:gd name="connsiteX9" fmla="*/ 16783 w 1014914"/>
                  <a:gd name="connsiteY9" fmla="*/ 253036 h 988012"/>
                  <a:gd name="connsiteX10" fmla="*/ 6108 w 1014914"/>
                  <a:gd name="connsiteY10" fmla="*/ 316937 h 988012"/>
                  <a:gd name="connsiteX11" fmla="*/ 84426 w 1014914"/>
                  <a:gd name="connsiteY11" fmla="*/ 232457 h 988012"/>
                  <a:gd name="connsiteX12" fmla="*/ 293921 w 1014914"/>
                  <a:gd name="connsiteY12" fmla="*/ 167675 h 988012"/>
                  <a:gd name="connsiteX13" fmla="*/ 721680 w 1014914"/>
                  <a:gd name="connsiteY13" fmla="*/ 35727 h 988012"/>
                  <a:gd name="connsiteX14" fmla="*/ 741525 w 1014914"/>
                  <a:gd name="connsiteY14" fmla="*/ 46805 h 988012"/>
                  <a:gd name="connsiteX15" fmla="*/ 1000836 w 1014914"/>
                  <a:gd name="connsiteY15" fmla="*/ 988013 h 988012"/>
                  <a:gd name="connsiteX16" fmla="*/ 1014298 w 1014914"/>
                  <a:gd name="connsiteY16" fmla="*/ 958960 h 9880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014914" h="988012">
                    <a:moveTo>
                      <a:pt x="1014298" y="958960"/>
                    </a:moveTo>
                    <a:cubicBezTo>
                      <a:pt x="1004944" y="922497"/>
                      <a:pt x="830371" y="286894"/>
                      <a:pt x="791560" y="136348"/>
                    </a:cubicBezTo>
                    <a:cubicBezTo>
                      <a:pt x="791120" y="134624"/>
                      <a:pt x="791487" y="132716"/>
                      <a:pt x="791487" y="130882"/>
                    </a:cubicBezTo>
                    <a:cubicBezTo>
                      <a:pt x="791487" y="130882"/>
                      <a:pt x="791487" y="130882"/>
                      <a:pt x="791487" y="130882"/>
                    </a:cubicBezTo>
                    <a:cubicBezTo>
                      <a:pt x="781509" y="93282"/>
                      <a:pt x="770835" y="55829"/>
                      <a:pt x="761921" y="18009"/>
                    </a:cubicBezTo>
                    <a:cubicBezTo>
                      <a:pt x="758069" y="1759"/>
                      <a:pt x="753154" y="-3817"/>
                      <a:pt x="735472" y="2603"/>
                    </a:cubicBezTo>
                    <a:cubicBezTo>
                      <a:pt x="702348" y="14598"/>
                      <a:pt x="668270" y="23878"/>
                      <a:pt x="634595" y="34297"/>
                    </a:cubicBezTo>
                    <a:cubicBezTo>
                      <a:pt x="577846" y="52601"/>
                      <a:pt x="521062" y="70979"/>
                      <a:pt x="464313" y="89247"/>
                    </a:cubicBezTo>
                    <a:cubicBezTo>
                      <a:pt x="338931" y="129598"/>
                      <a:pt x="213513" y="169729"/>
                      <a:pt x="88241" y="210374"/>
                    </a:cubicBezTo>
                    <a:cubicBezTo>
                      <a:pt x="61353" y="219104"/>
                      <a:pt x="35785" y="231026"/>
                      <a:pt x="16783" y="253036"/>
                    </a:cubicBezTo>
                    <a:cubicBezTo>
                      <a:pt x="496" y="271891"/>
                      <a:pt x="-5667" y="293094"/>
                      <a:pt x="6108" y="316937"/>
                    </a:cubicBezTo>
                    <a:cubicBezTo>
                      <a:pt x="11060" y="269176"/>
                      <a:pt x="43818" y="247057"/>
                      <a:pt x="84426" y="232457"/>
                    </a:cubicBezTo>
                    <a:cubicBezTo>
                      <a:pt x="153280" y="207733"/>
                      <a:pt x="223747" y="188181"/>
                      <a:pt x="293921" y="167675"/>
                    </a:cubicBezTo>
                    <a:cubicBezTo>
                      <a:pt x="437168" y="125820"/>
                      <a:pt x="577480" y="74501"/>
                      <a:pt x="721680" y="35727"/>
                    </a:cubicBezTo>
                    <a:cubicBezTo>
                      <a:pt x="733601" y="32499"/>
                      <a:pt x="737930" y="33673"/>
                      <a:pt x="741525" y="46805"/>
                    </a:cubicBezTo>
                    <a:cubicBezTo>
                      <a:pt x="790790" y="228495"/>
                      <a:pt x="988070" y="941609"/>
                      <a:pt x="1000836" y="988013"/>
                    </a:cubicBezTo>
                    <a:cubicBezTo>
                      <a:pt x="1009603" y="977705"/>
                      <a:pt x="1017160" y="970185"/>
                      <a:pt x="1014298" y="958960"/>
                    </a:cubicBezTo>
                    <a:close/>
                  </a:path>
                </a:pathLst>
              </a:custGeom>
              <a:solidFill>
                <a:srgbClr val="AC342A"/>
              </a:solidFill>
              <a:ln w="366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0" name="자유형: 도형 9">
                <a:extLst>
                  <a:ext uri="{FF2B5EF4-FFF2-40B4-BE49-F238E27FC236}">
                    <a16:creationId xmlns:a16="http://schemas.microsoft.com/office/drawing/2014/main" id="{06C0D5A2-F7D4-4055-920C-76E4E8AF2782}"/>
                  </a:ext>
                </a:extLst>
              </p:cNvPr>
              <p:cNvSpPr/>
              <p:nvPr/>
            </p:nvSpPr>
            <p:spPr>
              <a:xfrm>
                <a:off x="9238638" y="2275035"/>
                <a:ext cx="984135" cy="1003657"/>
              </a:xfrm>
              <a:custGeom>
                <a:avLst/>
                <a:gdLst>
                  <a:gd name="connsiteX0" fmla="*/ 982879 w 984135"/>
                  <a:gd name="connsiteY0" fmla="*/ 932456 h 1003657"/>
                  <a:gd name="connsiteX1" fmla="*/ 735123 w 984135"/>
                  <a:gd name="connsiteY1" fmla="*/ 12599 h 1003657"/>
                  <a:gd name="connsiteX2" fmla="*/ 715278 w 984135"/>
                  <a:gd name="connsiteY2" fmla="*/ 1520 h 1003657"/>
                  <a:gd name="connsiteX3" fmla="*/ 287520 w 984135"/>
                  <a:gd name="connsiteY3" fmla="*/ 133468 h 1003657"/>
                  <a:gd name="connsiteX4" fmla="*/ 78024 w 984135"/>
                  <a:gd name="connsiteY4" fmla="*/ 198250 h 1003657"/>
                  <a:gd name="connsiteX5" fmla="*/ 0 w 984135"/>
                  <a:gd name="connsiteY5" fmla="*/ 280750 h 1003657"/>
                  <a:gd name="connsiteX6" fmla="*/ 652954 w 984135"/>
                  <a:gd name="connsiteY6" fmla="*/ 92017 h 1003657"/>
                  <a:gd name="connsiteX7" fmla="*/ 702586 w 984135"/>
                  <a:gd name="connsiteY7" fmla="*/ 119162 h 1003657"/>
                  <a:gd name="connsiteX8" fmla="*/ 945572 w 984135"/>
                  <a:gd name="connsiteY8" fmla="*/ 1003658 h 1003657"/>
                  <a:gd name="connsiteX9" fmla="*/ 983466 w 984135"/>
                  <a:gd name="connsiteY9" fmla="*/ 953806 h 1003657"/>
                  <a:gd name="connsiteX10" fmla="*/ 982879 w 984135"/>
                  <a:gd name="connsiteY10" fmla="*/ 932456 h 10036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984135" h="1003657">
                    <a:moveTo>
                      <a:pt x="982879" y="932456"/>
                    </a:moveTo>
                    <a:cubicBezTo>
                      <a:pt x="964868" y="863456"/>
                      <a:pt x="782114" y="185888"/>
                      <a:pt x="735123" y="12599"/>
                    </a:cubicBezTo>
                    <a:cubicBezTo>
                      <a:pt x="731565" y="-570"/>
                      <a:pt x="727236" y="-1708"/>
                      <a:pt x="715278" y="1520"/>
                    </a:cubicBezTo>
                    <a:cubicBezTo>
                      <a:pt x="571078" y="40331"/>
                      <a:pt x="430729" y="91613"/>
                      <a:pt x="287520" y="133468"/>
                    </a:cubicBezTo>
                    <a:cubicBezTo>
                      <a:pt x="217346" y="153974"/>
                      <a:pt x="146878" y="173526"/>
                      <a:pt x="78024" y="198250"/>
                    </a:cubicBezTo>
                    <a:cubicBezTo>
                      <a:pt x="38003" y="212630"/>
                      <a:pt x="5686" y="234383"/>
                      <a:pt x="0" y="280750"/>
                    </a:cubicBezTo>
                    <a:cubicBezTo>
                      <a:pt x="807" y="282180"/>
                      <a:pt x="436122" y="156322"/>
                      <a:pt x="652954" y="92017"/>
                    </a:cubicBezTo>
                    <a:cubicBezTo>
                      <a:pt x="691654" y="80535"/>
                      <a:pt x="692021" y="80498"/>
                      <a:pt x="702586" y="119162"/>
                    </a:cubicBezTo>
                    <a:cubicBezTo>
                      <a:pt x="743890" y="270295"/>
                      <a:pt x="922719" y="921672"/>
                      <a:pt x="945572" y="1003658"/>
                    </a:cubicBezTo>
                    <a:cubicBezTo>
                      <a:pt x="962960" y="988104"/>
                      <a:pt x="969343" y="972551"/>
                      <a:pt x="983466" y="953806"/>
                    </a:cubicBezTo>
                    <a:cubicBezTo>
                      <a:pt x="984163" y="946689"/>
                      <a:pt x="984750" y="939720"/>
                      <a:pt x="982879" y="932456"/>
                    </a:cubicBezTo>
                    <a:close/>
                  </a:path>
                </a:pathLst>
              </a:custGeom>
              <a:solidFill>
                <a:srgbClr val="FEFEFE"/>
              </a:solidFill>
              <a:ln w="366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1" name="자유형: 도형 10">
                <a:extLst>
                  <a:ext uri="{FF2B5EF4-FFF2-40B4-BE49-F238E27FC236}">
                    <a16:creationId xmlns:a16="http://schemas.microsoft.com/office/drawing/2014/main" id="{35543E65-B978-40F6-816C-AECA6A584570}"/>
                  </a:ext>
                </a:extLst>
              </p:cNvPr>
              <p:cNvSpPr/>
              <p:nvPr/>
            </p:nvSpPr>
            <p:spPr>
              <a:xfrm>
                <a:off x="9241022" y="2351240"/>
                <a:ext cx="943904" cy="1135917"/>
              </a:xfrm>
              <a:custGeom>
                <a:avLst/>
                <a:gdLst>
                  <a:gd name="connsiteX0" fmla="*/ 942602 w 943904"/>
                  <a:gd name="connsiteY0" fmla="*/ 897006 h 1135917"/>
                  <a:gd name="connsiteX1" fmla="*/ 704860 w 943904"/>
                  <a:gd name="connsiteY1" fmla="*/ 27110 h 1135917"/>
                  <a:gd name="connsiteX2" fmla="*/ 661941 w 943904"/>
                  <a:gd name="connsiteY2" fmla="*/ 3339 h 1135917"/>
                  <a:gd name="connsiteX3" fmla="*/ 24761 w 943904"/>
                  <a:gd name="connsiteY3" fmla="*/ 192513 h 1135917"/>
                  <a:gd name="connsiteX4" fmla="*/ 0 w 943904"/>
                  <a:gd name="connsiteY4" fmla="*/ 208800 h 1135917"/>
                  <a:gd name="connsiteX5" fmla="*/ 290565 w 943904"/>
                  <a:gd name="connsiteY5" fmla="*/ 1121431 h 1135917"/>
                  <a:gd name="connsiteX6" fmla="*/ 312904 w 943904"/>
                  <a:gd name="connsiteY6" fmla="*/ 1134050 h 1135917"/>
                  <a:gd name="connsiteX7" fmla="*/ 935815 w 943904"/>
                  <a:gd name="connsiteY7" fmla="*/ 927416 h 1135917"/>
                  <a:gd name="connsiteX8" fmla="*/ 942602 w 943904"/>
                  <a:gd name="connsiteY8" fmla="*/ 897006 h 11359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943904" h="1135917">
                    <a:moveTo>
                      <a:pt x="942602" y="897006"/>
                    </a:moveTo>
                    <a:cubicBezTo>
                      <a:pt x="923710" y="827529"/>
                      <a:pt x="743780" y="172080"/>
                      <a:pt x="704860" y="27110"/>
                    </a:cubicBezTo>
                    <a:cubicBezTo>
                      <a:pt x="697707" y="442"/>
                      <a:pt x="688720" y="-4401"/>
                      <a:pt x="661941" y="3339"/>
                    </a:cubicBezTo>
                    <a:cubicBezTo>
                      <a:pt x="616198" y="16582"/>
                      <a:pt x="82206" y="175859"/>
                      <a:pt x="24761" y="192513"/>
                    </a:cubicBezTo>
                    <a:cubicBezTo>
                      <a:pt x="15114" y="195301"/>
                      <a:pt x="3852" y="196731"/>
                      <a:pt x="0" y="208800"/>
                    </a:cubicBezTo>
                    <a:cubicBezTo>
                      <a:pt x="5282" y="242071"/>
                      <a:pt x="265070" y="1040546"/>
                      <a:pt x="290565" y="1121431"/>
                    </a:cubicBezTo>
                    <a:cubicBezTo>
                      <a:pt x="294526" y="1133977"/>
                      <a:pt x="298048" y="1138966"/>
                      <a:pt x="312904" y="1134050"/>
                    </a:cubicBezTo>
                    <a:cubicBezTo>
                      <a:pt x="429372" y="1095680"/>
                      <a:pt x="913328" y="941282"/>
                      <a:pt x="935815" y="927416"/>
                    </a:cubicBezTo>
                    <a:cubicBezTo>
                      <a:pt x="943959" y="922647"/>
                      <a:pt x="945389" y="907167"/>
                      <a:pt x="942602" y="897006"/>
                    </a:cubicBezTo>
                    <a:close/>
                  </a:path>
                </a:pathLst>
              </a:custGeom>
              <a:solidFill>
                <a:srgbClr val="DC5849"/>
              </a:solidFill>
              <a:ln w="366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2" name="자유형: 도형 11">
                <a:extLst>
                  <a:ext uri="{FF2B5EF4-FFF2-40B4-BE49-F238E27FC236}">
                    <a16:creationId xmlns:a16="http://schemas.microsoft.com/office/drawing/2014/main" id="{8A97B7CD-5E37-44DA-A4DE-D5EF768C2CB1}"/>
                  </a:ext>
                </a:extLst>
              </p:cNvPr>
              <p:cNvSpPr/>
              <p:nvPr/>
            </p:nvSpPr>
            <p:spPr>
              <a:xfrm>
                <a:off x="9449297" y="2554354"/>
                <a:ext cx="406061" cy="312708"/>
              </a:xfrm>
              <a:custGeom>
                <a:avLst/>
                <a:gdLst>
                  <a:gd name="connsiteX0" fmla="*/ 2174 w 406061"/>
                  <a:gd name="connsiteY0" fmla="*/ 136240 h 312708"/>
                  <a:gd name="connsiteX1" fmla="*/ 15710 w 406061"/>
                  <a:gd name="connsiteY1" fmla="*/ 109938 h 312708"/>
                  <a:gd name="connsiteX2" fmla="*/ 329165 w 406061"/>
                  <a:gd name="connsiteY2" fmla="*/ 2274 h 312708"/>
                  <a:gd name="connsiteX3" fmla="*/ 356310 w 406061"/>
                  <a:gd name="connsiteY3" fmla="*/ 22487 h 312708"/>
                  <a:gd name="connsiteX4" fmla="*/ 401283 w 406061"/>
                  <a:gd name="connsiteY4" fmla="*/ 170025 h 312708"/>
                  <a:gd name="connsiteX5" fmla="*/ 391746 w 406061"/>
                  <a:gd name="connsiteY5" fmla="*/ 206598 h 312708"/>
                  <a:gd name="connsiteX6" fmla="*/ 92927 w 406061"/>
                  <a:gd name="connsiteY6" fmla="*/ 311254 h 312708"/>
                  <a:gd name="connsiteX7" fmla="*/ 59253 w 406061"/>
                  <a:gd name="connsiteY7" fmla="*/ 295150 h 312708"/>
                  <a:gd name="connsiteX8" fmla="*/ 2174 w 406061"/>
                  <a:gd name="connsiteY8" fmla="*/ 136240 h 3127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406061" h="312708">
                    <a:moveTo>
                      <a:pt x="2174" y="136240"/>
                    </a:moveTo>
                    <a:cubicBezTo>
                      <a:pt x="-2888" y="120943"/>
                      <a:pt x="597" y="115074"/>
                      <a:pt x="15710" y="109938"/>
                    </a:cubicBezTo>
                    <a:cubicBezTo>
                      <a:pt x="120403" y="74613"/>
                      <a:pt x="224802" y="38480"/>
                      <a:pt x="329165" y="2274"/>
                    </a:cubicBezTo>
                    <a:cubicBezTo>
                      <a:pt x="345195" y="-3301"/>
                      <a:pt x="348533" y="624"/>
                      <a:pt x="356310" y="22487"/>
                    </a:cubicBezTo>
                    <a:cubicBezTo>
                      <a:pt x="379824" y="88589"/>
                      <a:pt x="387161" y="117935"/>
                      <a:pt x="401283" y="170025"/>
                    </a:cubicBezTo>
                    <a:cubicBezTo>
                      <a:pt x="407740" y="193869"/>
                      <a:pt x="410234" y="200691"/>
                      <a:pt x="391746" y="206598"/>
                    </a:cubicBezTo>
                    <a:cubicBezTo>
                      <a:pt x="320214" y="229414"/>
                      <a:pt x="177775" y="282017"/>
                      <a:pt x="92927" y="311254"/>
                    </a:cubicBezTo>
                    <a:cubicBezTo>
                      <a:pt x="79171" y="315986"/>
                      <a:pt x="64205" y="308796"/>
                      <a:pt x="59253" y="295150"/>
                    </a:cubicBezTo>
                    <a:cubicBezTo>
                      <a:pt x="41388" y="245812"/>
                      <a:pt x="16187" y="178498"/>
                      <a:pt x="2174" y="136240"/>
                    </a:cubicBezTo>
                    <a:close/>
                  </a:path>
                </a:pathLst>
              </a:custGeom>
              <a:solidFill>
                <a:srgbClr val="DE7265"/>
              </a:solidFill>
              <a:ln w="366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</p:grpSp>
        <p:sp>
          <p:nvSpPr>
            <p:cNvPr id="8" name="자유형: 도형 7">
              <a:extLst>
                <a:ext uri="{FF2B5EF4-FFF2-40B4-BE49-F238E27FC236}">
                  <a16:creationId xmlns:a16="http://schemas.microsoft.com/office/drawing/2014/main" id="{5EF2C35C-202C-4E6A-872F-2FAED9D6B2E9}"/>
                </a:ext>
              </a:extLst>
            </p:cNvPr>
            <p:cNvSpPr/>
            <p:nvPr/>
          </p:nvSpPr>
          <p:spPr>
            <a:xfrm>
              <a:off x="9341642" y="2816026"/>
              <a:ext cx="894641" cy="410257"/>
            </a:xfrm>
            <a:custGeom>
              <a:avLst/>
              <a:gdLst>
                <a:gd name="connsiteX0" fmla="*/ 825805 w 894641"/>
                <a:gd name="connsiteY0" fmla="*/ 244 h 410257"/>
                <a:gd name="connsiteX1" fmla="*/ 633550 w 894641"/>
                <a:gd name="connsiteY1" fmla="*/ 62054 h 410257"/>
                <a:gd name="connsiteX2" fmla="*/ 434546 w 894641"/>
                <a:gd name="connsiteY2" fmla="*/ 124305 h 410257"/>
                <a:gd name="connsiteX3" fmla="*/ 403989 w 894641"/>
                <a:gd name="connsiteY3" fmla="*/ 116822 h 410257"/>
                <a:gd name="connsiteX4" fmla="*/ 252783 w 894641"/>
                <a:gd name="connsiteY4" fmla="*/ 31974 h 410257"/>
                <a:gd name="connsiteX5" fmla="*/ 252783 w 894641"/>
                <a:gd name="connsiteY5" fmla="*/ 31974 h 410257"/>
                <a:gd name="connsiteX6" fmla="*/ 252783 w 894641"/>
                <a:gd name="connsiteY6" fmla="*/ 31974 h 410257"/>
                <a:gd name="connsiteX7" fmla="*/ 157151 w 894641"/>
                <a:gd name="connsiteY7" fmla="*/ 24748 h 410257"/>
                <a:gd name="connsiteX8" fmla="*/ 157151 w 894641"/>
                <a:gd name="connsiteY8" fmla="*/ 24748 h 410257"/>
                <a:gd name="connsiteX9" fmla="*/ 157151 w 894641"/>
                <a:gd name="connsiteY9" fmla="*/ 24748 h 410257"/>
                <a:gd name="connsiteX10" fmla="*/ 157664 w 894641"/>
                <a:gd name="connsiteY10" fmla="*/ 45657 h 410257"/>
                <a:gd name="connsiteX11" fmla="*/ 207590 w 894641"/>
                <a:gd name="connsiteY11" fmla="*/ 82597 h 410257"/>
                <a:gd name="connsiteX12" fmla="*/ 262651 w 894641"/>
                <a:gd name="connsiteY12" fmla="*/ 124782 h 410257"/>
                <a:gd name="connsiteX13" fmla="*/ 255461 w 894641"/>
                <a:gd name="connsiteY13" fmla="*/ 154568 h 410257"/>
                <a:gd name="connsiteX14" fmla="*/ 162176 w 894641"/>
                <a:gd name="connsiteY14" fmla="*/ 170635 h 410257"/>
                <a:gd name="connsiteX15" fmla="*/ 72450 w 894641"/>
                <a:gd name="connsiteY15" fmla="*/ 171699 h 410257"/>
                <a:gd name="connsiteX16" fmla="*/ 25863 w 894641"/>
                <a:gd name="connsiteY16" fmla="*/ 147048 h 410257"/>
                <a:gd name="connsiteX17" fmla="*/ 25863 w 894641"/>
                <a:gd name="connsiteY17" fmla="*/ 147048 h 410257"/>
                <a:gd name="connsiteX18" fmla="*/ 13171 w 894641"/>
                <a:gd name="connsiteY18" fmla="*/ 221991 h 410257"/>
                <a:gd name="connsiteX19" fmla="*/ 12841 w 894641"/>
                <a:gd name="connsiteY19" fmla="*/ 237215 h 410257"/>
                <a:gd name="connsiteX20" fmla="*/ 39876 w 894641"/>
                <a:gd name="connsiteY20" fmla="*/ 295173 h 410257"/>
                <a:gd name="connsiteX21" fmla="*/ 51101 w 894641"/>
                <a:gd name="connsiteY21" fmla="*/ 312708 h 410257"/>
                <a:gd name="connsiteX22" fmla="*/ 85986 w 894641"/>
                <a:gd name="connsiteY22" fmla="*/ 362780 h 410257"/>
                <a:gd name="connsiteX23" fmla="*/ 102897 w 894641"/>
                <a:gd name="connsiteY23" fmla="*/ 382589 h 410257"/>
                <a:gd name="connsiteX24" fmla="*/ 107996 w 894641"/>
                <a:gd name="connsiteY24" fmla="*/ 396088 h 410257"/>
                <a:gd name="connsiteX25" fmla="*/ 150511 w 894641"/>
                <a:gd name="connsiteY25" fmla="*/ 410174 h 410257"/>
                <a:gd name="connsiteX26" fmla="*/ 260229 w 894641"/>
                <a:gd name="connsiteY26" fmla="*/ 393520 h 410257"/>
                <a:gd name="connsiteX27" fmla="*/ 433299 w 894641"/>
                <a:gd name="connsiteY27" fmla="*/ 303574 h 410257"/>
                <a:gd name="connsiteX28" fmla="*/ 503620 w 894641"/>
                <a:gd name="connsiteY28" fmla="*/ 261499 h 410257"/>
                <a:gd name="connsiteX29" fmla="*/ 725257 w 894641"/>
                <a:gd name="connsiteY29" fmla="*/ 192755 h 410257"/>
                <a:gd name="connsiteX30" fmla="*/ 894291 w 894641"/>
                <a:gd name="connsiteY30" fmla="*/ 139052 h 410257"/>
                <a:gd name="connsiteX31" fmla="*/ 825805 w 894641"/>
                <a:gd name="connsiteY31" fmla="*/ 244 h 4102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894641" h="410257">
                  <a:moveTo>
                    <a:pt x="825805" y="244"/>
                  </a:moveTo>
                  <a:cubicBezTo>
                    <a:pt x="815827" y="-4158"/>
                    <a:pt x="663557" y="52407"/>
                    <a:pt x="633550" y="62054"/>
                  </a:cubicBezTo>
                  <a:cubicBezTo>
                    <a:pt x="567374" y="83257"/>
                    <a:pt x="500722" y="103102"/>
                    <a:pt x="434546" y="124305"/>
                  </a:cubicBezTo>
                  <a:cubicBezTo>
                    <a:pt x="421670" y="128450"/>
                    <a:pt x="413527" y="126286"/>
                    <a:pt x="403989" y="116822"/>
                  </a:cubicBezTo>
                  <a:cubicBezTo>
                    <a:pt x="361474" y="74746"/>
                    <a:pt x="311365" y="45657"/>
                    <a:pt x="252783" y="31974"/>
                  </a:cubicBezTo>
                  <a:cubicBezTo>
                    <a:pt x="252783" y="31974"/>
                    <a:pt x="252783" y="31974"/>
                    <a:pt x="252783" y="31974"/>
                  </a:cubicBezTo>
                  <a:cubicBezTo>
                    <a:pt x="252783" y="31974"/>
                    <a:pt x="252783" y="31974"/>
                    <a:pt x="252783" y="31974"/>
                  </a:cubicBezTo>
                  <a:cubicBezTo>
                    <a:pt x="221236" y="25005"/>
                    <a:pt x="189835" y="16384"/>
                    <a:pt x="157151" y="24748"/>
                  </a:cubicBezTo>
                  <a:lnTo>
                    <a:pt x="157151" y="24748"/>
                  </a:lnTo>
                  <a:lnTo>
                    <a:pt x="157151" y="24748"/>
                  </a:lnTo>
                  <a:cubicBezTo>
                    <a:pt x="146660" y="31974"/>
                    <a:pt x="150841" y="38797"/>
                    <a:pt x="157664" y="45657"/>
                  </a:cubicBezTo>
                  <a:cubicBezTo>
                    <a:pt x="172447" y="60514"/>
                    <a:pt x="190532" y="70858"/>
                    <a:pt x="207590" y="82597"/>
                  </a:cubicBezTo>
                  <a:cubicBezTo>
                    <a:pt x="226665" y="95729"/>
                    <a:pt x="247097" y="107101"/>
                    <a:pt x="262651" y="124782"/>
                  </a:cubicBezTo>
                  <a:cubicBezTo>
                    <a:pt x="275416" y="139308"/>
                    <a:pt x="273325" y="147158"/>
                    <a:pt x="255461" y="154568"/>
                  </a:cubicBezTo>
                  <a:cubicBezTo>
                    <a:pt x="225564" y="166967"/>
                    <a:pt x="193834" y="169205"/>
                    <a:pt x="162176" y="170635"/>
                  </a:cubicBezTo>
                  <a:cubicBezTo>
                    <a:pt x="132316" y="171993"/>
                    <a:pt x="102347" y="171552"/>
                    <a:pt x="72450" y="171699"/>
                  </a:cubicBezTo>
                  <a:cubicBezTo>
                    <a:pt x="52642" y="171809"/>
                    <a:pt x="37455" y="162712"/>
                    <a:pt x="25863" y="147048"/>
                  </a:cubicBezTo>
                  <a:cubicBezTo>
                    <a:pt x="25863" y="147048"/>
                    <a:pt x="25863" y="147048"/>
                    <a:pt x="25863" y="147048"/>
                  </a:cubicBezTo>
                  <a:cubicBezTo>
                    <a:pt x="-4584" y="174634"/>
                    <a:pt x="-7262" y="188757"/>
                    <a:pt x="13171" y="221991"/>
                  </a:cubicBezTo>
                  <a:cubicBezTo>
                    <a:pt x="16913" y="228081"/>
                    <a:pt x="14235" y="232189"/>
                    <a:pt x="12841" y="237215"/>
                  </a:cubicBezTo>
                  <a:cubicBezTo>
                    <a:pt x="5577" y="263516"/>
                    <a:pt x="14822" y="284939"/>
                    <a:pt x="39876" y="295173"/>
                  </a:cubicBezTo>
                  <a:cubicBezTo>
                    <a:pt x="49193" y="298988"/>
                    <a:pt x="51358" y="303794"/>
                    <a:pt x="51101" y="312708"/>
                  </a:cubicBezTo>
                  <a:cubicBezTo>
                    <a:pt x="50404" y="337762"/>
                    <a:pt x="63573" y="354086"/>
                    <a:pt x="85986" y="362780"/>
                  </a:cubicBezTo>
                  <a:cubicBezTo>
                    <a:pt x="95890" y="366632"/>
                    <a:pt x="103080" y="370373"/>
                    <a:pt x="102897" y="382589"/>
                  </a:cubicBezTo>
                  <a:cubicBezTo>
                    <a:pt x="102824" y="387064"/>
                    <a:pt x="106198" y="391576"/>
                    <a:pt x="107996" y="396088"/>
                  </a:cubicBezTo>
                  <a:cubicBezTo>
                    <a:pt x="120431" y="406139"/>
                    <a:pt x="134774" y="409771"/>
                    <a:pt x="150511" y="410174"/>
                  </a:cubicBezTo>
                  <a:cubicBezTo>
                    <a:pt x="188111" y="411091"/>
                    <a:pt x="224464" y="404342"/>
                    <a:pt x="260229" y="393520"/>
                  </a:cubicBezTo>
                  <a:cubicBezTo>
                    <a:pt x="323544" y="374372"/>
                    <a:pt x="377505" y="337285"/>
                    <a:pt x="433299" y="303574"/>
                  </a:cubicBezTo>
                  <a:cubicBezTo>
                    <a:pt x="456666" y="289451"/>
                    <a:pt x="477098" y="269936"/>
                    <a:pt x="503620" y="261499"/>
                  </a:cubicBezTo>
                  <a:cubicBezTo>
                    <a:pt x="577352" y="238095"/>
                    <a:pt x="651232" y="215168"/>
                    <a:pt x="725257" y="192755"/>
                  </a:cubicBezTo>
                  <a:cubicBezTo>
                    <a:pt x="738317" y="188793"/>
                    <a:pt x="880682" y="143674"/>
                    <a:pt x="894291" y="139052"/>
                  </a:cubicBezTo>
                  <a:cubicBezTo>
                    <a:pt x="900014" y="128670"/>
                    <a:pt x="833692" y="5820"/>
                    <a:pt x="825805" y="244"/>
                  </a:cubicBezTo>
                  <a:close/>
                </a:path>
              </a:pathLst>
            </a:custGeom>
            <a:solidFill>
              <a:srgbClr val="EBAE93"/>
            </a:solidFill>
            <a:ln w="366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</p:grpSp>
      <p:sp>
        <p:nvSpPr>
          <p:cNvPr id="52" name="TextBox 51">
            <a:extLst>
              <a:ext uri="{FF2B5EF4-FFF2-40B4-BE49-F238E27FC236}">
                <a16:creationId xmlns:a16="http://schemas.microsoft.com/office/drawing/2014/main" id="{E5FD6D86-3225-428B-9B9F-91DF9C38241A}"/>
              </a:ext>
            </a:extLst>
          </p:cNvPr>
          <p:cNvSpPr txBox="1"/>
          <p:nvPr/>
        </p:nvSpPr>
        <p:spPr>
          <a:xfrm>
            <a:off x="2324632" y="1654076"/>
            <a:ext cx="6085078" cy="2769989"/>
          </a:xfrm>
          <a:prstGeom prst="rect">
            <a:avLst/>
          </a:prstGeom>
          <a:noFill/>
        </p:spPr>
        <p:txBody>
          <a:bodyPr wrap="square" lIns="36000" tIns="0" rIns="36000" bIns="0" rtlCol="0">
            <a:spAutoFit/>
          </a:bodyPr>
          <a:lstStyle/>
          <a:p>
            <a:pPr marL="342900" indent="-342900" algn="just">
              <a:lnSpc>
                <a:spcPct val="150000"/>
              </a:lnSpc>
              <a:buAutoNum type="arabicPeriod"/>
            </a:pPr>
            <a:r>
              <a:rPr lang="en-US" sz="2400" dirty="0" smtClean="0"/>
              <a:t>What is </a:t>
            </a:r>
            <a:r>
              <a:rPr lang="en-US" sz="2400" dirty="0" err="1" smtClean="0"/>
              <a:t>Ites</a:t>
            </a:r>
            <a:r>
              <a:rPr lang="en-US" sz="2400" dirty="0" smtClean="0"/>
              <a:t>?</a:t>
            </a:r>
          </a:p>
          <a:p>
            <a:pPr marL="342900" indent="-342900" algn="just">
              <a:lnSpc>
                <a:spcPct val="150000"/>
              </a:lnSpc>
              <a:buAutoNum type="arabicPeriod"/>
            </a:pPr>
            <a:r>
              <a:rPr lang="en-US" altLang="ko-KR" sz="2400" dirty="0" smtClean="0">
                <a:cs typeface="Arial" pitchFamily="34" charset="0"/>
              </a:rPr>
              <a:t>List some applications of IT.</a:t>
            </a:r>
          </a:p>
          <a:p>
            <a:pPr marL="342900" indent="-342900" algn="just">
              <a:lnSpc>
                <a:spcPct val="150000"/>
              </a:lnSpc>
              <a:buAutoNum type="arabicPeriod"/>
            </a:pPr>
            <a:r>
              <a:rPr lang="en-US" altLang="ko-KR" sz="2400" dirty="0" smtClean="0">
                <a:cs typeface="Arial" pitchFamily="34" charset="0"/>
              </a:rPr>
              <a:t>How is IT useful in home computing.</a:t>
            </a:r>
          </a:p>
          <a:p>
            <a:pPr marL="342900" indent="-342900" algn="just">
              <a:lnSpc>
                <a:spcPct val="150000"/>
              </a:lnSpc>
              <a:buAutoNum type="arabicPeriod"/>
            </a:pPr>
            <a:r>
              <a:rPr lang="en-US" altLang="ko-KR" sz="2400" dirty="0" smtClean="0">
                <a:cs typeface="Arial" pitchFamily="34" charset="0"/>
              </a:rPr>
              <a:t>What is the role of </a:t>
            </a:r>
            <a:r>
              <a:rPr lang="en-US" altLang="ko-KR" sz="2400" dirty="0" err="1" smtClean="0">
                <a:cs typeface="Arial" pitchFamily="34" charset="0"/>
              </a:rPr>
              <a:t>ITeS</a:t>
            </a:r>
            <a:r>
              <a:rPr lang="en-US" altLang="ko-KR" sz="2400" dirty="0" smtClean="0">
                <a:cs typeface="Arial" pitchFamily="34" charset="0"/>
              </a:rPr>
              <a:t> in business.</a:t>
            </a:r>
          </a:p>
          <a:p>
            <a:pPr marL="342900" indent="-342900" algn="just">
              <a:lnSpc>
                <a:spcPct val="150000"/>
              </a:lnSpc>
              <a:buAutoNum type="arabicPeriod"/>
            </a:pPr>
            <a:r>
              <a:rPr lang="en-US" altLang="ko-KR" sz="2400" dirty="0" smtClean="0">
                <a:cs typeface="Arial" pitchFamily="34" charset="0"/>
              </a:rPr>
              <a:t>How are IT and </a:t>
            </a:r>
            <a:r>
              <a:rPr lang="en-US" altLang="ko-KR" sz="2400" dirty="0" err="1" smtClean="0">
                <a:cs typeface="Arial" pitchFamily="34" charset="0"/>
              </a:rPr>
              <a:t>IteS</a:t>
            </a:r>
            <a:r>
              <a:rPr lang="en-US" altLang="ko-KR" sz="2400" dirty="0" smtClean="0">
                <a:cs typeface="Arial" pitchFamily="34" charset="0"/>
              </a:rPr>
              <a:t> interrelated.</a:t>
            </a:r>
            <a:endParaRPr lang="ko-KR" altLang="en-US" sz="2400" dirty="0"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028248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735F7F3-C1B5-4B60-A00A-4EB618DDFB5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607127" y="374041"/>
            <a:ext cx="9585215" cy="561036"/>
          </a:xfrm>
        </p:spPr>
        <p:txBody>
          <a:bodyPr/>
          <a:lstStyle/>
          <a:p>
            <a:r>
              <a:rPr lang="en-US" sz="4800" b="1" u="sng" dirty="0" smtClean="0">
                <a:solidFill>
                  <a:srgbClr val="C00000"/>
                </a:solidFill>
              </a:rPr>
              <a:t>SKILL SHEET KEYS</a:t>
            </a:r>
            <a:endParaRPr lang="en-US" sz="4800" b="1" u="sng" dirty="0">
              <a:solidFill>
                <a:srgbClr val="C00000"/>
              </a:solidFill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331A8A57-B6B4-428F-BE6B-FA8BCEF38EA4}"/>
              </a:ext>
            </a:extLst>
          </p:cNvPr>
          <p:cNvGrpSpPr/>
          <p:nvPr/>
        </p:nvGrpSpPr>
        <p:grpSpPr>
          <a:xfrm flipH="1">
            <a:off x="0" y="1785483"/>
            <a:ext cx="2050473" cy="2764544"/>
            <a:chOff x="6957846" y="390184"/>
            <a:chExt cx="3835060" cy="3644618"/>
          </a:xfrm>
        </p:grpSpPr>
        <p:grpSp>
          <p:nvGrpSpPr>
            <p:cNvPr id="6" name="그룹 5">
              <a:extLst>
                <a:ext uri="{FF2B5EF4-FFF2-40B4-BE49-F238E27FC236}">
                  <a16:creationId xmlns:a16="http://schemas.microsoft.com/office/drawing/2014/main" id="{6974F655-37C0-474B-B53D-536705169473}"/>
                </a:ext>
              </a:extLst>
            </p:cNvPr>
            <p:cNvGrpSpPr/>
            <p:nvPr/>
          </p:nvGrpSpPr>
          <p:grpSpPr>
            <a:xfrm>
              <a:off x="6957846" y="390184"/>
              <a:ext cx="3835060" cy="3644618"/>
              <a:chOff x="6957846" y="390184"/>
              <a:chExt cx="3835060" cy="3644618"/>
            </a:xfrm>
          </p:grpSpPr>
          <p:sp>
            <p:nvSpPr>
              <p:cNvPr id="13" name="자유형: 도형 12">
                <a:extLst>
                  <a:ext uri="{FF2B5EF4-FFF2-40B4-BE49-F238E27FC236}">
                    <a16:creationId xmlns:a16="http://schemas.microsoft.com/office/drawing/2014/main" id="{B70DE6EE-F4D0-4529-8D1D-8804F24145D6}"/>
                  </a:ext>
                </a:extLst>
              </p:cNvPr>
              <p:cNvSpPr/>
              <p:nvPr/>
            </p:nvSpPr>
            <p:spPr>
              <a:xfrm>
                <a:off x="9741118" y="1802306"/>
                <a:ext cx="1051788" cy="1120687"/>
              </a:xfrm>
              <a:custGeom>
                <a:avLst/>
                <a:gdLst>
                  <a:gd name="connsiteX0" fmla="*/ 1038197 w 1051788"/>
                  <a:gd name="connsiteY0" fmla="*/ 861877 h 1120687"/>
                  <a:gd name="connsiteX1" fmla="*/ 977598 w 1051788"/>
                  <a:gd name="connsiteY1" fmla="*/ 774938 h 1120687"/>
                  <a:gd name="connsiteX2" fmla="*/ 575884 w 1051788"/>
                  <a:gd name="connsiteY2" fmla="*/ 363798 h 1120687"/>
                  <a:gd name="connsiteX3" fmla="*/ 218630 w 1051788"/>
                  <a:gd name="connsiteY3" fmla="*/ 72976 h 1120687"/>
                  <a:gd name="connsiteX4" fmla="*/ 189871 w 1051788"/>
                  <a:gd name="connsiteY4" fmla="*/ 48325 h 1120687"/>
                  <a:gd name="connsiteX5" fmla="*/ 164303 w 1051788"/>
                  <a:gd name="connsiteY5" fmla="*/ 31268 h 1120687"/>
                  <a:gd name="connsiteX6" fmla="*/ 28980 w 1051788"/>
                  <a:gd name="connsiteY6" fmla="*/ 4783 h 1120687"/>
                  <a:gd name="connsiteX7" fmla="*/ 38 w 1051788"/>
                  <a:gd name="connsiteY7" fmla="*/ 136108 h 1120687"/>
                  <a:gd name="connsiteX8" fmla="*/ 63609 w 1051788"/>
                  <a:gd name="connsiteY8" fmla="*/ 363871 h 1120687"/>
                  <a:gd name="connsiteX9" fmla="*/ 110563 w 1051788"/>
                  <a:gd name="connsiteY9" fmla="*/ 450626 h 1120687"/>
                  <a:gd name="connsiteX10" fmla="*/ 125713 w 1051788"/>
                  <a:gd name="connsiteY10" fmla="*/ 470398 h 1120687"/>
                  <a:gd name="connsiteX11" fmla="*/ 282568 w 1051788"/>
                  <a:gd name="connsiteY11" fmla="*/ 568304 h 1120687"/>
                  <a:gd name="connsiteX12" fmla="*/ 282605 w 1051788"/>
                  <a:gd name="connsiteY12" fmla="*/ 566984 h 1120687"/>
                  <a:gd name="connsiteX13" fmla="*/ 644884 w 1051788"/>
                  <a:gd name="connsiteY13" fmla="*/ 780881 h 1120687"/>
                  <a:gd name="connsiteX14" fmla="*/ 712234 w 1051788"/>
                  <a:gd name="connsiteY14" fmla="*/ 830916 h 1120687"/>
                  <a:gd name="connsiteX15" fmla="*/ 701596 w 1051788"/>
                  <a:gd name="connsiteY15" fmla="*/ 895735 h 1120687"/>
                  <a:gd name="connsiteX16" fmla="*/ 535496 w 1051788"/>
                  <a:gd name="connsiteY16" fmla="*/ 951309 h 1120687"/>
                  <a:gd name="connsiteX17" fmla="*/ 532855 w 1051788"/>
                  <a:gd name="connsiteY17" fmla="*/ 951529 h 1120687"/>
                  <a:gd name="connsiteX18" fmla="*/ 539788 w 1051788"/>
                  <a:gd name="connsiteY18" fmla="*/ 970311 h 1120687"/>
                  <a:gd name="connsiteX19" fmla="*/ 639125 w 1051788"/>
                  <a:gd name="connsiteY19" fmla="*/ 1109706 h 1120687"/>
                  <a:gd name="connsiteX20" fmla="*/ 663960 w 1051788"/>
                  <a:gd name="connsiteY20" fmla="*/ 1119610 h 1120687"/>
                  <a:gd name="connsiteX21" fmla="*/ 767221 w 1051788"/>
                  <a:gd name="connsiteY21" fmla="*/ 1082634 h 1120687"/>
                  <a:gd name="connsiteX22" fmla="*/ 1007861 w 1051788"/>
                  <a:gd name="connsiteY22" fmla="*/ 971705 h 1120687"/>
                  <a:gd name="connsiteX23" fmla="*/ 1038197 w 1051788"/>
                  <a:gd name="connsiteY23" fmla="*/ 861877 h 11206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1051788" h="1120687">
                    <a:moveTo>
                      <a:pt x="1038197" y="861877"/>
                    </a:moveTo>
                    <a:cubicBezTo>
                      <a:pt x="1022240" y="829999"/>
                      <a:pt x="1000377" y="802047"/>
                      <a:pt x="977598" y="774938"/>
                    </a:cubicBezTo>
                    <a:cubicBezTo>
                      <a:pt x="853903" y="627914"/>
                      <a:pt x="718434" y="492444"/>
                      <a:pt x="575884" y="363798"/>
                    </a:cubicBezTo>
                    <a:cubicBezTo>
                      <a:pt x="461727" y="260756"/>
                      <a:pt x="351642" y="152871"/>
                      <a:pt x="218630" y="72976"/>
                    </a:cubicBezTo>
                    <a:cubicBezTo>
                      <a:pt x="207956" y="66557"/>
                      <a:pt x="196841" y="59587"/>
                      <a:pt x="189871" y="48325"/>
                    </a:cubicBezTo>
                    <a:cubicBezTo>
                      <a:pt x="179637" y="45171"/>
                      <a:pt x="172777" y="36991"/>
                      <a:pt x="164303" y="31268"/>
                    </a:cubicBezTo>
                    <a:cubicBezTo>
                      <a:pt x="122925" y="3206"/>
                      <a:pt x="78098" y="-6919"/>
                      <a:pt x="28980" y="4783"/>
                    </a:cubicBezTo>
                    <a:cubicBezTo>
                      <a:pt x="12693" y="47078"/>
                      <a:pt x="698" y="90437"/>
                      <a:pt x="38" y="136108"/>
                    </a:cubicBezTo>
                    <a:cubicBezTo>
                      <a:pt x="-1100" y="218204"/>
                      <a:pt x="23588" y="293220"/>
                      <a:pt x="63609" y="363871"/>
                    </a:cubicBezTo>
                    <a:cubicBezTo>
                      <a:pt x="79823" y="392484"/>
                      <a:pt x="97467" y="420399"/>
                      <a:pt x="110563" y="450626"/>
                    </a:cubicBezTo>
                    <a:cubicBezTo>
                      <a:pt x="114121" y="458843"/>
                      <a:pt x="119073" y="465042"/>
                      <a:pt x="125713" y="470398"/>
                    </a:cubicBezTo>
                    <a:cubicBezTo>
                      <a:pt x="128170" y="473369"/>
                      <a:pt x="194970" y="514454"/>
                      <a:pt x="282568" y="568304"/>
                    </a:cubicBezTo>
                    <a:cubicBezTo>
                      <a:pt x="282605" y="567864"/>
                      <a:pt x="282605" y="567424"/>
                      <a:pt x="282605" y="566984"/>
                    </a:cubicBezTo>
                    <a:cubicBezTo>
                      <a:pt x="402485" y="639799"/>
                      <a:pt x="522768" y="711881"/>
                      <a:pt x="644884" y="780881"/>
                    </a:cubicBezTo>
                    <a:cubicBezTo>
                      <a:pt x="669352" y="794711"/>
                      <a:pt x="692829" y="810227"/>
                      <a:pt x="712234" y="830916"/>
                    </a:cubicBezTo>
                    <a:cubicBezTo>
                      <a:pt x="738059" y="858502"/>
                      <a:pt x="735271" y="878824"/>
                      <a:pt x="701596" y="895735"/>
                    </a:cubicBezTo>
                    <a:cubicBezTo>
                      <a:pt x="657246" y="918038"/>
                      <a:pt x="544190" y="948558"/>
                      <a:pt x="535496" y="951309"/>
                    </a:cubicBezTo>
                    <a:cubicBezTo>
                      <a:pt x="534616" y="951346"/>
                      <a:pt x="533736" y="951456"/>
                      <a:pt x="532855" y="951529"/>
                    </a:cubicBezTo>
                    <a:cubicBezTo>
                      <a:pt x="531534" y="959013"/>
                      <a:pt x="535900" y="964845"/>
                      <a:pt x="539788" y="970311"/>
                    </a:cubicBezTo>
                    <a:cubicBezTo>
                      <a:pt x="572766" y="1016898"/>
                      <a:pt x="606074" y="1063192"/>
                      <a:pt x="639125" y="1109706"/>
                    </a:cubicBezTo>
                    <a:cubicBezTo>
                      <a:pt x="645178" y="1118216"/>
                      <a:pt x="653028" y="1122948"/>
                      <a:pt x="663960" y="1119610"/>
                    </a:cubicBezTo>
                    <a:cubicBezTo>
                      <a:pt x="699175" y="1109559"/>
                      <a:pt x="733253" y="1096133"/>
                      <a:pt x="767221" y="1082634"/>
                    </a:cubicBezTo>
                    <a:cubicBezTo>
                      <a:pt x="849391" y="1049949"/>
                      <a:pt x="932074" y="1018072"/>
                      <a:pt x="1007861" y="971705"/>
                    </a:cubicBezTo>
                    <a:cubicBezTo>
                      <a:pt x="1054741" y="943056"/>
                      <a:pt x="1062812" y="911105"/>
                      <a:pt x="1038197" y="861877"/>
                    </a:cubicBezTo>
                    <a:close/>
                  </a:path>
                </a:pathLst>
              </a:custGeom>
              <a:solidFill>
                <a:schemeClr val="accent4">
                  <a:lumMod val="75000"/>
                </a:schemeClr>
              </a:solidFill>
              <a:ln w="366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4" name="자유형: 도형 13">
                <a:extLst>
                  <a:ext uri="{FF2B5EF4-FFF2-40B4-BE49-F238E27FC236}">
                    <a16:creationId xmlns:a16="http://schemas.microsoft.com/office/drawing/2014/main" id="{39BE19EB-8DDA-4B33-8DB5-6F14AFAB6BCC}"/>
                  </a:ext>
                </a:extLst>
              </p:cNvPr>
              <p:cNvSpPr/>
              <p:nvPr/>
            </p:nvSpPr>
            <p:spPr>
              <a:xfrm>
                <a:off x="8762612" y="1805011"/>
                <a:ext cx="1202235" cy="1454239"/>
              </a:xfrm>
              <a:custGeom>
                <a:avLst/>
                <a:gdLst>
                  <a:gd name="connsiteX0" fmla="*/ 1106236 w 1202235"/>
                  <a:gd name="connsiteY0" fmla="*/ 466812 h 1454239"/>
                  <a:gd name="connsiteX1" fmla="*/ 1058365 w 1202235"/>
                  <a:gd name="connsiteY1" fmla="*/ 372501 h 1454239"/>
                  <a:gd name="connsiteX2" fmla="*/ 986833 w 1202235"/>
                  <a:gd name="connsiteY2" fmla="*/ 133659 h 1454239"/>
                  <a:gd name="connsiteX3" fmla="*/ 1006679 w 1202235"/>
                  <a:gd name="connsiteY3" fmla="*/ 29847 h 1454239"/>
                  <a:gd name="connsiteX4" fmla="*/ 1007449 w 1202235"/>
                  <a:gd name="connsiteY4" fmla="*/ 2005 h 1454239"/>
                  <a:gd name="connsiteX5" fmla="*/ 923849 w 1202235"/>
                  <a:gd name="connsiteY5" fmla="*/ 13046 h 1454239"/>
                  <a:gd name="connsiteX6" fmla="*/ 911780 w 1202235"/>
                  <a:gd name="connsiteY6" fmla="*/ 32158 h 1454239"/>
                  <a:gd name="connsiteX7" fmla="*/ 860388 w 1202235"/>
                  <a:gd name="connsiteY7" fmla="*/ 188390 h 1454239"/>
                  <a:gd name="connsiteX8" fmla="*/ 765416 w 1202235"/>
                  <a:gd name="connsiteY8" fmla="*/ 386073 h 1454239"/>
                  <a:gd name="connsiteX9" fmla="*/ 735776 w 1202235"/>
                  <a:gd name="connsiteY9" fmla="*/ 392676 h 1454239"/>
                  <a:gd name="connsiteX10" fmla="*/ 626755 w 1202235"/>
                  <a:gd name="connsiteY10" fmla="*/ 352802 h 1454239"/>
                  <a:gd name="connsiteX11" fmla="*/ 519385 w 1202235"/>
                  <a:gd name="connsiteY11" fmla="*/ 375912 h 1454239"/>
                  <a:gd name="connsiteX12" fmla="*/ 491396 w 1202235"/>
                  <a:gd name="connsiteY12" fmla="*/ 368136 h 1454239"/>
                  <a:gd name="connsiteX13" fmla="*/ 353725 w 1202235"/>
                  <a:gd name="connsiteY13" fmla="*/ 430019 h 1454239"/>
                  <a:gd name="connsiteX14" fmla="*/ 331826 w 1202235"/>
                  <a:gd name="connsiteY14" fmla="*/ 430460 h 1454239"/>
                  <a:gd name="connsiteX15" fmla="*/ 264182 w 1202235"/>
                  <a:gd name="connsiteY15" fmla="*/ 278996 h 1454239"/>
                  <a:gd name="connsiteX16" fmla="*/ 234323 w 1202235"/>
                  <a:gd name="connsiteY16" fmla="*/ 103066 h 1454239"/>
                  <a:gd name="connsiteX17" fmla="*/ 226399 w 1202235"/>
                  <a:gd name="connsiteY17" fmla="*/ 85935 h 1454239"/>
                  <a:gd name="connsiteX18" fmla="*/ 149292 w 1202235"/>
                  <a:gd name="connsiteY18" fmla="*/ 122361 h 1454239"/>
                  <a:gd name="connsiteX19" fmla="*/ 114003 w 1202235"/>
                  <a:gd name="connsiteY19" fmla="*/ 177532 h 1454239"/>
                  <a:gd name="connsiteX20" fmla="*/ 49258 w 1202235"/>
                  <a:gd name="connsiteY20" fmla="*/ 322649 h 1454239"/>
                  <a:gd name="connsiteX21" fmla="*/ 2451 w 1202235"/>
                  <a:gd name="connsiteY21" fmla="*/ 604483 h 1454239"/>
                  <a:gd name="connsiteX22" fmla="*/ 17380 w 1202235"/>
                  <a:gd name="connsiteY22" fmla="*/ 643183 h 1454239"/>
                  <a:gd name="connsiteX23" fmla="*/ 54577 w 1202235"/>
                  <a:gd name="connsiteY23" fmla="*/ 726453 h 1454239"/>
                  <a:gd name="connsiteX24" fmla="*/ 107107 w 1202235"/>
                  <a:gd name="connsiteY24" fmla="*/ 805945 h 1454239"/>
                  <a:gd name="connsiteX25" fmla="*/ 201418 w 1202235"/>
                  <a:gd name="connsiteY25" fmla="*/ 1276879 h 1454239"/>
                  <a:gd name="connsiteX26" fmla="*/ 168147 w 1202235"/>
                  <a:gd name="connsiteY26" fmla="*/ 1402260 h 1454239"/>
                  <a:gd name="connsiteX27" fmla="*/ 604305 w 1202235"/>
                  <a:gd name="connsiteY27" fmla="*/ 1454240 h 1454239"/>
                  <a:gd name="connsiteX28" fmla="*/ 1202235 w 1202235"/>
                  <a:gd name="connsiteY28" fmla="*/ 1347860 h 1454239"/>
                  <a:gd name="connsiteX29" fmla="*/ 1040831 w 1202235"/>
                  <a:gd name="connsiteY29" fmla="*/ 1069070 h 1454239"/>
                  <a:gd name="connsiteX30" fmla="*/ 1055504 w 1202235"/>
                  <a:gd name="connsiteY30" fmla="*/ 760935 h 1454239"/>
                  <a:gd name="connsiteX31" fmla="*/ 1106236 w 1202235"/>
                  <a:gd name="connsiteY31" fmla="*/ 466812 h 14542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1202235" h="1454239">
                    <a:moveTo>
                      <a:pt x="1106236" y="466812"/>
                    </a:moveTo>
                    <a:cubicBezTo>
                      <a:pt x="1094571" y="433211"/>
                      <a:pt x="1076450" y="402801"/>
                      <a:pt x="1058365" y="372501"/>
                    </a:cubicBezTo>
                    <a:cubicBezTo>
                      <a:pt x="1014419" y="298842"/>
                      <a:pt x="986173" y="220451"/>
                      <a:pt x="986833" y="133659"/>
                    </a:cubicBezTo>
                    <a:cubicBezTo>
                      <a:pt x="987127" y="98077"/>
                      <a:pt x="994867" y="63485"/>
                      <a:pt x="1006679" y="29847"/>
                    </a:cubicBezTo>
                    <a:cubicBezTo>
                      <a:pt x="1009797" y="20896"/>
                      <a:pt x="1014822" y="11469"/>
                      <a:pt x="1007449" y="2005"/>
                    </a:cubicBezTo>
                    <a:cubicBezTo>
                      <a:pt x="978397" y="-3461"/>
                      <a:pt x="950884" y="2922"/>
                      <a:pt x="923849" y="13046"/>
                    </a:cubicBezTo>
                    <a:cubicBezTo>
                      <a:pt x="915082" y="16421"/>
                      <a:pt x="913872" y="24564"/>
                      <a:pt x="911780" y="32158"/>
                    </a:cubicBezTo>
                    <a:cubicBezTo>
                      <a:pt x="897144" y="85054"/>
                      <a:pt x="880453" y="137254"/>
                      <a:pt x="860388" y="188390"/>
                    </a:cubicBezTo>
                    <a:cubicBezTo>
                      <a:pt x="833573" y="256657"/>
                      <a:pt x="801292" y="322245"/>
                      <a:pt x="765416" y="386073"/>
                    </a:cubicBezTo>
                    <a:cubicBezTo>
                      <a:pt x="756135" y="402617"/>
                      <a:pt x="752871" y="407570"/>
                      <a:pt x="735776" y="392676"/>
                    </a:cubicBezTo>
                    <a:cubicBezTo>
                      <a:pt x="704853" y="365714"/>
                      <a:pt x="668427" y="352509"/>
                      <a:pt x="626755" y="352802"/>
                    </a:cubicBezTo>
                    <a:cubicBezTo>
                      <a:pt x="599683" y="352986"/>
                      <a:pt x="530793" y="381085"/>
                      <a:pt x="519385" y="375912"/>
                    </a:cubicBezTo>
                    <a:cubicBezTo>
                      <a:pt x="509444" y="375545"/>
                      <a:pt x="501300" y="368979"/>
                      <a:pt x="491396" y="368136"/>
                    </a:cubicBezTo>
                    <a:cubicBezTo>
                      <a:pt x="433950" y="363183"/>
                      <a:pt x="387327" y="382038"/>
                      <a:pt x="353725" y="430019"/>
                    </a:cubicBezTo>
                    <a:cubicBezTo>
                      <a:pt x="342683" y="445756"/>
                      <a:pt x="341436" y="445976"/>
                      <a:pt x="331826" y="430460"/>
                    </a:cubicBezTo>
                    <a:cubicBezTo>
                      <a:pt x="302406" y="383065"/>
                      <a:pt x="280690" y="332150"/>
                      <a:pt x="264182" y="278996"/>
                    </a:cubicBezTo>
                    <a:cubicBezTo>
                      <a:pt x="246391" y="221698"/>
                      <a:pt x="237367" y="162859"/>
                      <a:pt x="234323" y="103066"/>
                    </a:cubicBezTo>
                    <a:cubicBezTo>
                      <a:pt x="233993" y="96353"/>
                      <a:pt x="233846" y="89420"/>
                      <a:pt x="226399" y="85935"/>
                    </a:cubicBezTo>
                    <a:cubicBezTo>
                      <a:pt x="193165" y="82156"/>
                      <a:pt x="171412" y="102589"/>
                      <a:pt x="149292" y="122361"/>
                    </a:cubicBezTo>
                    <a:cubicBezTo>
                      <a:pt x="136343" y="140005"/>
                      <a:pt x="123834" y="157650"/>
                      <a:pt x="114003" y="177532"/>
                    </a:cubicBezTo>
                    <a:cubicBezTo>
                      <a:pt x="90526" y="225109"/>
                      <a:pt x="67562" y="272797"/>
                      <a:pt x="49258" y="322649"/>
                    </a:cubicBezTo>
                    <a:cubicBezTo>
                      <a:pt x="15803" y="413659"/>
                      <a:pt x="-7894" y="506320"/>
                      <a:pt x="2451" y="604483"/>
                    </a:cubicBezTo>
                    <a:cubicBezTo>
                      <a:pt x="3918" y="618275"/>
                      <a:pt x="1350" y="634599"/>
                      <a:pt x="17380" y="643183"/>
                    </a:cubicBezTo>
                    <a:cubicBezTo>
                      <a:pt x="25964" y="672639"/>
                      <a:pt x="37629" y="700775"/>
                      <a:pt x="54577" y="726453"/>
                    </a:cubicBezTo>
                    <a:cubicBezTo>
                      <a:pt x="72075" y="752975"/>
                      <a:pt x="90783" y="778726"/>
                      <a:pt x="107107" y="805945"/>
                    </a:cubicBezTo>
                    <a:cubicBezTo>
                      <a:pt x="194559" y="951612"/>
                      <a:pt x="228930" y="1107918"/>
                      <a:pt x="201418" y="1276879"/>
                    </a:cubicBezTo>
                    <a:cubicBezTo>
                      <a:pt x="194412" y="1319907"/>
                      <a:pt x="178895" y="1360369"/>
                      <a:pt x="168147" y="1402260"/>
                    </a:cubicBezTo>
                    <a:cubicBezTo>
                      <a:pt x="274600" y="1424160"/>
                      <a:pt x="495467" y="1454313"/>
                      <a:pt x="604305" y="1454240"/>
                    </a:cubicBezTo>
                    <a:cubicBezTo>
                      <a:pt x="671362" y="1454203"/>
                      <a:pt x="1135729" y="1357544"/>
                      <a:pt x="1202235" y="1347860"/>
                    </a:cubicBezTo>
                    <a:cubicBezTo>
                      <a:pt x="1139874" y="1215802"/>
                      <a:pt x="1092187" y="1171782"/>
                      <a:pt x="1040831" y="1069070"/>
                    </a:cubicBezTo>
                    <a:cubicBezTo>
                      <a:pt x="1015153" y="1021383"/>
                      <a:pt x="963797" y="900330"/>
                      <a:pt x="1055504" y="760935"/>
                    </a:cubicBezTo>
                    <a:cubicBezTo>
                      <a:pt x="1189836" y="556795"/>
                      <a:pt x="1104439" y="477230"/>
                      <a:pt x="1106236" y="466812"/>
                    </a:cubicBezTo>
                    <a:close/>
                  </a:path>
                </a:pathLst>
              </a:custGeom>
              <a:solidFill>
                <a:schemeClr val="accent4"/>
              </a:solidFill>
              <a:ln w="366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5" name="자유형: 도형 14">
                <a:extLst>
                  <a:ext uri="{FF2B5EF4-FFF2-40B4-BE49-F238E27FC236}">
                    <a16:creationId xmlns:a16="http://schemas.microsoft.com/office/drawing/2014/main" id="{BDEDFFC3-1798-4CDC-A474-5D92F48864A3}"/>
                  </a:ext>
                </a:extLst>
              </p:cNvPr>
              <p:cNvSpPr/>
              <p:nvPr/>
            </p:nvSpPr>
            <p:spPr>
              <a:xfrm>
                <a:off x="8805827" y="3138198"/>
                <a:ext cx="1734940" cy="896604"/>
              </a:xfrm>
              <a:custGeom>
                <a:avLst/>
                <a:gdLst>
                  <a:gd name="connsiteX0" fmla="*/ 283 w 1734940"/>
                  <a:gd name="connsiteY0" fmla="*/ 1167320 h 1170479"/>
                  <a:gd name="connsiteX1" fmla="*/ 27 w 1734940"/>
                  <a:gd name="connsiteY1" fmla="*/ 1079502 h 1170479"/>
                  <a:gd name="connsiteX2" fmla="*/ 35719 w 1734940"/>
                  <a:gd name="connsiteY2" fmla="*/ 535679 h 1170479"/>
                  <a:gd name="connsiteX3" fmla="*/ 124968 w 1734940"/>
                  <a:gd name="connsiteY3" fmla="*/ 69074 h 1170479"/>
                  <a:gd name="connsiteX4" fmla="*/ 646598 w 1734940"/>
                  <a:gd name="connsiteY4" fmla="*/ 87195 h 1170479"/>
                  <a:gd name="connsiteX5" fmla="*/ 1151720 w 1734940"/>
                  <a:gd name="connsiteY5" fmla="*/ 0 h 1170479"/>
                  <a:gd name="connsiteX6" fmla="*/ 1469283 w 1734940"/>
                  <a:gd name="connsiteY6" fmla="*/ 451639 h 1170479"/>
                  <a:gd name="connsiteX7" fmla="*/ 1649506 w 1734940"/>
                  <a:gd name="connsiteY7" fmla="*/ 877966 h 1170479"/>
                  <a:gd name="connsiteX8" fmla="*/ 1734720 w 1734940"/>
                  <a:gd name="connsiteY8" fmla="*/ 1167504 h 1170479"/>
                  <a:gd name="connsiteX9" fmla="*/ 283 w 1734940"/>
                  <a:gd name="connsiteY9" fmla="*/ 1167320 h 11704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734940" h="1170479">
                    <a:moveTo>
                      <a:pt x="283" y="1167320"/>
                    </a:moveTo>
                    <a:cubicBezTo>
                      <a:pt x="174" y="1138047"/>
                      <a:pt x="-83" y="1108774"/>
                      <a:pt x="27" y="1079502"/>
                    </a:cubicBezTo>
                    <a:cubicBezTo>
                      <a:pt x="724" y="897481"/>
                      <a:pt x="11912" y="716232"/>
                      <a:pt x="35719" y="535679"/>
                    </a:cubicBezTo>
                    <a:cubicBezTo>
                      <a:pt x="55821" y="383225"/>
                      <a:pt x="123611" y="73769"/>
                      <a:pt x="124968" y="69074"/>
                    </a:cubicBezTo>
                    <a:cubicBezTo>
                      <a:pt x="131975" y="62067"/>
                      <a:pt x="586218" y="88112"/>
                      <a:pt x="646598" y="87195"/>
                    </a:cubicBezTo>
                    <a:cubicBezTo>
                      <a:pt x="655108" y="90020"/>
                      <a:pt x="1101685" y="13719"/>
                      <a:pt x="1151720" y="0"/>
                    </a:cubicBezTo>
                    <a:cubicBezTo>
                      <a:pt x="1313124" y="179746"/>
                      <a:pt x="1430179" y="370863"/>
                      <a:pt x="1469283" y="451639"/>
                    </a:cubicBezTo>
                    <a:cubicBezTo>
                      <a:pt x="1536559" y="590667"/>
                      <a:pt x="1597343" y="732519"/>
                      <a:pt x="1649506" y="877966"/>
                    </a:cubicBezTo>
                    <a:cubicBezTo>
                      <a:pt x="1680649" y="964721"/>
                      <a:pt x="1738975" y="1158626"/>
                      <a:pt x="1734720" y="1167504"/>
                    </a:cubicBezTo>
                    <a:cubicBezTo>
                      <a:pt x="1728557" y="1171465"/>
                      <a:pt x="6410" y="1171539"/>
                      <a:pt x="283" y="116732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366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6" name="자유형: 도형 15">
                <a:extLst>
                  <a:ext uri="{FF2B5EF4-FFF2-40B4-BE49-F238E27FC236}">
                    <a16:creationId xmlns:a16="http://schemas.microsoft.com/office/drawing/2014/main" id="{1E10310C-D47D-4A4D-86D5-3058798B835C}"/>
                  </a:ext>
                </a:extLst>
              </p:cNvPr>
              <p:cNvSpPr/>
              <p:nvPr/>
            </p:nvSpPr>
            <p:spPr>
              <a:xfrm>
                <a:off x="8339708" y="390184"/>
                <a:ext cx="1625541" cy="1373519"/>
              </a:xfrm>
              <a:custGeom>
                <a:avLst/>
                <a:gdLst>
                  <a:gd name="connsiteX0" fmla="*/ 159808 w 1625541"/>
                  <a:gd name="connsiteY0" fmla="*/ 1084449 h 1373519"/>
                  <a:gd name="connsiteX1" fmla="*/ 242822 w 1625541"/>
                  <a:gd name="connsiteY1" fmla="*/ 1197469 h 1373519"/>
                  <a:gd name="connsiteX2" fmla="*/ 159808 w 1625541"/>
                  <a:gd name="connsiteY2" fmla="*/ 1084449 h 1373519"/>
                  <a:gd name="connsiteX3" fmla="*/ 1457389 w 1625541"/>
                  <a:gd name="connsiteY3" fmla="*/ 985808 h 1373519"/>
                  <a:gd name="connsiteX4" fmla="*/ 1398843 w 1625541"/>
                  <a:gd name="connsiteY4" fmla="*/ 1056790 h 1373519"/>
                  <a:gd name="connsiteX5" fmla="*/ 1375659 w 1625541"/>
                  <a:gd name="connsiteY5" fmla="*/ 1140573 h 1373519"/>
                  <a:gd name="connsiteX6" fmla="*/ 1457902 w 1625541"/>
                  <a:gd name="connsiteY6" fmla="*/ 1070619 h 1373519"/>
                  <a:gd name="connsiteX7" fmla="*/ 1457205 w 1625541"/>
                  <a:gd name="connsiteY7" fmla="*/ 1067024 h 1373519"/>
                  <a:gd name="connsiteX8" fmla="*/ 1453684 w 1625541"/>
                  <a:gd name="connsiteY8" fmla="*/ 1034340 h 1373519"/>
                  <a:gd name="connsiteX9" fmla="*/ 1480499 w 1625541"/>
                  <a:gd name="connsiteY9" fmla="*/ 997767 h 1373519"/>
                  <a:gd name="connsiteX10" fmla="*/ 1502435 w 1625541"/>
                  <a:gd name="connsiteY10" fmla="*/ 992008 h 1373519"/>
                  <a:gd name="connsiteX11" fmla="*/ 1457389 w 1625541"/>
                  <a:gd name="connsiteY11" fmla="*/ 985808 h 1373519"/>
                  <a:gd name="connsiteX12" fmla="*/ 79457 w 1625541"/>
                  <a:gd name="connsiteY12" fmla="*/ 882109 h 1373519"/>
                  <a:gd name="connsiteX13" fmla="*/ 66180 w 1625541"/>
                  <a:gd name="connsiteY13" fmla="*/ 891190 h 1373519"/>
                  <a:gd name="connsiteX14" fmla="*/ 52145 w 1625541"/>
                  <a:gd name="connsiteY14" fmla="*/ 902759 h 1373519"/>
                  <a:gd name="connsiteX15" fmla="*/ 43231 w 1625541"/>
                  <a:gd name="connsiteY15" fmla="*/ 985955 h 1373519"/>
                  <a:gd name="connsiteX16" fmla="*/ 28521 w 1625541"/>
                  <a:gd name="connsiteY16" fmla="*/ 928363 h 1373519"/>
                  <a:gd name="connsiteX17" fmla="*/ 47738 w 1625541"/>
                  <a:gd name="connsiteY17" fmla="*/ 896954 h 1373519"/>
                  <a:gd name="connsiteX18" fmla="*/ 216484 w 1625541"/>
                  <a:gd name="connsiteY18" fmla="*/ 273429 h 1373519"/>
                  <a:gd name="connsiteX19" fmla="*/ 185519 w 1625541"/>
                  <a:gd name="connsiteY19" fmla="*/ 306943 h 1373519"/>
                  <a:gd name="connsiteX20" fmla="*/ 169050 w 1625541"/>
                  <a:gd name="connsiteY20" fmla="*/ 348907 h 1373519"/>
                  <a:gd name="connsiteX21" fmla="*/ 161386 w 1625541"/>
                  <a:gd name="connsiteY21" fmla="*/ 353769 h 1373519"/>
                  <a:gd name="connsiteX22" fmla="*/ 158745 w 1625541"/>
                  <a:gd name="connsiteY22" fmla="*/ 345107 h 1373519"/>
                  <a:gd name="connsiteX23" fmla="*/ 188054 w 1625541"/>
                  <a:gd name="connsiteY23" fmla="*/ 285461 h 1373519"/>
                  <a:gd name="connsiteX24" fmla="*/ 216484 w 1625541"/>
                  <a:gd name="connsiteY24" fmla="*/ 273429 h 1373519"/>
                  <a:gd name="connsiteX25" fmla="*/ 1080854 w 1625541"/>
                  <a:gd name="connsiteY25" fmla="*/ 12696 h 1373519"/>
                  <a:gd name="connsiteX26" fmla="*/ 1045294 w 1625541"/>
                  <a:gd name="connsiteY26" fmla="*/ 24425 h 1373519"/>
                  <a:gd name="connsiteX27" fmla="*/ 1080106 w 1625541"/>
                  <a:gd name="connsiteY27" fmla="*/ 62466 h 1373519"/>
                  <a:gd name="connsiteX28" fmla="*/ 1124529 w 1625541"/>
                  <a:gd name="connsiteY28" fmla="*/ 67234 h 1373519"/>
                  <a:gd name="connsiteX29" fmla="*/ 1121044 w 1625541"/>
                  <a:gd name="connsiteY29" fmla="*/ 29158 h 1373519"/>
                  <a:gd name="connsiteX30" fmla="*/ 1115175 w 1625541"/>
                  <a:gd name="connsiteY30" fmla="*/ 22811 h 1373519"/>
                  <a:gd name="connsiteX31" fmla="*/ 1115285 w 1625541"/>
                  <a:gd name="connsiteY31" fmla="*/ 22848 h 1373519"/>
                  <a:gd name="connsiteX32" fmla="*/ 1114955 w 1625541"/>
                  <a:gd name="connsiteY32" fmla="*/ 22555 h 1373519"/>
                  <a:gd name="connsiteX33" fmla="*/ 1115175 w 1625541"/>
                  <a:gd name="connsiteY33" fmla="*/ 22811 h 1373519"/>
                  <a:gd name="connsiteX34" fmla="*/ 1080854 w 1625541"/>
                  <a:gd name="connsiteY34" fmla="*/ 12696 h 1373519"/>
                  <a:gd name="connsiteX35" fmla="*/ 1076438 w 1625541"/>
                  <a:gd name="connsiteY35" fmla="*/ 518 h 1373519"/>
                  <a:gd name="connsiteX36" fmla="*/ 1114991 w 1625541"/>
                  <a:gd name="connsiteY36" fmla="*/ 22518 h 1373519"/>
                  <a:gd name="connsiteX37" fmla="*/ 1226434 w 1625541"/>
                  <a:gd name="connsiteY37" fmla="*/ 47205 h 1373519"/>
                  <a:gd name="connsiteX38" fmla="*/ 1293197 w 1625541"/>
                  <a:gd name="connsiteY38" fmla="*/ 100102 h 1373519"/>
                  <a:gd name="connsiteX39" fmla="*/ 1325661 w 1625541"/>
                  <a:gd name="connsiteY39" fmla="*/ 185316 h 1373519"/>
                  <a:gd name="connsiteX40" fmla="*/ 1405849 w 1625541"/>
                  <a:gd name="connsiteY40" fmla="*/ 235572 h 1373519"/>
                  <a:gd name="connsiteX41" fmla="*/ 1490403 w 1625541"/>
                  <a:gd name="connsiteY41" fmla="*/ 257361 h 1373519"/>
                  <a:gd name="connsiteX42" fmla="*/ 1511496 w 1625541"/>
                  <a:gd name="connsiteY42" fmla="*/ 313009 h 1373519"/>
                  <a:gd name="connsiteX43" fmla="*/ 1511679 w 1625541"/>
                  <a:gd name="connsiteY43" fmla="*/ 369427 h 1373519"/>
                  <a:gd name="connsiteX44" fmla="*/ 1498400 w 1625541"/>
                  <a:gd name="connsiteY44" fmla="*/ 370821 h 1373519"/>
                  <a:gd name="connsiteX45" fmla="*/ 1477711 w 1625541"/>
                  <a:gd name="connsiteY45" fmla="*/ 394078 h 1373519"/>
                  <a:gd name="connsiteX46" fmla="*/ 1487982 w 1625541"/>
                  <a:gd name="connsiteY46" fmla="*/ 412566 h 1373519"/>
                  <a:gd name="connsiteX47" fmla="*/ 1564832 w 1625541"/>
                  <a:gd name="connsiteY47" fmla="*/ 495433 h 1373519"/>
                  <a:gd name="connsiteX48" fmla="*/ 1516815 w 1625541"/>
                  <a:gd name="connsiteY48" fmla="*/ 376837 h 1373519"/>
                  <a:gd name="connsiteX49" fmla="*/ 1569455 w 1625541"/>
                  <a:gd name="connsiteY49" fmla="*/ 509812 h 1373519"/>
                  <a:gd name="connsiteX50" fmla="*/ 1558853 w 1625541"/>
                  <a:gd name="connsiteY50" fmla="*/ 571733 h 1373519"/>
                  <a:gd name="connsiteX51" fmla="*/ 1552104 w 1625541"/>
                  <a:gd name="connsiteY51" fmla="*/ 584755 h 1373519"/>
                  <a:gd name="connsiteX52" fmla="*/ 1544951 w 1625541"/>
                  <a:gd name="connsiteY52" fmla="*/ 612231 h 1373519"/>
                  <a:gd name="connsiteX53" fmla="*/ 1567950 w 1625541"/>
                  <a:gd name="connsiteY53" fmla="*/ 635928 h 1373519"/>
                  <a:gd name="connsiteX54" fmla="*/ 1590621 w 1625541"/>
                  <a:gd name="connsiteY54" fmla="*/ 661973 h 1373519"/>
                  <a:gd name="connsiteX55" fmla="*/ 1572463 w 1625541"/>
                  <a:gd name="connsiteY55" fmla="*/ 595650 h 1373519"/>
                  <a:gd name="connsiteX56" fmla="*/ 1596233 w 1625541"/>
                  <a:gd name="connsiteY56" fmla="*/ 652655 h 1373519"/>
                  <a:gd name="connsiteX57" fmla="*/ 1602653 w 1625541"/>
                  <a:gd name="connsiteY57" fmla="*/ 681304 h 1373519"/>
                  <a:gd name="connsiteX58" fmla="*/ 1591244 w 1625541"/>
                  <a:gd name="connsiteY58" fmla="*/ 824404 h 1373519"/>
                  <a:gd name="connsiteX59" fmla="*/ 1586989 w 1625541"/>
                  <a:gd name="connsiteY59" fmla="*/ 840728 h 1373519"/>
                  <a:gd name="connsiteX60" fmla="*/ 1592015 w 1625541"/>
                  <a:gd name="connsiteY60" fmla="*/ 920953 h 1373519"/>
                  <a:gd name="connsiteX61" fmla="*/ 1536550 w 1625541"/>
                  <a:gd name="connsiteY61" fmla="*/ 987312 h 1373519"/>
                  <a:gd name="connsiteX62" fmla="*/ 1486882 w 1625541"/>
                  <a:gd name="connsiteY62" fmla="*/ 1005507 h 1373519"/>
                  <a:gd name="connsiteX63" fmla="*/ 1473052 w 1625541"/>
                  <a:gd name="connsiteY63" fmla="*/ 1031222 h 1373519"/>
                  <a:gd name="connsiteX64" fmla="*/ 1471768 w 1625541"/>
                  <a:gd name="connsiteY64" fmla="*/ 1118893 h 1373519"/>
                  <a:gd name="connsiteX65" fmla="*/ 1424227 w 1625541"/>
                  <a:gd name="connsiteY65" fmla="*/ 1159465 h 1373519"/>
                  <a:gd name="connsiteX66" fmla="*/ 1367773 w 1625541"/>
                  <a:gd name="connsiteY66" fmla="*/ 1143398 h 1373519"/>
                  <a:gd name="connsiteX67" fmla="*/ 1362014 w 1625541"/>
                  <a:gd name="connsiteY67" fmla="*/ 1141417 h 1373519"/>
                  <a:gd name="connsiteX68" fmla="*/ 1313482 w 1625541"/>
                  <a:gd name="connsiteY68" fmla="*/ 1154843 h 1373519"/>
                  <a:gd name="connsiteX69" fmla="*/ 1240007 w 1625541"/>
                  <a:gd name="connsiteY69" fmla="*/ 1211077 h 1373519"/>
                  <a:gd name="connsiteX70" fmla="*/ 1159231 w 1625541"/>
                  <a:gd name="connsiteY70" fmla="*/ 1302014 h 1373519"/>
                  <a:gd name="connsiteX71" fmla="*/ 1151381 w 1625541"/>
                  <a:gd name="connsiteY71" fmla="*/ 1313496 h 1373519"/>
                  <a:gd name="connsiteX72" fmla="*/ 1075484 w 1625541"/>
                  <a:gd name="connsiteY72" fmla="*/ 1334992 h 1373519"/>
                  <a:gd name="connsiteX73" fmla="*/ 1057986 w 1625541"/>
                  <a:gd name="connsiteY73" fmla="*/ 1318485 h 1373519"/>
                  <a:gd name="connsiteX74" fmla="*/ 863971 w 1625541"/>
                  <a:gd name="connsiteY74" fmla="*/ 1357662 h 1373519"/>
                  <a:gd name="connsiteX75" fmla="*/ 832240 w 1625541"/>
                  <a:gd name="connsiteY75" fmla="*/ 1356635 h 1373519"/>
                  <a:gd name="connsiteX76" fmla="*/ 825051 w 1625541"/>
                  <a:gd name="connsiteY76" fmla="*/ 1363054 h 1373519"/>
                  <a:gd name="connsiteX77" fmla="*/ 748347 w 1625541"/>
                  <a:gd name="connsiteY77" fmla="*/ 1368740 h 1373519"/>
                  <a:gd name="connsiteX78" fmla="*/ 554662 w 1625541"/>
                  <a:gd name="connsiteY78" fmla="*/ 1310855 h 1373519"/>
                  <a:gd name="connsiteX79" fmla="*/ 504113 w 1625541"/>
                  <a:gd name="connsiteY79" fmla="*/ 1251428 h 1373519"/>
                  <a:gd name="connsiteX80" fmla="*/ 477444 w 1625541"/>
                  <a:gd name="connsiteY80" fmla="*/ 1241047 h 1373519"/>
                  <a:gd name="connsiteX81" fmla="*/ 399016 w 1625541"/>
                  <a:gd name="connsiteY81" fmla="*/ 1257738 h 1373519"/>
                  <a:gd name="connsiteX82" fmla="*/ 300377 w 1625541"/>
                  <a:gd name="connsiteY82" fmla="*/ 1210784 h 1373519"/>
                  <a:gd name="connsiteX83" fmla="*/ 268096 w 1625541"/>
                  <a:gd name="connsiteY83" fmla="*/ 1180117 h 1373519"/>
                  <a:gd name="connsiteX84" fmla="*/ 214759 w 1625541"/>
                  <a:gd name="connsiteY84" fmla="*/ 1133750 h 1373519"/>
                  <a:gd name="connsiteX85" fmla="*/ 197371 w 1625541"/>
                  <a:gd name="connsiteY85" fmla="*/ 1085659 h 1373519"/>
                  <a:gd name="connsiteX86" fmla="*/ 125473 w 1625541"/>
                  <a:gd name="connsiteY86" fmla="*/ 1036651 h 1373519"/>
                  <a:gd name="connsiteX87" fmla="*/ 55922 w 1625541"/>
                  <a:gd name="connsiteY87" fmla="*/ 1000115 h 1373519"/>
                  <a:gd name="connsiteX88" fmla="*/ 106104 w 1625541"/>
                  <a:gd name="connsiteY88" fmla="*/ 1018456 h 1373519"/>
                  <a:gd name="connsiteX89" fmla="*/ 159551 w 1625541"/>
                  <a:gd name="connsiteY89" fmla="*/ 1004406 h 1373519"/>
                  <a:gd name="connsiteX90" fmla="*/ 167071 w 1625541"/>
                  <a:gd name="connsiteY90" fmla="*/ 992595 h 1373519"/>
                  <a:gd name="connsiteX91" fmla="*/ 155333 w 1625541"/>
                  <a:gd name="connsiteY91" fmla="*/ 985662 h 1373519"/>
                  <a:gd name="connsiteX92" fmla="*/ 124556 w 1625541"/>
                  <a:gd name="connsiteY92" fmla="*/ 981296 h 1373519"/>
                  <a:gd name="connsiteX93" fmla="*/ 78372 w 1625541"/>
                  <a:gd name="connsiteY93" fmla="*/ 911709 h 1373519"/>
                  <a:gd name="connsiteX94" fmla="*/ 83604 w 1625541"/>
                  <a:gd name="connsiteY94" fmla="*/ 896738 h 1373519"/>
                  <a:gd name="connsiteX95" fmla="*/ 81210 w 1625541"/>
                  <a:gd name="connsiteY95" fmla="*/ 881289 h 1373519"/>
                  <a:gd name="connsiteX96" fmla="*/ 79457 w 1625541"/>
                  <a:gd name="connsiteY96" fmla="*/ 882109 h 1373519"/>
                  <a:gd name="connsiteX97" fmla="*/ 81124 w 1625541"/>
                  <a:gd name="connsiteY97" fmla="*/ 880969 h 1373519"/>
                  <a:gd name="connsiteX98" fmla="*/ 81168 w 1625541"/>
                  <a:gd name="connsiteY98" fmla="*/ 881020 h 1373519"/>
                  <a:gd name="connsiteX99" fmla="*/ 81160 w 1625541"/>
                  <a:gd name="connsiteY99" fmla="*/ 880969 h 1373519"/>
                  <a:gd name="connsiteX100" fmla="*/ 81417 w 1625541"/>
                  <a:gd name="connsiteY100" fmla="*/ 881262 h 1373519"/>
                  <a:gd name="connsiteX101" fmla="*/ 98254 w 1625541"/>
                  <a:gd name="connsiteY101" fmla="*/ 849825 h 1373519"/>
                  <a:gd name="connsiteX102" fmla="*/ 88240 w 1625541"/>
                  <a:gd name="connsiteY102" fmla="*/ 837060 h 1373519"/>
                  <a:gd name="connsiteX103" fmla="*/ 38792 w 1625541"/>
                  <a:gd name="connsiteY103" fmla="*/ 779761 h 1373519"/>
                  <a:gd name="connsiteX104" fmla="*/ 46128 w 1625541"/>
                  <a:gd name="connsiteY104" fmla="*/ 698325 h 1373519"/>
                  <a:gd name="connsiteX105" fmla="*/ 41579 w 1625541"/>
                  <a:gd name="connsiteY105" fmla="*/ 662303 h 1373519"/>
                  <a:gd name="connsiteX106" fmla="*/ 2585 w 1625541"/>
                  <a:gd name="connsiteY106" fmla="*/ 594843 h 1373519"/>
                  <a:gd name="connsiteX107" fmla="*/ 6767 w 1625541"/>
                  <a:gd name="connsiteY107" fmla="*/ 551264 h 1373519"/>
                  <a:gd name="connsiteX108" fmla="*/ 58160 w 1625541"/>
                  <a:gd name="connsiteY108" fmla="*/ 669382 h 1373519"/>
                  <a:gd name="connsiteX109" fmla="*/ 64543 w 1625541"/>
                  <a:gd name="connsiteY109" fmla="*/ 644585 h 1373519"/>
                  <a:gd name="connsiteX110" fmla="*/ 68651 w 1625541"/>
                  <a:gd name="connsiteY110" fmla="*/ 544808 h 1373519"/>
                  <a:gd name="connsiteX111" fmla="*/ 57463 w 1625541"/>
                  <a:gd name="connsiteY111" fmla="*/ 523055 h 1373519"/>
                  <a:gd name="connsiteX112" fmla="*/ 105114 w 1625541"/>
                  <a:gd name="connsiteY112" fmla="*/ 509299 h 1373519"/>
                  <a:gd name="connsiteX113" fmla="*/ 164943 w 1625541"/>
                  <a:gd name="connsiteY113" fmla="*/ 421407 h 1373519"/>
                  <a:gd name="connsiteX114" fmla="*/ 169236 w 1625541"/>
                  <a:gd name="connsiteY114" fmla="*/ 348775 h 1373519"/>
                  <a:gd name="connsiteX115" fmla="*/ 169185 w 1625541"/>
                  <a:gd name="connsiteY115" fmla="*/ 348833 h 1373519"/>
                  <a:gd name="connsiteX116" fmla="*/ 168943 w 1625541"/>
                  <a:gd name="connsiteY116" fmla="*/ 349179 h 1373519"/>
                  <a:gd name="connsiteX117" fmla="*/ 168996 w 1625541"/>
                  <a:gd name="connsiteY117" fmla="*/ 349045 h 1373519"/>
                  <a:gd name="connsiteX118" fmla="*/ 168942 w 1625541"/>
                  <a:gd name="connsiteY118" fmla="*/ 349105 h 1373519"/>
                  <a:gd name="connsiteX119" fmla="*/ 169011 w 1625541"/>
                  <a:gd name="connsiteY119" fmla="*/ 349005 h 1373519"/>
                  <a:gd name="connsiteX120" fmla="*/ 169050 w 1625541"/>
                  <a:gd name="connsiteY120" fmla="*/ 348907 h 1373519"/>
                  <a:gd name="connsiteX121" fmla="*/ 169103 w 1625541"/>
                  <a:gd name="connsiteY121" fmla="*/ 348873 h 1373519"/>
                  <a:gd name="connsiteX122" fmla="*/ 194890 w 1625541"/>
                  <a:gd name="connsiteY122" fmla="*/ 311725 h 1373519"/>
                  <a:gd name="connsiteX123" fmla="*/ 229946 w 1625541"/>
                  <a:gd name="connsiteY123" fmla="*/ 282599 h 1373519"/>
                  <a:gd name="connsiteX124" fmla="*/ 233137 w 1625541"/>
                  <a:gd name="connsiteY124" fmla="*/ 270053 h 1373519"/>
                  <a:gd name="connsiteX125" fmla="*/ 240914 w 1625541"/>
                  <a:gd name="connsiteY125" fmla="*/ 265505 h 1373519"/>
                  <a:gd name="connsiteX126" fmla="*/ 297075 w 1625541"/>
                  <a:gd name="connsiteY126" fmla="*/ 257398 h 1373519"/>
                  <a:gd name="connsiteX127" fmla="*/ 353310 w 1625541"/>
                  <a:gd name="connsiteY127" fmla="*/ 151091 h 1373519"/>
                  <a:gd name="connsiteX128" fmla="*/ 349531 w 1625541"/>
                  <a:gd name="connsiteY128" fmla="*/ 145552 h 1373519"/>
                  <a:gd name="connsiteX129" fmla="*/ 341425 w 1625541"/>
                  <a:gd name="connsiteY129" fmla="*/ 151385 h 1373519"/>
                  <a:gd name="connsiteX130" fmla="*/ 316223 w 1625541"/>
                  <a:gd name="connsiteY130" fmla="*/ 206225 h 1373519"/>
                  <a:gd name="connsiteX131" fmla="*/ 302247 w 1625541"/>
                  <a:gd name="connsiteY131" fmla="*/ 232527 h 1373519"/>
                  <a:gd name="connsiteX132" fmla="*/ 365415 w 1625541"/>
                  <a:gd name="connsiteY132" fmla="*/ 114849 h 1373519"/>
                  <a:gd name="connsiteX133" fmla="*/ 441458 w 1625541"/>
                  <a:gd name="connsiteY133" fmla="*/ 108869 h 1373519"/>
                  <a:gd name="connsiteX134" fmla="*/ 518566 w 1625541"/>
                  <a:gd name="connsiteY134" fmla="*/ 129008 h 1373519"/>
                  <a:gd name="connsiteX135" fmla="*/ 640610 w 1625541"/>
                  <a:gd name="connsiteY135" fmla="*/ 50177 h 1373519"/>
                  <a:gd name="connsiteX136" fmla="*/ 519996 w 1625541"/>
                  <a:gd name="connsiteY136" fmla="*/ 109493 h 1373519"/>
                  <a:gd name="connsiteX137" fmla="*/ 525242 w 1625541"/>
                  <a:gd name="connsiteY137" fmla="*/ 99002 h 1373519"/>
                  <a:gd name="connsiteX138" fmla="*/ 600479 w 1625541"/>
                  <a:gd name="connsiteY138" fmla="*/ 51351 h 1373519"/>
                  <a:gd name="connsiteX139" fmla="*/ 705721 w 1625541"/>
                  <a:gd name="connsiteY139" fmla="*/ 72847 h 1373519"/>
                  <a:gd name="connsiteX140" fmla="*/ 796585 w 1625541"/>
                  <a:gd name="connsiteY140" fmla="*/ 59934 h 1373519"/>
                  <a:gd name="connsiteX141" fmla="*/ 909935 w 1625541"/>
                  <a:gd name="connsiteY141" fmla="*/ 16759 h 1373519"/>
                  <a:gd name="connsiteX142" fmla="*/ 979412 w 1625541"/>
                  <a:gd name="connsiteY142" fmla="*/ 49296 h 1373519"/>
                  <a:gd name="connsiteX143" fmla="*/ 999734 w 1625541"/>
                  <a:gd name="connsiteY143" fmla="*/ 47976 h 1373519"/>
                  <a:gd name="connsiteX144" fmla="*/ 1043056 w 1625541"/>
                  <a:gd name="connsiteY144" fmla="*/ 12027 h 1373519"/>
                  <a:gd name="connsiteX145" fmla="*/ 1076438 w 1625541"/>
                  <a:gd name="connsiteY145" fmla="*/ 518 h 13735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</a:cxnLst>
                <a:rect l="l" t="t" r="r" b="b"/>
                <a:pathLst>
                  <a:path w="1625541" h="1373519">
                    <a:moveTo>
                      <a:pt x="159808" y="1084449"/>
                    </a:moveTo>
                    <a:cubicBezTo>
                      <a:pt x="171547" y="1136135"/>
                      <a:pt x="195684" y="1174615"/>
                      <a:pt x="242822" y="1197469"/>
                    </a:cubicBezTo>
                    <a:cubicBezTo>
                      <a:pt x="185156" y="1193030"/>
                      <a:pt x="146456" y="1141417"/>
                      <a:pt x="159808" y="1084449"/>
                    </a:cubicBezTo>
                    <a:close/>
                    <a:moveTo>
                      <a:pt x="1457389" y="985808"/>
                    </a:moveTo>
                    <a:cubicBezTo>
                      <a:pt x="1409077" y="985221"/>
                      <a:pt x="1388278" y="1009542"/>
                      <a:pt x="1398843" y="1056790"/>
                    </a:cubicBezTo>
                    <a:cubicBezTo>
                      <a:pt x="1406033" y="1088850"/>
                      <a:pt x="1399686" y="1115629"/>
                      <a:pt x="1375659" y="1140573"/>
                    </a:cubicBezTo>
                    <a:cubicBezTo>
                      <a:pt x="1445687" y="1153632"/>
                      <a:pt x="1464579" y="1146589"/>
                      <a:pt x="1457902" y="1070619"/>
                    </a:cubicBezTo>
                    <a:cubicBezTo>
                      <a:pt x="1457792" y="1069408"/>
                      <a:pt x="1457352" y="1068235"/>
                      <a:pt x="1457205" y="1067024"/>
                    </a:cubicBezTo>
                    <a:cubicBezTo>
                      <a:pt x="1455958" y="1056129"/>
                      <a:pt x="1454051" y="1045271"/>
                      <a:pt x="1453684" y="1034340"/>
                    </a:cubicBezTo>
                    <a:cubicBezTo>
                      <a:pt x="1453023" y="1015448"/>
                      <a:pt x="1462451" y="1003233"/>
                      <a:pt x="1480499" y="997767"/>
                    </a:cubicBezTo>
                    <a:cubicBezTo>
                      <a:pt x="1486771" y="995896"/>
                      <a:pt x="1493191" y="994429"/>
                      <a:pt x="1502435" y="992008"/>
                    </a:cubicBezTo>
                    <a:cubicBezTo>
                      <a:pt x="1486148" y="985368"/>
                      <a:pt x="1471512" y="985992"/>
                      <a:pt x="1457389" y="985808"/>
                    </a:cubicBezTo>
                    <a:close/>
                    <a:moveTo>
                      <a:pt x="79457" y="882109"/>
                    </a:moveTo>
                    <a:lnTo>
                      <a:pt x="66180" y="891190"/>
                    </a:lnTo>
                    <a:cubicBezTo>
                      <a:pt x="61105" y="894468"/>
                      <a:pt x="56180" y="897972"/>
                      <a:pt x="52145" y="902759"/>
                    </a:cubicBezTo>
                    <a:cubicBezTo>
                      <a:pt x="30539" y="928437"/>
                      <a:pt x="27934" y="956022"/>
                      <a:pt x="43231" y="985955"/>
                    </a:cubicBezTo>
                    <a:cubicBezTo>
                      <a:pt x="26650" y="969448"/>
                      <a:pt x="21258" y="949969"/>
                      <a:pt x="28521" y="928363"/>
                    </a:cubicBezTo>
                    <a:cubicBezTo>
                      <a:pt x="32795" y="915726"/>
                      <a:pt x="39068" y="905033"/>
                      <a:pt x="47738" y="896954"/>
                    </a:cubicBezTo>
                    <a:close/>
                    <a:moveTo>
                      <a:pt x="216484" y="273429"/>
                    </a:moveTo>
                    <a:cubicBezTo>
                      <a:pt x="204214" y="283461"/>
                      <a:pt x="193667" y="294475"/>
                      <a:pt x="185519" y="306943"/>
                    </a:cubicBezTo>
                    <a:lnTo>
                      <a:pt x="169050" y="348907"/>
                    </a:lnTo>
                    <a:lnTo>
                      <a:pt x="161386" y="353769"/>
                    </a:lnTo>
                    <a:cubicBezTo>
                      <a:pt x="159653" y="352975"/>
                      <a:pt x="158782" y="349912"/>
                      <a:pt x="158745" y="345107"/>
                    </a:cubicBezTo>
                    <a:cubicBezTo>
                      <a:pt x="158598" y="320456"/>
                      <a:pt x="167769" y="300134"/>
                      <a:pt x="188054" y="285461"/>
                    </a:cubicBezTo>
                    <a:cubicBezTo>
                      <a:pt x="196418" y="279408"/>
                      <a:pt x="205846" y="275483"/>
                      <a:pt x="216484" y="273429"/>
                    </a:cubicBezTo>
                    <a:close/>
                    <a:moveTo>
                      <a:pt x="1080854" y="12696"/>
                    </a:moveTo>
                    <a:cubicBezTo>
                      <a:pt x="1069285" y="12256"/>
                      <a:pt x="1057510" y="15457"/>
                      <a:pt x="1045294" y="24425"/>
                    </a:cubicBezTo>
                    <a:cubicBezTo>
                      <a:pt x="1065726" y="30221"/>
                      <a:pt x="1070165" y="48599"/>
                      <a:pt x="1080106" y="62466"/>
                    </a:cubicBezTo>
                    <a:cubicBezTo>
                      <a:pt x="1091074" y="77799"/>
                      <a:pt x="1109893" y="79560"/>
                      <a:pt x="1124529" y="67234"/>
                    </a:cubicBezTo>
                    <a:cubicBezTo>
                      <a:pt x="1137955" y="55936"/>
                      <a:pt x="1136928" y="44711"/>
                      <a:pt x="1121044" y="29158"/>
                    </a:cubicBezTo>
                    <a:cubicBezTo>
                      <a:pt x="1118990" y="27140"/>
                      <a:pt x="1117119" y="24939"/>
                      <a:pt x="1115175" y="22811"/>
                    </a:cubicBezTo>
                    <a:cubicBezTo>
                      <a:pt x="1115212" y="22848"/>
                      <a:pt x="1115248" y="22848"/>
                      <a:pt x="1115285" y="22848"/>
                    </a:cubicBezTo>
                    <a:cubicBezTo>
                      <a:pt x="1115285" y="22848"/>
                      <a:pt x="1114955" y="22555"/>
                      <a:pt x="1114955" y="22555"/>
                    </a:cubicBezTo>
                    <a:cubicBezTo>
                      <a:pt x="1115028" y="22665"/>
                      <a:pt x="1115101" y="22738"/>
                      <a:pt x="1115175" y="22811"/>
                    </a:cubicBezTo>
                    <a:cubicBezTo>
                      <a:pt x="1103785" y="17217"/>
                      <a:pt x="1092422" y="13136"/>
                      <a:pt x="1080854" y="12696"/>
                    </a:cubicBezTo>
                    <a:close/>
                    <a:moveTo>
                      <a:pt x="1076438" y="518"/>
                    </a:moveTo>
                    <a:cubicBezTo>
                      <a:pt x="1088800" y="2489"/>
                      <a:pt x="1102024" y="10046"/>
                      <a:pt x="1114991" y="22518"/>
                    </a:cubicBezTo>
                    <a:cubicBezTo>
                      <a:pt x="1149033" y="44821"/>
                      <a:pt x="1185569" y="51901"/>
                      <a:pt x="1226434" y="47205"/>
                    </a:cubicBezTo>
                    <a:cubicBezTo>
                      <a:pt x="1255266" y="43867"/>
                      <a:pt x="1286080" y="71306"/>
                      <a:pt x="1293197" y="100102"/>
                    </a:cubicBezTo>
                    <a:cubicBezTo>
                      <a:pt x="1300570" y="129852"/>
                      <a:pt x="1309557" y="158941"/>
                      <a:pt x="1325661" y="185316"/>
                    </a:cubicBezTo>
                    <a:cubicBezTo>
                      <a:pt x="1344002" y="215359"/>
                      <a:pt x="1369423" y="233334"/>
                      <a:pt x="1405849" y="235572"/>
                    </a:cubicBezTo>
                    <a:cubicBezTo>
                      <a:pt x="1435159" y="237406"/>
                      <a:pt x="1464065" y="243348"/>
                      <a:pt x="1490403" y="257361"/>
                    </a:cubicBezTo>
                    <a:cubicBezTo>
                      <a:pt x="1516008" y="270971"/>
                      <a:pt x="1521730" y="285754"/>
                      <a:pt x="1511496" y="313009"/>
                    </a:cubicBezTo>
                    <a:cubicBezTo>
                      <a:pt x="1504489" y="331681"/>
                      <a:pt x="1505773" y="349985"/>
                      <a:pt x="1511679" y="369427"/>
                    </a:cubicBezTo>
                    <a:cubicBezTo>
                      <a:pt x="1506654" y="369941"/>
                      <a:pt x="1502472" y="370087"/>
                      <a:pt x="1498400" y="370821"/>
                    </a:cubicBezTo>
                    <a:cubicBezTo>
                      <a:pt x="1485451" y="373132"/>
                      <a:pt x="1481966" y="383770"/>
                      <a:pt x="1477711" y="394078"/>
                    </a:cubicBezTo>
                    <a:cubicBezTo>
                      <a:pt x="1473236" y="405009"/>
                      <a:pt x="1482186" y="407907"/>
                      <a:pt x="1487982" y="412566"/>
                    </a:cubicBezTo>
                    <a:cubicBezTo>
                      <a:pt x="1516962" y="435823"/>
                      <a:pt x="1544657" y="460290"/>
                      <a:pt x="1564832" y="495433"/>
                    </a:cubicBezTo>
                    <a:cubicBezTo>
                      <a:pt x="1573526" y="443893"/>
                      <a:pt x="1547592" y="409411"/>
                      <a:pt x="1516815" y="376837"/>
                    </a:cubicBezTo>
                    <a:cubicBezTo>
                      <a:pt x="1568574" y="394445"/>
                      <a:pt x="1590180" y="459740"/>
                      <a:pt x="1569455" y="509812"/>
                    </a:cubicBezTo>
                    <a:cubicBezTo>
                      <a:pt x="1562228" y="527200"/>
                      <a:pt x="1552654" y="549540"/>
                      <a:pt x="1558853" y="571733"/>
                    </a:cubicBezTo>
                    <a:cubicBezTo>
                      <a:pt x="1560614" y="578079"/>
                      <a:pt x="1563805" y="582811"/>
                      <a:pt x="1552104" y="584755"/>
                    </a:cubicBezTo>
                    <a:cubicBezTo>
                      <a:pt x="1535707" y="587470"/>
                      <a:pt x="1533285" y="600199"/>
                      <a:pt x="1544951" y="612231"/>
                    </a:cubicBezTo>
                    <a:cubicBezTo>
                      <a:pt x="1552617" y="620154"/>
                      <a:pt x="1560504" y="627858"/>
                      <a:pt x="1567950" y="635928"/>
                    </a:cubicBezTo>
                    <a:cubicBezTo>
                      <a:pt x="1574884" y="643411"/>
                      <a:pt x="1581376" y="651298"/>
                      <a:pt x="1590621" y="661973"/>
                    </a:cubicBezTo>
                    <a:cubicBezTo>
                      <a:pt x="1592161" y="635854"/>
                      <a:pt x="1584605" y="616119"/>
                      <a:pt x="1572463" y="595650"/>
                    </a:cubicBezTo>
                    <a:cubicBezTo>
                      <a:pt x="1592345" y="607609"/>
                      <a:pt x="1600488" y="626390"/>
                      <a:pt x="1596233" y="652655"/>
                    </a:cubicBezTo>
                    <a:cubicBezTo>
                      <a:pt x="1594436" y="663843"/>
                      <a:pt x="1596820" y="672024"/>
                      <a:pt x="1602653" y="681304"/>
                    </a:cubicBezTo>
                    <a:cubicBezTo>
                      <a:pt x="1634090" y="731486"/>
                      <a:pt x="1635741" y="780165"/>
                      <a:pt x="1591244" y="824404"/>
                    </a:cubicBezTo>
                    <a:cubicBezTo>
                      <a:pt x="1586219" y="829393"/>
                      <a:pt x="1585742" y="834125"/>
                      <a:pt x="1586989" y="840728"/>
                    </a:cubicBezTo>
                    <a:cubicBezTo>
                      <a:pt x="1592381" y="867213"/>
                      <a:pt x="1594472" y="893991"/>
                      <a:pt x="1592015" y="920953"/>
                    </a:cubicBezTo>
                    <a:cubicBezTo>
                      <a:pt x="1588640" y="957783"/>
                      <a:pt x="1571986" y="976968"/>
                      <a:pt x="1536550" y="987312"/>
                    </a:cubicBezTo>
                    <a:cubicBezTo>
                      <a:pt x="1519639" y="992228"/>
                      <a:pt x="1503206" y="998831"/>
                      <a:pt x="1486882" y="1005507"/>
                    </a:cubicBezTo>
                    <a:cubicBezTo>
                      <a:pt x="1475767" y="1010056"/>
                      <a:pt x="1471218" y="1017062"/>
                      <a:pt x="1473052" y="1031222"/>
                    </a:cubicBezTo>
                    <a:cubicBezTo>
                      <a:pt x="1476867" y="1060238"/>
                      <a:pt x="1472062" y="1089621"/>
                      <a:pt x="1471768" y="1118893"/>
                    </a:cubicBezTo>
                    <a:cubicBezTo>
                      <a:pt x="1471548" y="1140903"/>
                      <a:pt x="1447888" y="1158804"/>
                      <a:pt x="1424227" y="1159465"/>
                    </a:cubicBezTo>
                    <a:cubicBezTo>
                      <a:pt x="1404015" y="1160015"/>
                      <a:pt x="1384243" y="1156934"/>
                      <a:pt x="1367773" y="1143398"/>
                    </a:cubicBezTo>
                    <a:cubicBezTo>
                      <a:pt x="1366012" y="1141930"/>
                      <a:pt x="1363921" y="1139106"/>
                      <a:pt x="1362014" y="1141417"/>
                    </a:cubicBezTo>
                    <a:cubicBezTo>
                      <a:pt x="1348991" y="1157374"/>
                      <a:pt x="1329769" y="1151981"/>
                      <a:pt x="1313482" y="1154843"/>
                    </a:cubicBezTo>
                    <a:cubicBezTo>
                      <a:pt x="1278560" y="1161005"/>
                      <a:pt x="1254203" y="1178906"/>
                      <a:pt x="1240007" y="1211077"/>
                    </a:cubicBezTo>
                    <a:cubicBezTo>
                      <a:pt x="1222729" y="1249961"/>
                      <a:pt x="1196611" y="1280995"/>
                      <a:pt x="1159231" y="1302014"/>
                    </a:cubicBezTo>
                    <a:cubicBezTo>
                      <a:pt x="1158717" y="1307260"/>
                      <a:pt x="1156003" y="1311258"/>
                      <a:pt x="1151381" y="1313496"/>
                    </a:cubicBezTo>
                    <a:cubicBezTo>
                      <a:pt x="1127354" y="1325124"/>
                      <a:pt x="1103106" y="1336019"/>
                      <a:pt x="1075484" y="1334992"/>
                    </a:cubicBezTo>
                    <a:cubicBezTo>
                      <a:pt x="1065616" y="1332718"/>
                      <a:pt x="1060517" y="1326665"/>
                      <a:pt x="1057986" y="1318485"/>
                    </a:cubicBezTo>
                    <a:cubicBezTo>
                      <a:pt x="997900" y="1343759"/>
                      <a:pt x="932458" y="1357662"/>
                      <a:pt x="863971" y="1357662"/>
                    </a:cubicBezTo>
                    <a:cubicBezTo>
                      <a:pt x="853333" y="1357662"/>
                      <a:pt x="842732" y="1357295"/>
                      <a:pt x="832240" y="1356635"/>
                    </a:cubicBezTo>
                    <a:cubicBezTo>
                      <a:pt x="830479" y="1359092"/>
                      <a:pt x="828205" y="1361293"/>
                      <a:pt x="825051" y="1363054"/>
                    </a:cubicBezTo>
                    <a:cubicBezTo>
                      <a:pt x="799923" y="1371088"/>
                      <a:pt x="774795" y="1378791"/>
                      <a:pt x="748347" y="1368740"/>
                    </a:cubicBezTo>
                    <a:cubicBezTo>
                      <a:pt x="678173" y="1368263"/>
                      <a:pt x="611190" y="1357478"/>
                      <a:pt x="554662" y="1310855"/>
                    </a:cubicBezTo>
                    <a:cubicBezTo>
                      <a:pt x="534156" y="1293944"/>
                      <a:pt x="516952" y="1274465"/>
                      <a:pt x="504113" y="1251428"/>
                    </a:cubicBezTo>
                    <a:cubicBezTo>
                      <a:pt x="497620" y="1239763"/>
                      <a:pt x="489953" y="1236352"/>
                      <a:pt x="477444" y="1241047"/>
                    </a:cubicBezTo>
                    <a:cubicBezTo>
                      <a:pt x="452206" y="1250475"/>
                      <a:pt x="425611" y="1254913"/>
                      <a:pt x="399016" y="1257738"/>
                    </a:cubicBezTo>
                    <a:cubicBezTo>
                      <a:pt x="356134" y="1262250"/>
                      <a:pt x="314059" y="1251355"/>
                      <a:pt x="300377" y="1210784"/>
                    </a:cubicBezTo>
                    <a:cubicBezTo>
                      <a:pt x="300120" y="1189398"/>
                      <a:pt x="289702" y="1182171"/>
                      <a:pt x="268096" y="1180117"/>
                    </a:cubicBezTo>
                    <a:cubicBezTo>
                      <a:pt x="241500" y="1177623"/>
                      <a:pt x="222829" y="1160785"/>
                      <a:pt x="214759" y="1133750"/>
                    </a:cubicBezTo>
                    <a:cubicBezTo>
                      <a:pt x="209880" y="1117389"/>
                      <a:pt x="205258" y="1100589"/>
                      <a:pt x="197371" y="1085659"/>
                    </a:cubicBezTo>
                    <a:cubicBezTo>
                      <a:pt x="182368" y="1057230"/>
                      <a:pt x="161385" y="1036761"/>
                      <a:pt x="125473" y="1036651"/>
                    </a:cubicBezTo>
                    <a:cubicBezTo>
                      <a:pt x="96970" y="1036541"/>
                      <a:pt x="75658" y="1019190"/>
                      <a:pt x="55922" y="1000115"/>
                    </a:cubicBezTo>
                    <a:cubicBezTo>
                      <a:pt x="72319" y="1007304"/>
                      <a:pt x="88056" y="1015888"/>
                      <a:pt x="106104" y="1018456"/>
                    </a:cubicBezTo>
                    <a:cubicBezTo>
                      <a:pt x="126023" y="1021281"/>
                      <a:pt x="143521" y="1015741"/>
                      <a:pt x="159551" y="1004406"/>
                    </a:cubicBezTo>
                    <a:cubicBezTo>
                      <a:pt x="163513" y="1001582"/>
                      <a:pt x="167952" y="997803"/>
                      <a:pt x="167071" y="992595"/>
                    </a:cubicBezTo>
                    <a:cubicBezTo>
                      <a:pt x="166117" y="986835"/>
                      <a:pt x="159991" y="986469"/>
                      <a:pt x="155333" y="985662"/>
                    </a:cubicBezTo>
                    <a:cubicBezTo>
                      <a:pt x="145135" y="983937"/>
                      <a:pt x="134717" y="983240"/>
                      <a:pt x="124556" y="981296"/>
                    </a:cubicBezTo>
                    <a:cubicBezTo>
                      <a:pt x="83801" y="973520"/>
                      <a:pt x="70779" y="952941"/>
                      <a:pt x="78372" y="911709"/>
                    </a:cubicBezTo>
                    <a:cubicBezTo>
                      <a:pt x="79289" y="906739"/>
                      <a:pt x="82086" y="901805"/>
                      <a:pt x="83604" y="896738"/>
                    </a:cubicBezTo>
                    <a:lnTo>
                      <a:pt x="81210" y="881289"/>
                    </a:lnTo>
                    <a:lnTo>
                      <a:pt x="79457" y="882109"/>
                    </a:lnTo>
                    <a:lnTo>
                      <a:pt x="81124" y="880969"/>
                    </a:lnTo>
                    <a:lnTo>
                      <a:pt x="81168" y="881020"/>
                    </a:lnTo>
                    <a:lnTo>
                      <a:pt x="81160" y="880969"/>
                    </a:lnTo>
                    <a:lnTo>
                      <a:pt x="81417" y="881262"/>
                    </a:lnTo>
                    <a:cubicBezTo>
                      <a:pt x="93155" y="874146"/>
                      <a:pt x="93339" y="860573"/>
                      <a:pt x="98254" y="849825"/>
                    </a:cubicBezTo>
                    <a:cubicBezTo>
                      <a:pt x="101886" y="841938"/>
                      <a:pt x="92679" y="840214"/>
                      <a:pt x="88240" y="837060"/>
                    </a:cubicBezTo>
                    <a:cubicBezTo>
                      <a:pt x="67111" y="821909"/>
                      <a:pt x="48366" y="804852"/>
                      <a:pt x="38792" y="779761"/>
                    </a:cubicBezTo>
                    <a:cubicBezTo>
                      <a:pt x="27970" y="751405"/>
                      <a:pt x="33619" y="724113"/>
                      <a:pt x="46128" y="698325"/>
                    </a:cubicBezTo>
                    <a:cubicBezTo>
                      <a:pt x="53024" y="684056"/>
                      <a:pt x="53868" y="674848"/>
                      <a:pt x="41579" y="662303"/>
                    </a:cubicBezTo>
                    <a:cubicBezTo>
                      <a:pt x="23201" y="643558"/>
                      <a:pt x="9482" y="620851"/>
                      <a:pt x="2585" y="594843"/>
                    </a:cubicBezTo>
                    <a:cubicBezTo>
                      <a:pt x="-1083" y="580977"/>
                      <a:pt x="-1780" y="567294"/>
                      <a:pt x="6767" y="551264"/>
                    </a:cubicBezTo>
                    <a:cubicBezTo>
                      <a:pt x="12600" y="597264"/>
                      <a:pt x="35600" y="632626"/>
                      <a:pt x="58160" y="669382"/>
                    </a:cubicBezTo>
                    <a:cubicBezTo>
                      <a:pt x="67001" y="661202"/>
                      <a:pt x="70449" y="655003"/>
                      <a:pt x="64543" y="644585"/>
                    </a:cubicBezTo>
                    <a:cubicBezTo>
                      <a:pt x="45358" y="610800"/>
                      <a:pt x="40075" y="577235"/>
                      <a:pt x="68651" y="544808"/>
                    </a:cubicBezTo>
                    <a:cubicBezTo>
                      <a:pt x="79766" y="532189"/>
                      <a:pt x="65276" y="529254"/>
                      <a:pt x="57463" y="523055"/>
                    </a:cubicBezTo>
                    <a:cubicBezTo>
                      <a:pt x="74154" y="518286"/>
                      <a:pt x="89927" y="514654"/>
                      <a:pt x="105114" y="509299"/>
                    </a:cubicBezTo>
                    <a:cubicBezTo>
                      <a:pt x="146749" y="494626"/>
                      <a:pt x="166778" y="465573"/>
                      <a:pt x="164943" y="421407"/>
                    </a:cubicBezTo>
                    <a:cubicBezTo>
                      <a:pt x="163953" y="396939"/>
                      <a:pt x="162486" y="372692"/>
                      <a:pt x="169236" y="348775"/>
                    </a:cubicBezTo>
                    <a:lnTo>
                      <a:pt x="169185" y="348833"/>
                    </a:lnTo>
                    <a:lnTo>
                      <a:pt x="168943" y="349179"/>
                    </a:lnTo>
                    <a:lnTo>
                      <a:pt x="168996" y="349045"/>
                    </a:lnTo>
                    <a:lnTo>
                      <a:pt x="168942" y="349105"/>
                    </a:lnTo>
                    <a:lnTo>
                      <a:pt x="169011" y="349005"/>
                    </a:lnTo>
                    <a:lnTo>
                      <a:pt x="169050" y="348907"/>
                    </a:lnTo>
                    <a:lnTo>
                      <a:pt x="169103" y="348873"/>
                    </a:lnTo>
                    <a:lnTo>
                      <a:pt x="194890" y="311725"/>
                    </a:lnTo>
                    <a:cubicBezTo>
                      <a:pt x="205020" y="300619"/>
                      <a:pt x="216667" y="290889"/>
                      <a:pt x="229946" y="282599"/>
                    </a:cubicBezTo>
                    <a:cubicBezTo>
                      <a:pt x="233504" y="280361"/>
                      <a:pt x="243738" y="277867"/>
                      <a:pt x="233137" y="270053"/>
                    </a:cubicBezTo>
                    <a:cubicBezTo>
                      <a:pt x="231303" y="268733"/>
                      <a:pt x="237869" y="265982"/>
                      <a:pt x="240914" y="265505"/>
                    </a:cubicBezTo>
                    <a:cubicBezTo>
                      <a:pt x="259622" y="262644"/>
                      <a:pt x="278550" y="261030"/>
                      <a:pt x="297075" y="257398"/>
                    </a:cubicBezTo>
                    <a:cubicBezTo>
                      <a:pt x="337866" y="249401"/>
                      <a:pt x="369377" y="189278"/>
                      <a:pt x="353310" y="151091"/>
                    </a:cubicBezTo>
                    <a:cubicBezTo>
                      <a:pt x="352429" y="149000"/>
                      <a:pt x="351182" y="146029"/>
                      <a:pt x="349531" y="145552"/>
                    </a:cubicBezTo>
                    <a:cubicBezTo>
                      <a:pt x="345093" y="144305"/>
                      <a:pt x="343295" y="148413"/>
                      <a:pt x="341425" y="151385"/>
                    </a:cubicBezTo>
                    <a:cubicBezTo>
                      <a:pt x="330603" y="168515"/>
                      <a:pt x="324000" y="187664"/>
                      <a:pt x="316223" y="206225"/>
                    </a:cubicBezTo>
                    <a:cubicBezTo>
                      <a:pt x="313069" y="213782"/>
                      <a:pt x="312188" y="222476"/>
                      <a:pt x="302247" y="232527"/>
                    </a:cubicBezTo>
                    <a:cubicBezTo>
                      <a:pt x="315306" y="185169"/>
                      <a:pt x="328916" y="143718"/>
                      <a:pt x="365415" y="114849"/>
                    </a:cubicBezTo>
                    <a:cubicBezTo>
                      <a:pt x="388965" y="96214"/>
                      <a:pt x="414863" y="96984"/>
                      <a:pt x="441458" y="108869"/>
                    </a:cubicBezTo>
                    <a:cubicBezTo>
                      <a:pt x="465999" y="119837"/>
                      <a:pt x="490613" y="131392"/>
                      <a:pt x="518566" y="129008"/>
                    </a:cubicBezTo>
                    <a:cubicBezTo>
                      <a:pt x="572966" y="124349"/>
                      <a:pt x="612400" y="96104"/>
                      <a:pt x="640610" y="50177"/>
                    </a:cubicBezTo>
                    <a:cubicBezTo>
                      <a:pt x="596847" y="62245"/>
                      <a:pt x="560788" y="89868"/>
                      <a:pt x="519996" y="109493"/>
                    </a:cubicBezTo>
                    <a:cubicBezTo>
                      <a:pt x="518015" y="103550"/>
                      <a:pt x="522638" y="101496"/>
                      <a:pt x="525242" y="99002"/>
                    </a:cubicBezTo>
                    <a:cubicBezTo>
                      <a:pt x="547068" y="77982"/>
                      <a:pt x="571646" y="61402"/>
                      <a:pt x="600479" y="51351"/>
                    </a:cubicBezTo>
                    <a:cubicBezTo>
                      <a:pt x="639949" y="37558"/>
                      <a:pt x="674651" y="44711"/>
                      <a:pt x="705721" y="72847"/>
                    </a:cubicBezTo>
                    <a:cubicBezTo>
                      <a:pt x="749484" y="112464"/>
                      <a:pt x="765881" y="109860"/>
                      <a:pt x="796585" y="59934"/>
                    </a:cubicBezTo>
                    <a:cubicBezTo>
                      <a:pt x="825381" y="13127"/>
                      <a:pt x="857405" y="875"/>
                      <a:pt x="909935" y="16759"/>
                    </a:cubicBezTo>
                    <a:cubicBezTo>
                      <a:pt x="934659" y="24242"/>
                      <a:pt x="957696" y="35504"/>
                      <a:pt x="979412" y="49296"/>
                    </a:cubicBezTo>
                    <a:cubicBezTo>
                      <a:pt x="987189" y="54249"/>
                      <a:pt x="992581" y="55386"/>
                      <a:pt x="999734" y="47976"/>
                    </a:cubicBezTo>
                    <a:cubicBezTo>
                      <a:pt x="1012793" y="34513"/>
                      <a:pt x="1029704" y="25856"/>
                      <a:pt x="1043056" y="12027"/>
                    </a:cubicBezTo>
                    <a:cubicBezTo>
                      <a:pt x="1052575" y="2159"/>
                      <a:pt x="1064076" y="-1454"/>
                      <a:pt x="1076438" y="518"/>
                    </a:cubicBezTo>
                    <a:close/>
                  </a:path>
                </a:pathLst>
              </a:custGeom>
              <a:solidFill>
                <a:srgbClr val="693723"/>
              </a:solidFill>
              <a:ln w="366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7" name="자유형: 도형 16">
                <a:extLst>
                  <a:ext uri="{FF2B5EF4-FFF2-40B4-BE49-F238E27FC236}">
                    <a16:creationId xmlns:a16="http://schemas.microsoft.com/office/drawing/2014/main" id="{9A9C1565-C9B6-43D0-AA3D-72FD46CD09E0}"/>
                  </a:ext>
                </a:extLst>
              </p:cNvPr>
              <p:cNvSpPr/>
              <p:nvPr/>
            </p:nvSpPr>
            <p:spPr>
              <a:xfrm>
                <a:off x="7940651" y="1937869"/>
                <a:ext cx="969670" cy="1131758"/>
              </a:xfrm>
              <a:custGeom>
                <a:avLst/>
                <a:gdLst>
                  <a:gd name="connsiteX0" fmla="*/ 967768 w 969670"/>
                  <a:gd name="connsiteY0" fmla="*/ 764 h 1131758"/>
                  <a:gd name="connsiteX1" fmla="*/ 967842 w 969670"/>
                  <a:gd name="connsiteY1" fmla="*/ 874 h 1131758"/>
                  <a:gd name="connsiteX2" fmla="*/ 845285 w 969670"/>
                  <a:gd name="connsiteY2" fmla="*/ 303984 h 1131758"/>
                  <a:gd name="connsiteX3" fmla="*/ 839379 w 969670"/>
                  <a:gd name="connsiteY3" fmla="*/ 510288 h 1131758"/>
                  <a:gd name="connsiteX4" fmla="*/ 693748 w 969670"/>
                  <a:gd name="connsiteY4" fmla="*/ 693482 h 1131758"/>
                  <a:gd name="connsiteX5" fmla="*/ 445736 w 969670"/>
                  <a:gd name="connsiteY5" fmla="*/ 1017648 h 1131758"/>
                  <a:gd name="connsiteX6" fmla="*/ 380917 w 969670"/>
                  <a:gd name="connsiteY6" fmla="*/ 1087199 h 1131758"/>
                  <a:gd name="connsiteX7" fmla="*/ 205537 w 969670"/>
                  <a:gd name="connsiteY7" fmla="*/ 1118342 h 1131758"/>
                  <a:gd name="connsiteX8" fmla="*/ 2901 w 969670"/>
                  <a:gd name="connsiteY8" fmla="*/ 969410 h 1131758"/>
                  <a:gd name="connsiteX9" fmla="*/ 11888 w 969670"/>
                  <a:gd name="connsiteY9" fmla="*/ 940724 h 1131758"/>
                  <a:gd name="connsiteX10" fmla="*/ 68636 w 969670"/>
                  <a:gd name="connsiteY10" fmla="*/ 869083 h 1131758"/>
                  <a:gd name="connsiteX11" fmla="*/ 105906 w 969670"/>
                  <a:gd name="connsiteY11" fmla="*/ 814792 h 1131758"/>
                  <a:gd name="connsiteX12" fmla="*/ 124394 w 969670"/>
                  <a:gd name="connsiteY12" fmla="*/ 803934 h 1131758"/>
                  <a:gd name="connsiteX13" fmla="*/ 204803 w 969670"/>
                  <a:gd name="connsiteY13" fmla="*/ 858151 h 1131758"/>
                  <a:gd name="connsiteX14" fmla="*/ 279783 w 969670"/>
                  <a:gd name="connsiteY14" fmla="*/ 848320 h 1131758"/>
                  <a:gd name="connsiteX15" fmla="*/ 398635 w 969670"/>
                  <a:gd name="connsiteY15" fmla="*/ 688457 h 1131758"/>
                  <a:gd name="connsiteX16" fmla="*/ 853979 w 969670"/>
                  <a:gd name="connsiteY16" fmla="*/ 91591 h 1131758"/>
                  <a:gd name="connsiteX17" fmla="*/ 967768 w 969670"/>
                  <a:gd name="connsiteY17" fmla="*/ 764 h 11317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969670" h="1131758">
                    <a:moveTo>
                      <a:pt x="967768" y="764"/>
                    </a:moveTo>
                    <a:cubicBezTo>
                      <a:pt x="970850" y="5790"/>
                      <a:pt x="969676" y="-2611"/>
                      <a:pt x="967842" y="874"/>
                    </a:cubicBezTo>
                    <a:cubicBezTo>
                      <a:pt x="917366" y="98010"/>
                      <a:pt x="869862" y="196357"/>
                      <a:pt x="845285" y="303984"/>
                    </a:cubicBezTo>
                    <a:cubicBezTo>
                      <a:pt x="829658" y="372361"/>
                      <a:pt x="823532" y="441031"/>
                      <a:pt x="839379" y="510288"/>
                    </a:cubicBezTo>
                    <a:cubicBezTo>
                      <a:pt x="788536" y="569531"/>
                      <a:pt x="741436" y="631745"/>
                      <a:pt x="693748" y="693482"/>
                    </a:cubicBezTo>
                    <a:cubicBezTo>
                      <a:pt x="610588" y="801146"/>
                      <a:pt x="528565" y="909727"/>
                      <a:pt x="445736" y="1017648"/>
                    </a:cubicBezTo>
                    <a:cubicBezTo>
                      <a:pt x="426404" y="1042849"/>
                      <a:pt x="404798" y="1066069"/>
                      <a:pt x="380917" y="1087199"/>
                    </a:cubicBezTo>
                    <a:cubicBezTo>
                      <a:pt x="328718" y="1133419"/>
                      <a:pt x="269768" y="1143470"/>
                      <a:pt x="205537" y="1118342"/>
                    </a:cubicBezTo>
                    <a:cubicBezTo>
                      <a:pt x="124944" y="1086832"/>
                      <a:pt x="57815" y="1036246"/>
                      <a:pt x="2901" y="969410"/>
                    </a:cubicBezTo>
                    <a:cubicBezTo>
                      <a:pt x="-5059" y="956498"/>
                      <a:pt x="5175" y="948171"/>
                      <a:pt x="11888" y="940724"/>
                    </a:cubicBezTo>
                    <a:cubicBezTo>
                      <a:pt x="32357" y="918018"/>
                      <a:pt x="50075" y="893257"/>
                      <a:pt x="68636" y="869083"/>
                    </a:cubicBezTo>
                    <a:cubicBezTo>
                      <a:pt x="82026" y="851622"/>
                      <a:pt x="93251" y="832730"/>
                      <a:pt x="105906" y="814792"/>
                    </a:cubicBezTo>
                    <a:cubicBezTo>
                      <a:pt x="110418" y="808409"/>
                      <a:pt x="114160" y="800596"/>
                      <a:pt x="124394" y="803934"/>
                    </a:cubicBezTo>
                    <a:cubicBezTo>
                      <a:pt x="151173" y="822055"/>
                      <a:pt x="177731" y="840507"/>
                      <a:pt x="204803" y="858151"/>
                    </a:cubicBezTo>
                    <a:cubicBezTo>
                      <a:pt x="236680" y="878950"/>
                      <a:pt x="256196" y="877410"/>
                      <a:pt x="279783" y="848320"/>
                    </a:cubicBezTo>
                    <a:cubicBezTo>
                      <a:pt x="321601" y="796744"/>
                      <a:pt x="363529" y="745535"/>
                      <a:pt x="398635" y="688457"/>
                    </a:cubicBezTo>
                    <a:cubicBezTo>
                      <a:pt x="530326" y="474339"/>
                      <a:pt x="675150" y="269833"/>
                      <a:pt x="853979" y="91591"/>
                    </a:cubicBezTo>
                    <a:cubicBezTo>
                      <a:pt x="890735" y="54981"/>
                      <a:pt x="926464" y="32238"/>
                      <a:pt x="967768" y="764"/>
                    </a:cubicBezTo>
                    <a:close/>
                  </a:path>
                </a:pathLst>
              </a:custGeom>
              <a:solidFill>
                <a:schemeClr val="accent4">
                  <a:lumMod val="75000"/>
                </a:schemeClr>
              </a:solidFill>
              <a:ln w="366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8" name="자유형: 도형 17">
                <a:extLst>
                  <a:ext uri="{FF2B5EF4-FFF2-40B4-BE49-F238E27FC236}">
                    <a16:creationId xmlns:a16="http://schemas.microsoft.com/office/drawing/2014/main" id="{175363C1-C20F-443C-BB6E-E782D9179061}"/>
                  </a:ext>
                </a:extLst>
              </p:cNvPr>
              <p:cNvSpPr/>
              <p:nvPr/>
            </p:nvSpPr>
            <p:spPr>
              <a:xfrm>
                <a:off x="6957846" y="2094246"/>
                <a:ext cx="962414" cy="681932"/>
              </a:xfrm>
              <a:custGeom>
                <a:avLst/>
                <a:gdLst>
                  <a:gd name="connsiteX0" fmla="*/ 846568 w 962414"/>
                  <a:gd name="connsiteY0" fmla="*/ 681086 h 681932"/>
                  <a:gd name="connsiteX1" fmla="*/ 552225 w 962414"/>
                  <a:gd name="connsiteY1" fmla="*/ 450938 h 681932"/>
                  <a:gd name="connsiteX2" fmla="*/ 517780 w 962414"/>
                  <a:gd name="connsiteY2" fmla="*/ 435054 h 681932"/>
                  <a:gd name="connsiteX3" fmla="*/ 176814 w 962414"/>
                  <a:gd name="connsiteY3" fmla="*/ 398408 h 681932"/>
                  <a:gd name="connsiteX4" fmla="*/ 100110 w 962414"/>
                  <a:gd name="connsiteY4" fmla="*/ 395767 h 681932"/>
                  <a:gd name="connsiteX5" fmla="*/ 77770 w 962414"/>
                  <a:gd name="connsiteY5" fmla="*/ 337001 h 681932"/>
                  <a:gd name="connsiteX6" fmla="*/ 87711 w 962414"/>
                  <a:gd name="connsiteY6" fmla="*/ 323832 h 681932"/>
                  <a:gd name="connsiteX7" fmla="*/ 67426 w 962414"/>
                  <a:gd name="connsiteY7" fmla="*/ 322145 h 681932"/>
                  <a:gd name="connsiteX8" fmla="*/ 33384 w 962414"/>
                  <a:gd name="connsiteY8" fmla="*/ 316239 h 681932"/>
                  <a:gd name="connsiteX9" fmla="*/ 14822 w 962414"/>
                  <a:gd name="connsiteY9" fmla="*/ 260004 h 681932"/>
                  <a:gd name="connsiteX10" fmla="*/ 14346 w 962414"/>
                  <a:gd name="connsiteY10" fmla="*/ 239645 h 681932"/>
                  <a:gd name="connsiteX11" fmla="*/ 39547 w 962414"/>
                  <a:gd name="connsiteY11" fmla="*/ 164152 h 681932"/>
                  <a:gd name="connsiteX12" fmla="*/ 47507 w 962414"/>
                  <a:gd name="connsiteY12" fmla="*/ 148268 h 681932"/>
                  <a:gd name="connsiteX13" fmla="*/ 65848 w 962414"/>
                  <a:gd name="connsiteY13" fmla="*/ 98820 h 681932"/>
                  <a:gd name="connsiteX14" fmla="*/ 115517 w 962414"/>
                  <a:gd name="connsiteY14" fmla="*/ 87081 h 681932"/>
                  <a:gd name="connsiteX15" fmla="*/ 287412 w 962414"/>
                  <a:gd name="connsiteY15" fmla="*/ 92327 h 681932"/>
                  <a:gd name="connsiteX16" fmla="*/ 377872 w 962414"/>
                  <a:gd name="connsiteY16" fmla="*/ 102781 h 681932"/>
                  <a:gd name="connsiteX17" fmla="*/ 355202 w 962414"/>
                  <a:gd name="connsiteY17" fmla="*/ 84733 h 681932"/>
                  <a:gd name="connsiteX18" fmla="*/ 349883 w 962414"/>
                  <a:gd name="connsiteY18" fmla="*/ 19842 h 681932"/>
                  <a:gd name="connsiteX19" fmla="*/ 422882 w 962414"/>
                  <a:gd name="connsiteY19" fmla="*/ 13312 h 681932"/>
                  <a:gd name="connsiteX20" fmla="*/ 458868 w 962414"/>
                  <a:gd name="connsiteY20" fmla="*/ 49848 h 681932"/>
                  <a:gd name="connsiteX21" fmla="*/ 592723 w 962414"/>
                  <a:gd name="connsiteY21" fmla="*/ 165839 h 681932"/>
                  <a:gd name="connsiteX22" fmla="*/ 673792 w 962414"/>
                  <a:gd name="connsiteY22" fmla="*/ 314551 h 681932"/>
                  <a:gd name="connsiteX23" fmla="*/ 685604 w 962414"/>
                  <a:gd name="connsiteY23" fmla="*/ 337735 h 681932"/>
                  <a:gd name="connsiteX24" fmla="*/ 942971 w 962414"/>
                  <a:gd name="connsiteY24" fmla="*/ 549578 h 681932"/>
                  <a:gd name="connsiteX25" fmla="*/ 961899 w 962414"/>
                  <a:gd name="connsiteY25" fmla="*/ 566819 h 681932"/>
                  <a:gd name="connsiteX26" fmla="*/ 954269 w 962414"/>
                  <a:gd name="connsiteY26" fmla="*/ 584060 h 681932"/>
                  <a:gd name="connsiteX27" fmla="*/ 864653 w 962414"/>
                  <a:gd name="connsiteY27" fmla="*/ 672135 h 681932"/>
                  <a:gd name="connsiteX28" fmla="*/ 846568 w 962414"/>
                  <a:gd name="connsiteY28" fmla="*/ 681086 h 6819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962414" h="681932">
                    <a:moveTo>
                      <a:pt x="846568" y="681086"/>
                    </a:moveTo>
                    <a:cubicBezTo>
                      <a:pt x="748442" y="604419"/>
                      <a:pt x="650205" y="527825"/>
                      <a:pt x="552225" y="450938"/>
                    </a:cubicBezTo>
                    <a:cubicBezTo>
                      <a:pt x="541771" y="442721"/>
                      <a:pt x="530289" y="438356"/>
                      <a:pt x="517780" y="435054"/>
                    </a:cubicBezTo>
                    <a:cubicBezTo>
                      <a:pt x="405934" y="405855"/>
                      <a:pt x="292328" y="393786"/>
                      <a:pt x="176814" y="398408"/>
                    </a:cubicBezTo>
                    <a:cubicBezTo>
                      <a:pt x="151246" y="399435"/>
                      <a:pt x="125421" y="401343"/>
                      <a:pt x="100110" y="395767"/>
                    </a:cubicBezTo>
                    <a:cubicBezTo>
                      <a:pt x="62583" y="387513"/>
                      <a:pt x="55540" y="368548"/>
                      <a:pt x="77770" y="337001"/>
                    </a:cubicBezTo>
                    <a:cubicBezTo>
                      <a:pt x="80851" y="332636"/>
                      <a:pt x="84190" y="328491"/>
                      <a:pt x="87711" y="323832"/>
                    </a:cubicBezTo>
                    <a:cubicBezTo>
                      <a:pt x="80448" y="319430"/>
                      <a:pt x="73772" y="322255"/>
                      <a:pt x="67426" y="322145"/>
                    </a:cubicBezTo>
                    <a:cubicBezTo>
                      <a:pt x="55724" y="321961"/>
                      <a:pt x="44242" y="321044"/>
                      <a:pt x="33384" y="316239"/>
                    </a:cubicBezTo>
                    <a:cubicBezTo>
                      <a:pt x="7302" y="304720"/>
                      <a:pt x="296" y="284508"/>
                      <a:pt x="14822" y="260004"/>
                    </a:cubicBezTo>
                    <a:cubicBezTo>
                      <a:pt x="19298" y="252447"/>
                      <a:pt x="21682" y="247678"/>
                      <a:pt x="14346" y="239645"/>
                    </a:cubicBezTo>
                    <a:cubicBezTo>
                      <a:pt x="-12506" y="210115"/>
                      <a:pt x="-291" y="173066"/>
                      <a:pt x="39547" y="164152"/>
                    </a:cubicBezTo>
                    <a:cubicBezTo>
                      <a:pt x="51762" y="161400"/>
                      <a:pt x="52862" y="159273"/>
                      <a:pt x="47507" y="148268"/>
                    </a:cubicBezTo>
                    <a:cubicBezTo>
                      <a:pt x="36759" y="126295"/>
                      <a:pt x="43655" y="109201"/>
                      <a:pt x="65848" y="98820"/>
                    </a:cubicBezTo>
                    <a:cubicBezTo>
                      <a:pt x="81548" y="91483"/>
                      <a:pt x="98569" y="87998"/>
                      <a:pt x="115517" y="87081"/>
                    </a:cubicBezTo>
                    <a:cubicBezTo>
                      <a:pt x="172925" y="84073"/>
                      <a:pt x="230260" y="85320"/>
                      <a:pt x="287412" y="92327"/>
                    </a:cubicBezTo>
                    <a:cubicBezTo>
                      <a:pt x="316869" y="95958"/>
                      <a:pt x="346325" y="99150"/>
                      <a:pt x="377872" y="102781"/>
                    </a:cubicBezTo>
                    <a:cubicBezTo>
                      <a:pt x="369142" y="95922"/>
                      <a:pt x="361548" y="90933"/>
                      <a:pt x="355202" y="84733"/>
                    </a:cubicBezTo>
                    <a:cubicBezTo>
                      <a:pt x="333706" y="63788"/>
                      <a:pt x="331909" y="39650"/>
                      <a:pt x="349883" y="19842"/>
                    </a:cubicBezTo>
                    <a:cubicBezTo>
                      <a:pt x="371269" y="-3782"/>
                      <a:pt x="400469" y="-6753"/>
                      <a:pt x="422882" y="13312"/>
                    </a:cubicBezTo>
                    <a:cubicBezTo>
                      <a:pt x="435574" y="24720"/>
                      <a:pt x="447753" y="36899"/>
                      <a:pt x="458868" y="49848"/>
                    </a:cubicBezTo>
                    <a:cubicBezTo>
                      <a:pt x="497825" y="95115"/>
                      <a:pt x="542321" y="134292"/>
                      <a:pt x="592723" y="165839"/>
                    </a:cubicBezTo>
                    <a:cubicBezTo>
                      <a:pt x="648444" y="200724"/>
                      <a:pt x="672472" y="251163"/>
                      <a:pt x="673792" y="314551"/>
                    </a:cubicBezTo>
                    <a:cubicBezTo>
                      <a:pt x="674012" y="324932"/>
                      <a:pt x="678121" y="331609"/>
                      <a:pt x="685604" y="337735"/>
                    </a:cubicBezTo>
                    <a:cubicBezTo>
                      <a:pt x="771478" y="408276"/>
                      <a:pt x="857243" y="478890"/>
                      <a:pt x="942971" y="549578"/>
                    </a:cubicBezTo>
                    <a:cubicBezTo>
                      <a:pt x="949537" y="555007"/>
                      <a:pt x="955589" y="561059"/>
                      <a:pt x="961899" y="566819"/>
                    </a:cubicBezTo>
                    <a:cubicBezTo>
                      <a:pt x="963953" y="574595"/>
                      <a:pt x="959551" y="579694"/>
                      <a:pt x="954269" y="584060"/>
                    </a:cubicBezTo>
                    <a:cubicBezTo>
                      <a:pt x="921951" y="610948"/>
                      <a:pt x="891028" y="639194"/>
                      <a:pt x="864653" y="672135"/>
                    </a:cubicBezTo>
                    <a:cubicBezTo>
                      <a:pt x="860251" y="677821"/>
                      <a:pt x="855555" y="684277"/>
                      <a:pt x="846568" y="681086"/>
                    </a:cubicBezTo>
                    <a:close/>
                  </a:path>
                </a:pathLst>
              </a:custGeom>
              <a:solidFill>
                <a:srgbClr val="F4AB92"/>
              </a:solidFill>
              <a:ln w="366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9" name="자유형: 도형 18">
                <a:extLst>
                  <a:ext uri="{FF2B5EF4-FFF2-40B4-BE49-F238E27FC236}">
                    <a16:creationId xmlns:a16="http://schemas.microsoft.com/office/drawing/2014/main" id="{151A7C95-B90A-4500-B397-32E965BEC009}"/>
                  </a:ext>
                </a:extLst>
              </p:cNvPr>
              <p:cNvSpPr/>
              <p:nvPr/>
            </p:nvSpPr>
            <p:spPr>
              <a:xfrm>
                <a:off x="7787994" y="2641952"/>
                <a:ext cx="279522" cy="296708"/>
              </a:xfrm>
              <a:custGeom>
                <a:avLst/>
                <a:gdLst>
                  <a:gd name="connsiteX0" fmla="*/ 16420 w 279522"/>
                  <a:gd name="connsiteY0" fmla="*/ 133380 h 296708"/>
                  <a:gd name="connsiteX1" fmla="*/ 131787 w 279522"/>
                  <a:gd name="connsiteY1" fmla="*/ 19260 h 296708"/>
                  <a:gd name="connsiteX2" fmla="*/ 135126 w 279522"/>
                  <a:gd name="connsiteY2" fmla="*/ 17792 h 296708"/>
                  <a:gd name="connsiteX3" fmla="*/ 205666 w 279522"/>
                  <a:gd name="connsiteY3" fmla="*/ 18526 h 296708"/>
                  <a:gd name="connsiteX4" fmla="*/ 271035 w 279522"/>
                  <a:gd name="connsiteY4" fmla="*/ 73330 h 296708"/>
                  <a:gd name="connsiteX5" fmla="*/ 277088 w 279522"/>
                  <a:gd name="connsiteY5" fmla="*/ 99852 h 296708"/>
                  <a:gd name="connsiteX6" fmla="*/ 224742 w 279522"/>
                  <a:gd name="connsiteY6" fmla="*/ 174171 h 296708"/>
                  <a:gd name="connsiteX7" fmla="*/ 162381 w 279522"/>
                  <a:gd name="connsiteY7" fmla="*/ 252672 h 296708"/>
                  <a:gd name="connsiteX8" fmla="*/ 155595 w 279522"/>
                  <a:gd name="connsiteY8" fmla="*/ 265328 h 296708"/>
                  <a:gd name="connsiteX9" fmla="*/ 126138 w 279522"/>
                  <a:gd name="connsiteY9" fmla="*/ 290419 h 296708"/>
                  <a:gd name="connsiteX10" fmla="*/ 105559 w 279522"/>
                  <a:gd name="connsiteY10" fmla="*/ 291409 h 296708"/>
                  <a:gd name="connsiteX11" fmla="*/ 3838 w 279522"/>
                  <a:gd name="connsiteY11" fmla="*/ 170283 h 296708"/>
                  <a:gd name="connsiteX12" fmla="*/ 4975 w 279522"/>
                  <a:gd name="connsiteY12" fmla="*/ 149704 h 296708"/>
                  <a:gd name="connsiteX13" fmla="*/ 16420 w 279522"/>
                  <a:gd name="connsiteY13" fmla="*/ 133380 h 2967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79522" h="296708">
                    <a:moveTo>
                      <a:pt x="16420" y="133380"/>
                    </a:moveTo>
                    <a:cubicBezTo>
                      <a:pt x="50755" y="91158"/>
                      <a:pt x="89566" y="53521"/>
                      <a:pt x="131787" y="19260"/>
                    </a:cubicBezTo>
                    <a:cubicBezTo>
                      <a:pt x="132924" y="18783"/>
                      <a:pt x="134135" y="18452"/>
                      <a:pt x="135126" y="17792"/>
                    </a:cubicBezTo>
                    <a:cubicBezTo>
                      <a:pt x="170268" y="-6052"/>
                      <a:pt x="170268" y="-6052"/>
                      <a:pt x="205666" y="18526"/>
                    </a:cubicBezTo>
                    <a:cubicBezTo>
                      <a:pt x="229107" y="34813"/>
                      <a:pt x="250309" y="53705"/>
                      <a:pt x="271035" y="73330"/>
                    </a:cubicBezTo>
                    <a:cubicBezTo>
                      <a:pt x="279986" y="81804"/>
                      <a:pt x="281600" y="89507"/>
                      <a:pt x="277088" y="99852"/>
                    </a:cubicBezTo>
                    <a:cubicBezTo>
                      <a:pt x="259700" y="124686"/>
                      <a:pt x="242936" y="149960"/>
                      <a:pt x="224742" y="174171"/>
                    </a:cubicBezTo>
                    <a:cubicBezTo>
                      <a:pt x="204676" y="200876"/>
                      <a:pt x="183290" y="226591"/>
                      <a:pt x="162381" y="252672"/>
                    </a:cubicBezTo>
                    <a:cubicBezTo>
                      <a:pt x="159299" y="256524"/>
                      <a:pt x="156218" y="260229"/>
                      <a:pt x="155595" y="265328"/>
                    </a:cubicBezTo>
                    <a:cubicBezTo>
                      <a:pt x="140921" y="267859"/>
                      <a:pt x="135639" y="281798"/>
                      <a:pt x="126138" y="290419"/>
                    </a:cubicBezTo>
                    <a:cubicBezTo>
                      <a:pt x="118545" y="297315"/>
                      <a:pt x="114180" y="299773"/>
                      <a:pt x="105559" y="291409"/>
                    </a:cubicBezTo>
                    <a:cubicBezTo>
                      <a:pt x="67446" y="254506"/>
                      <a:pt x="33294" y="214449"/>
                      <a:pt x="3838" y="170283"/>
                    </a:cubicBezTo>
                    <a:cubicBezTo>
                      <a:pt x="-1628" y="162102"/>
                      <a:pt x="-1261" y="156600"/>
                      <a:pt x="4975" y="149704"/>
                    </a:cubicBezTo>
                    <a:cubicBezTo>
                      <a:pt x="9377" y="144825"/>
                      <a:pt x="12642" y="138882"/>
                      <a:pt x="16420" y="133380"/>
                    </a:cubicBezTo>
                    <a:close/>
                  </a:path>
                </a:pathLst>
              </a:custGeom>
              <a:solidFill>
                <a:schemeClr val="accent4">
                  <a:lumMod val="50000"/>
                </a:schemeClr>
              </a:solidFill>
              <a:ln w="366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0" name="자유형: 도형 19">
                <a:extLst>
                  <a:ext uri="{FF2B5EF4-FFF2-40B4-BE49-F238E27FC236}">
                    <a16:creationId xmlns:a16="http://schemas.microsoft.com/office/drawing/2014/main" id="{5B2A4472-458C-4213-8240-4B48916AA59B}"/>
                  </a:ext>
                </a:extLst>
              </p:cNvPr>
              <p:cNvSpPr/>
              <p:nvPr/>
            </p:nvSpPr>
            <p:spPr>
              <a:xfrm>
                <a:off x="8989048" y="1692235"/>
                <a:ext cx="697450" cy="575626"/>
              </a:xfrm>
              <a:custGeom>
                <a:avLst/>
                <a:gdLst>
                  <a:gd name="connsiteX0" fmla="*/ 509964 w 697450"/>
                  <a:gd name="connsiteY0" fmla="*/ 0 h 575626"/>
                  <a:gd name="connsiteX1" fmla="*/ 424530 w 697450"/>
                  <a:gd name="connsiteY1" fmla="*/ 27512 h 575626"/>
                  <a:gd name="connsiteX2" fmla="*/ 170391 w 697450"/>
                  <a:gd name="connsiteY2" fmla="*/ 55795 h 575626"/>
                  <a:gd name="connsiteX3" fmla="*/ 99044 w 697450"/>
                  <a:gd name="connsiteY3" fmla="*/ 66726 h 575626"/>
                  <a:gd name="connsiteX4" fmla="*/ 55574 w 697450"/>
                  <a:gd name="connsiteY4" fmla="*/ 112690 h 575626"/>
                  <a:gd name="connsiteX5" fmla="*/ 0 w 697450"/>
                  <a:gd name="connsiteY5" fmla="*/ 198711 h 575626"/>
                  <a:gd name="connsiteX6" fmla="*/ 115844 w 697450"/>
                  <a:gd name="connsiteY6" fmla="*/ 575627 h 575626"/>
                  <a:gd name="connsiteX7" fmla="*/ 293462 w 697450"/>
                  <a:gd name="connsiteY7" fmla="*/ 495585 h 575626"/>
                  <a:gd name="connsiteX8" fmla="*/ 330255 w 697450"/>
                  <a:gd name="connsiteY8" fmla="*/ 488541 h 575626"/>
                  <a:gd name="connsiteX9" fmla="*/ 385169 w 697450"/>
                  <a:gd name="connsiteY9" fmla="*/ 474602 h 575626"/>
                  <a:gd name="connsiteX10" fmla="*/ 514990 w 697450"/>
                  <a:gd name="connsiteY10" fmla="*/ 522473 h 575626"/>
                  <a:gd name="connsiteX11" fmla="*/ 537476 w 697450"/>
                  <a:gd name="connsiteY11" fmla="*/ 518548 h 575626"/>
                  <a:gd name="connsiteX12" fmla="*/ 652440 w 697450"/>
                  <a:gd name="connsiteY12" fmla="*/ 276148 h 575626"/>
                  <a:gd name="connsiteX13" fmla="*/ 697450 w 697450"/>
                  <a:gd name="connsiteY13" fmla="*/ 125895 h 575626"/>
                  <a:gd name="connsiteX14" fmla="*/ 509964 w 697450"/>
                  <a:gd name="connsiteY14" fmla="*/ 0 h 5756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697450" h="575626">
                    <a:moveTo>
                      <a:pt x="509964" y="0"/>
                    </a:moveTo>
                    <a:cubicBezTo>
                      <a:pt x="482525" y="12436"/>
                      <a:pt x="454426" y="22780"/>
                      <a:pt x="424530" y="27512"/>
                    </a:cubicBezTo>
                    <a:cubicBezTo>
                      <a:pt x="409160" y="31547"/>
                      <a:pt x="200251" y="45487"/>
                      <a:pt x="170391" y="55795"/>
                    </a:cubicBezTo>
                    <a:cubicBezTo>
                      <a:pt x="146621" y="59426"/>
                      <a:pt x="122814" y="63058"/>
                      <a:pt x="99044" y="66726"/>
                    </a:cubicBezTo>
                    <a:cubicBezTo>
                      <a:pt x="84554" y="82059"/>
                      <a:pt x="70064" y="97356"/>
                      <a:pt x="55574" y="112690"/>
                    </a:cubicBezTo>
                    <a:cubicBezTo>
                      <a:pt x="41965" y="127106"/>
                      <a:pt x="6199" y="185468"/>
                      <a:pt x="0" y="198711"/>
                    </a:cubicBezTo>
                    <a:cubicBezTo>
                      <a:pt x="1321" y="335538"/>
                      <a:pt x="40131" y="460663"/>
                      <a:pt x="115844" y="575627"/>
                    </a:cubicBezTo>
                    <a:cubicBezTo>
                      <a:pt x="169731" y="495218"/>
                      <a:pt x="215108" y="475079"/>
                      <a:pt x="293462" y="495585"/>
                    </a:cubicBezTo>
                    <a:cubicBezTo>
                      <a:pt x="315582" y="514219"/>
                      <a:pt x="322919" y="499546"/>
                      <a:pt x="330255" y="488541"/>
                    </a:cubicBezTo>
                    <a:cubicBezTo>
                      <a:pt x="346432" y="486524"/>
                      <a:pt x="370239" y="480912"/>
                      <a:pt x="385169" y="474602"/>
                    </a:cubicBezTo>
                    <a:cubicBezTo>
                      <a:pt x="432123" y="468549"/>
                      <a:pt x="475666" y="484030"/>
                      <a:pt x="514990" y="522473"/>
                    </a:cubicBezTo>
                    <a:cubicBezTo>
                      <a:pt x="527499" y="534689"/>
                      <a:pt x="530910" y="529736"/>
                      <a:pt x="537476" y="518548"/>
                    </a:cubicBezTo>
                    <a:cubicBezTo>
                      <a:pt x="582963" y="441111"/>
                      <a:pt x="621810" y="360555"/>
                      <a:pt x="652440" y="276148"/>
                    </a:cubicBezTo>
                    <a:cubicBezTo>
                      <a:pt x="670305" y="226956"/>
                      <a:pt x="687619" y="177545"/>
                      <a:pt x="697450" y="125895"/>
                    </a:cubicBezTo>
                    <a:cubicBezTo>
                      <a:pt x="644076" y="70321"/>
                      <a:pt x="581716" y="28136"/>
                      <a:pt x="509964" y="0"/>
                    </a:cubicBezTo>
                    <a:close/>
                  </a:path>
                </a:pathLst>
              </a:custGeom>
              <a:solidFill>
                <a:srgbClr val="FEFCFC"/>
              </a:solidFill>
              <a:ln w="366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1" name="자유형: 도형 20">
                <a:extLst>
                  <a:ext uri="{FF2B5EF4-FFF2-40B4-BE49-F238E27FC236}">
                    <a16:creationId xmlns:a16="http://schemas.microsoft.com/office/drawing/2014/main" id="{DCF6F6E9-B527-482F-B191-FEE9F3AF9D48}"/>
                  </a:ext>
                </a:extLst>
              </p:cNvPr>
              <p:cNvSpPr/>
              <p:nvPr/>
            </p:nvSpPr>
            <p:spPr>
              <a:xfrm>
                <a:off x="8704170" y="639896"/>
                <a:ext cx="948498" cy="1555521"/>
              </a:xfrm>
              <a:custGeom>
                <a:avLst/>
                <a:gdLst>
                  <a:gd name="connsiteX0" fmla="*/ 578304 w 948498"/>
                  <a:gd name="connsiteY0" fmla="*/ 1547887 h 1555521"/>
                  <a:gd name="connsiteX1" fmla="*/ 477573 w 948498"/>
                  <a:gd name="connsiteY1" fmla="*/ 1363373 h 1555521"/>
                  <a:gd name="connsiteX2" fmla="*/ 421375 w 948498"/>
                  <a:gd name="connsiteY2" fmla="*/ 1279883 h 1555521"/>
                  <a:gd name="connsiteX3" fmla="*/ 406592 w 948498"/>
                  <a:gd name="connsiteY3" fmla="*/ 1252554 h 1555521"/>
                  <a:gd name="connsiteX4" fmla="*/ 422218 w 948498"/>
                  <a:gd name="connsiteY4" fmla="*/ 1190340 h 1555521"/>
                  <a:gd name="connsiteX5" fmla="*/ 463413 w 948498"/>
                  <a:gd name="connsiteY5" fmla="*/ 1121120 h 1555521"/>
                  <a:gd name="connsiteX6" fmla="*/ 459195 w 948498"/>
                  <a:gd name="connsiteY6" fmla="*/ 1007476 h 1555521"/>
                  <a:gd name="connsiteX7" fmla="*/ 438359 w 948498"/>
                  <a:gd name="connsiteY7" fmla="*/ 978020 h 1555521"/>
                  <a:gd name="connsiteX8" fmla="*/ 312610 w 948498"/>
                  <a:gd name="connsiteY8" fmla="*/ 906709 h 1555521"/>
                  <a:gd name="connsiteX9" fmla="*/ 126738 w 948498"/>
                  <a:gd name="connsiteY9" fmla="*/ 703192 h 1555521"/>
                  <a:gd name="connsiteX10" fmla="*/ 104692 w 948498"/>
                  <a:gd name="connsiteY10" fmla="*/ 688042 h 1555521"/>
                  <a:gd name="connsiteX11" fmla="*/ 3154 w 948498"/>
                  <a:gd name="connsiteY11" fmla="*/ 537570 h 1555521"/>
                  <a:gd name="connsiteX12" fmla="*/ 71788 w 948498"/>
                  <a:gd name="connsiteY12" fmla="*/ 523777 h 1555521"/>
                  <a:gd name="connsiteX13" fmla="*/ 93320 w 948498"/>
                  <a:gd name="connsiteY13" fmla="*/ 557892 h 1555521"/>
                  <a:gd name="connsiteX14" fmla="*/ 92037 w 948498"/>
                  <a:gd name="connsiteY14" fmla="*/ 537863 h 1555521"/>
                  <a:gd name="connsiteX15" fmla="*/ 76813 w 948498"/>
                  <a:gd name="connsiteY15" fmla="*/ 460719 h 1555521"/>
                  <a:gd name="connsiteX16" fmla="*/ 137670 w 948498"/>
                  <a:gd name="connsiteY16" fmla="*/ 332659 h 1555521"/>
                  <a:gd name="connsiteX17" fmla="*/ 234439 w 948498"/>
                  <a:gd name="connsiteY17" fmla="*/ 191284 h 1555521"/>
                  <a:gd name="connsiteX18" fmla="*/ 288620 w 948498"/>
                  <a:gd name="connsiteY18" fmla="*/ 95835 h 1555521"/>
                  <a:gd name="connsiteX19" fmla="*/ 309639 w 948498"/>
                  <a:gd name="connsiteY19" fmla="*/ 87362 h 1555521"/>
                  <a:gd name="connsiteX20" fmla="*/ 318003 w 948498"/>
                  <a:gd name="connsiteY20" fmla="*/ 107721 h 1555521"/>
                  <a:gd name="connsiteX21" fmla="*/ 386709 w 948498"/>
                  <a:gd name="connsiteY21" fmla="*/ 200455 h 1555521"/>
                  <a:gd name="connsiteX22" fmla="*/ 393863 w 948498"/>
                  <a:gd name="connsiteY22" fmla="*/ 218319 h 1555521"/>
                  <a:gd name="connsiteX23" fmla="*/ 374898 w 948498"/>
                  <a:gd name="connsiteY23" fmla="*/ 263622 h 1555521"/>
                  <a:gd name="connsiteX24" fmla="*/ 402006 w 948498"/>
                  <a:gd name="connsiteY24" fmla="*/ 325360 h 1555521"/>
                  <a:gd name="connsiteX25" fmla="*/ 437955 w 948498"/>
                  <a:gd name="connsiteY25" fmla="*/ 236184 h 1555521"/>
                  <a:gd name="connsiteX26" fmla="*/ 435167 w 948498"/>
                  <a:gd name="connsiteY26" fmla="*/ 169421 h 1555521"/>
                  <a:gd name="connsiteX27" fmla="*/ 404134 w 948498"/>
                  <a:gd name="connsiteY27" fmla="*/ 153904 h 1555521"/>
                  <a:gd name="connsiteX28" fmla="*/ 384985 w 948498"/>
                  <a:gd name="connsiteY28" fmla="*/ 42682 h 1555521"/>
                  <a:gd name="connsiteX29" fmla="*/ 447713 w 948498"/>
                  <a:gd name="connsiteY29" fmla="*/ 9337 h 1555521"/>
                  <a:gd name="connsiteX30" fmla="*/ 504865 w 948498"/>
                  <a:gd name="connsiteY30" fmla="*/ 37106 h 1555521"/>
                  <a:gd name="connsiteX31" fmla="*/ 519391 w 948498"/>
                  <a:gd name="connsiteY31" fmla="*/ 128997 h 1555521"/>
                  <a:gd name="connsiteX32" fmla="*/ 520932 w 948498"/>
                  <a:gd name="connsiteY32" fmla="*/ 143523 h 1555521"/>
                  <a:gd name="connsiteX33" fmla="*/ 529185 w 948498"/>
                  <a:gd name="connsiteY33" fmla="*/ 161681 h 1555521"/>
                  <a:gd name="connsiteX34" fmla="*/ 544776 w 948498"/>
                  <a:gd name="connsiteY34" fmla="*/ 147778 h 1555521"/>
                  <a:gd name="connsiteX35" fmla="*/ 563227 w 948498"/>
                  <a:gd name="connsiteY35" fmla="*/ 24561 h 1555521"/>
                  <a:gd name="connsiteX36" fmla="*/ 563814 w 948498"/>
                  <a:gd name="connsiteY36" fmla="*/ 2588 h 1555521"/>
                  <a:gd name="connsiteX37" fmla="*/ 586411 w 948498"/>
                  <a:gd name="connsiteY37" fmla="*/ 4935 h 1555521"/>
                  <a:gd name="connsiteX38" fmla="*/ 699100 w 948498"/>
                  <a:gd name="connsiteY38" fmla="*/ 161974 h 1555521"/>
                  <a:gd name="connsiteX39" fmla="*/ 694515 w 948498"/>
                  <a:gd name="connsiteY39" fmla="*/ 198620 h 1555521"/>
                  <a:gd name="connsiteX40" fmla="*/ 706950 w 948498"/>
                  <a:gd name="connsiteY40" fmla="*/ 220814 h 1555521"/>
                  <a:gd name="connsiteX41" fmla="*/ 852104 w 948498"/>
                  <a:gd name="connsiteY41" fmla="*/ 311273 h 1555521"/>
                  <a:gd name="connsiteX42" fmla="*/ 860541 w 948498"/>
                  <a:gd name="connsiteY42" fmla="*/ 362593 h 1555521"/>
                  <a:gd name="connsiteX43" fmla="*/ 849573 w 948498"/>
                  <a:gd name="connsiteY43" fmla="*/ 429135 h 1555521"/>
                  <a:gd name="connsiteX44" fmla="*/ 860064 w 948498"/>
                  <a:gd name="connsiteY44" fmla="*/ 407015 h 1555521"/>
                  <a:gd name="connsiteX45" fmla="*/ 905477 w 948498"/>
                  <a:gd name="connsiteY45" fmla="*/ 382071 h 1555521"/>
                  <a:gd name="connsiteX46" fmla="*/ 939776 w 948498"/>
                  <a:gd name="connsiteY46" fmla="*/ 413508 h 1555521"/>
                  <a:gd name="connsiteX47" fmla="*/ 909293 w 948498"/>
                  <a:gd name="connsiteY47" fmla="*/ 571501 h 1555521"/>
                  <a:gd name="connsiteX48" fmla="*/ 894216 w 948498"/>
                  <a:gd name="connsiteY48" fmla="*/ 601764 h 1555521"/>
                  <a:gd name="connsiteX49" fmla="*/ 696459 w 948498"/>
                  <a:gd name="connsiteY49" fmla="*/ 924059 h 1555521"/>
                  <a:gd name="connsiteX50" fmla="*/ 685417 w 948498"/>
                  <a:gd name="connsiteY50" fmla="*/ 951828 h 1555521"/>
                  <a:gd name="connsiteX51" fmla="*/ 706877 w 948498"/>
                  <a:gd name="connsiteY51" fmla="*/ 1092434 h 1555521"/>
                  <a:gd name="connsiteX52" fmla="*/ 775327 w 948498"/>
                  <a:gd name="connsiteY52" fmla="*/ 1158683 h 1555521"/>
                  <a:gd name="connsiteX53" fmla="*/ 793338 w 948498"/>
                  <a:gd name="connsiteY53" fmla="*/ 1203913 h 1555521"/>
                  <a:gd name="connsiteX54" fmla="*/ 741212 w 948498"/>
                  <a:gd name="connsiteY54" fmla="*/ 1274527 h 1555521"/>
                  <a:gd name="connsiteX55" fmla="*/ 622873 w 948498"/>
                  <a:gd name="connsiteY55" fmla="*/ 1511865 h 1555521"/>
                  <a:gd name="connsiteX56" fmla="*/ 611502 w 948498"/>
                  <a:gd name="connsiteY56" fmla="*/ 1544586 h 1555521"/>
                  <a:gd name="connsiteX57" fmla="*/ 578304 w 948498"/>
                  <a:gd name="connsiteY57" fmla="*/ 1547887 h 15555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</a:cxnLst>
                <a:rect l="l" t="t" r="r" b="b"/>
                <a:pathLst>
                  <a:path w="948498" h="1555521">
                    <a:moveTo>
                      <a:pt x="578304" y="1547887"/>
                    </a:moveTo>
                    <a:cubicBezTo>
                      <a:pt x="545509" y="1485967"/>
                      <a:pt x="518034" y="1421148"/>
                      <a:pt x="477573" y="1363373"/>
                    </a:cubicBezTo>
                    <a:cubicBezTo>
                      <a:pt x="458351" y="1335897"/>
                      <a:pt x="439826" y="1307908"/>
                      <a:pt x="421375" y="1279883"/>
                    </a:cubicBezTo>
                    <a:cubicBezTo>
                      <a:pt x="415689" y="1271262"/>
                      <a:pt x="410700" y="1262018"/>
                      <a:pt x="406592" y="1252554"/>
                    </a:cubicBezTo>
                    <a:cubicBezTo>
                      <a:pt x="394266" y="1224088"/>
                      <a:pt x="397751" y="1209342"/>
                      <a:pt x="422218" y="1190340"/>
                    </a:cubicBezTo>
                    <a:cubicBezTo>
                      <a:pt x="445145" y="1172512"/>
                      <a:pt x="457177" y="1148668"/>
                      <a:pt x="463413" y="1121120"/>
                    </a:cubicBezTo>
                    <a:cubicBezTo>
                      <a:pt x="464514" y="1116204"/>
                      <a:pt x="459671" y="1034328"/>
                      <a:pt x="459195" y="1007476"/>
                    </a:cubicBezTo>
                    <a:cubicBezTo>
                      <a:pt x="458901" y="991629"/>
                      <a:pt x="452225" y="984403"/>
                      <a:pt x="438359" y="978020"/>
                    </a:cubicBezTo>
                    <a:cubicBezTo>
                      <a:pt x="394523" y="957808"/>
                      <a:pt x="353035" y="933157"/>
                      <a:pt x="312610" y="906709"/>
                    </a:cubicBezTo>
                    <a:cubicBezTo>
                      <a:pt x="233118" y="854766"/>
                      <a:pt x="171602" y="786536"/>
                      <a:pt x="126738" y="703192"/>
                    </a:cubicBezTo>
                    <a:cubicBezTo>
                      <a:pt x="121603" y="693692"/>
                      <a:pt x="115844" y="689510"/>
                      <a:pt x="104692" y="688042"/>
                    </a:cubicBezTo>
                    <a:cubicBezTo>
                      <a:pt x="36572" y="679202"/>
                      <a:pt x="-13280" y="604626"/>
                      <a:pt x="3154" y="537570"/>
                    </a:cubicBezTo>
                    <a:cubicBezTo>
                      <a:pt x="10564" y="507416"/>
                      <a:pt x="45999" y="500226"/>
                      <a:pt x="71788" y="523777"/>
                    </a:cubicBezTo>
                    <a:cubicBezTo>
                      <a:pt x="81252" y="532434"/>
                      <a:pt x="87011" y="543769"/>
                      <a:pt x="93320" y="557892"/>
                    </a:cubicBezTo>
                    <a:cubicBezTo>
                      <a:pt x="96512" y="548684"/>
                      <a:pt x="93761" y="543292"/>
                      <a:pt x="92037" y="537863"/>
                    </a:cubicBezTo>
                    <a:cubicBezTo>
                      <a:pt x="83966" y="512735"/>
                      <a:pt x="79674" y="486837"/>
                      <a:pt x="76813" y="460719"/>
                    </a:cubicBezTo>
                    <a:cubicBezTo>
                      <a:pt x="70724" y="405658"/>
                      <a:pt x="90753" y="361676"/>
                      <a:pt x="137670" y="332659"/>
                    </a:cubicBezTo>
                    <a:cubicBezTo>
                      <a:pt x="191337" y="299498"/>
                      <a:pt x="224755" y="254635"/>
                      <a:pt x="234439" y="191284"/>
                    </a:cubicBezTo>
                    <a:cubicBezTo>
                      <a:pt x="240198" y="153391"/>
                      <a:pt x="260337" y="121770"/>
                      <a:pt x="288620" y="95835"/>
                    </a:cubicBezTo>
                    <a:cubicBezTo>
                      <a:pt x="294379" y="90553"/>
                      <a:pt x="301018" y="84464"/>
                      <a:pt x="309639" y="87362"/>
                    </a:cubicBezTo>
                    <a:cubicBezTo>
                      <a:pt x="319250" y="90590"/>
                      <a:pt x="317929" y="99980"/>
                      <a:pt x="318003" y="107721"/>
                    </a:cubicBezTo>
                    <a:cubicBezTo>
                      <a:pt x="318516" y="155298"/>
                      <a:pt x="342213" y="185965"/>
                      <a:pt x="386709" y="200455"/>
                    </a:cubicBezTo>
                    <a:cubicBezTo>
                      <a:pt x="398338" y="204233"/>
                      <a:pt x="401786" y="207021"/>
                      <a:pt x="393863" y="218319"/>
                    </a:cubicBezTo>
                    <a:cubicBezTo>
                      <a:pt x="384362" y="231818"/>
                      <a:pt x="378052" y="247152"/>
                      <a:pt x="374898" y="263622"/>
                    </a:cubicBezTo>
                    <a:cubicBezTo>
                      <a:pt x="369945" y="289667"/>
                      <a:pt x="378089" y="309072"/>
                      <a:pt x="402006" y="325360"/>
                    </a:cubicBezTo>
                    <a:cubicBezTo>
                      <a:pt x="390011" y="285375"/>
                      <a:pt x="410590" y="259220"/>
                      <a:pt x="437955" y="236184"/>
                    </a:cubicBezTo>
                    <a:cubicBezTo>
                      <a:pt x="464367" y="213954"/>
                      <a:pt x="463560" y="189376"/>
                      <a:pt x="435167" y="169421"/>
                    </a:cubicBezTo>
                    <a:cubicBezTo>
                      <a:pt x="425630" y="162708"/>
                      <a:pt x="415029" y="158049"/>
                      <a:pt x="404134" y="153904"/>
                    </a:cubicBezTo>
                    <a:cubicBezTo>
                      <a:pt x="357033" y="136003"/>
                      <a:pt x="346395" y="75146"/>
                      <a:pt x="384985" y="42682"/>
                    </a:cubicBezTo>
                    <a:cubicBezTo>
                      <a:pt x="403400" y="27202"/>
                      <a:pt x="424860" y="16454"/>
                      <a:pt x="447713" y="9337"/>
                    </a:cubicBezTo>
                    <a:cubicBezTo>
                      <a:pt x="475408" y="717"/>
                      <a:pt x="493566" y="10364"/>
                      <a:pt x="504865" y="37106"/>
                    </a:cubicBezTo>
                    <a:cubicBezTo>
                      <a:pt x="517337" y="66599"/>
                      <a:pt x="515026" y="98293"/>
                      <a:pt x="519391" y="128997"/>
                    </a:cubicBezTo>
                    <a:cubicBezTo>
                      <a:pt x="520088" y="133839"/>
                      <a:pt x="519391" y="139011"/>
                      <a:pt x="520932" y="143523"/>
                    </a:cubicBezTo>
                    <a:cubicBezTo>
                      <a:pt x="523096" y="149906"/>
                      <a:pt x="519721" y="160580"/>
                      <a:pt x="529185" y="161681"/>
                    </a:cubicBezTo>
                    <a:cubicBezTo>
                      <a:pt x="536999" y="162598"/>
                      <a:pt x="541071" y="153867"/>
                      <a:pt x="544776" y="147778"/>
                    </a:cubicBezTo>
                    <a:cubicBezTo>
                      <a:pt x="568216" y="109371"/>
                      <a:pt x="574415" y="68250"/>
                      <a:pt x="563227" y="24561"/>
                    </a:cubicBezTo>
                    <a:cubicBezTo>
                      <a:pt x="561356" y="17224"/>
                      <a:pt x="555597" y="8787"/>
                      <a:pt x="563814" y="2588"/>
                    </a:cubicBezTo>
                    <a:cubicBezTo>
                      <a:pt x="571114" y="-2915"/>
                      <a:pt x="579478" y="1560"/>
                      <a:pt x="586411" y="4935"/>
                    </a:cubicBezTo>
                    <a:cubicBezTo>
                      <a:pt x="652110" y="36996"/>
                      <a:pt x="687068" y="91323"/>
                      <a:pt x="699100" y="161974"/>
                    </a:cubicBezTo>
                    <a:cubicBezTo>
                      <a:pt x="701228" y="174557"/>
                      <a:pt x="702475" y="186332"/>
                      <a:pt x="694515" y="198620"/>
                    </a:cubicBezTo>
                    <a:cubicBezTo>
                      <a:pt x="686848" y="210432"/>
                      <a:pt x="694845" y="219163"/>
                      <a:pt x="706950" y="220814"/>
                    </a:cubicBezTo>
                    <a:cubicBezTo>
                      <a:pt x="768981" y="229251"/>
                      <a:pt x="809259" y="272536"/>
                      <a:pt x="852104" y="311273"/>
                    </a:cubicBezTo>
                    <a:cubicBezTo>
                      <a:pt x="872903" y="330055"/>
                      <a:pt x="873050" y="337685"/>
                      <a:pt x="860541" y="362593"/>
                    </a:cubicBezTo>
                    <a:cubicBezTo>
                      <a:pt x="850527" y="382548"/>
                      <a:pt x="846015" y="403311"/>
                      <a:pt x="849573" y="429135"/>
                    </a:cubicBezTo>
                    <a:cubicBezTo>
                      <a:pt x="854012" y="419671"/>
                      <a:pt x="856506" y="413031"/>
                      <a:pt x="860064" y="407015"/>
                    </a:cubicBezTo>
                    <a:cubicBezTo>
                      <a:pt x="870225" y="389848"/>
                      <a:pt x="885009" y="380274"/>
                      <a:pt x="905477" y="382071"/>
                    </a:cubicBezTo>
                    <a:cubicBezTo>
                      <a:pt x="924699" y="383722"/>
                      <a:pt x="934787" y="397221"/>
                      <a:pt x="939776" y="413508"/>
                    </a:cubicBezTo>
                    <a:cubicBezTo>
                      <a:pt x="957457" y="471284"/>
                      <a:pt x="948727" y="524731"/>
                      <a:pt x="909293" y="571501"/>
                    </a:cubicBezTo>
                    <a:cubicBezTo>
                      <a:pt x="901516" y="580709"/>
                      <a:pt x="896564" y="590026"/>
                      <a:pt x="894216" y="601764"/>
                    </a:cubicBezTo>
                    <a:cubicBezTo>
                      <a:pt x="868208" y="733639"/>
                      <a:pt x="801555" y="840790"/>
                      <a:pt x="696459" y="924059"/>
                    </a:cubicBezTo>
                    <a:cubicBezTo>
                      <a:pt x="686334" y="932093"/>
                      <a:pt x="683583" y="939576"/>
                      <a:pt x="685417" y="951828"/>
                    </a:cubicBezTo>
                    <a:cubicBezTo>
                      <a:pt x="690773" y="987447"/>
                      <a:pt x="704859" y="1087592"/>
                      <a:pt x="706877" y="1092434"/>
                    </a:cubicBezTo>
                    <a:cubicBezTo>
                      <a:pt x="720156" y="1124421"/>
                      <a:pt x="740882" y="1148522"/>
                      <a:pt x="775327" y="1158683"/>
                    </a:cubicBezTo>
                    <a:cubicBezTo>
                      <a:pt x="803609" y="1167010"/>
                      <a:pt x="808121" y="1177978"/>
                      <a:pt x="793338" y="1203913"/>
                    </a:cubicBezTo>
                    <a:cubicBezTo>
                      <a:pt x="778775" y="1229444"/>
                      <a:pt x="759407" y="1251600"/>
                      <a:pt x="741212" y="1274527"/>
                    </a:cubicBezTo>
                    <a:cubicBezTo>
                      <a:pt x="685051" y="1345361"/>
                      <a:pt x="645433" y="1424303"/>
                      <a:pt x="622873" y="1511865"/>
                    </a:cubicBezTo>
                    <a:cubicBezTo>
                      <a:pt x="620012" y="1523016"/>
                      <a:pt x="615317" y="1533691"/>
                      <a:pt x="611502" y="1544586"/>
                    </a:cubicBezTo>
                    <a:cubicBezTo>
                      <a:pt x="601891" y="1558892"/>
                      <a:pt x="590592" y="1558268"/>
                      <a:pt x="578304" y="1547887"/>
                    </a:cubicBezTo>
                    <a:close/>
                  </a:path>
                </a:pathLst>
              </a:custGeom>
              <a:solidFill>
                <a:srgbClr val="F4AB93"/>
              </a:solidFill>
              <a:ln w="366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2" name="자유형: 도형 21">
                <a:extLst>
                  <a:ext uri="{FF2B5EF4-FFF2-40B4-BE49-F238E27FC236}">
                    <a16:creationId xmlns:a16="http://schemas.microsoft.com/office/drawing/2014/main" id="{5C9EBE0D-CD09-4465-AE7B-9A65331DAC88}"/>
                  </a:ext>
                </a:extLst>
              </p:cNvPr>
              <p:cNvSpPr/>
              <p:nvPr/>
            </p:nvSpPr>
            <p:spPr>
              <a:xfrm>
                <a:off x="10163345" y="2753578"/>
                <a:ext cx="241769" cy="205337"/>
              </a:xfrm>
              <a:custGeom>
                <a:avLst/>
                <a:gdLst>
                  <a:gd name="connsiteX0" fmla="*/ 221667 w 241769"/>
                  <a:gd name="connsiteY0" fmla="*/ 151096 h 205337"/>
                  <a:gd name="connsiteX1" fmla="*/ 113306 w 241769"/>
                  <a:gd name="connsiteY1" fmla="*/ 0 h 205337"/>
                  <a:gd name="connsiteX2" fmla="*/ 7109 w 241769"/>
                  <a:gd name="connsiteY2" fmla="*/ 46147 h 205337"/>
                  <a:gd name="connsiteX3" fmla="*/ 1424 w 241769"/>
                  <a:gd name="connsiteY3" fmla="*/ 65185 h 205337"/>
                  <a:gd name="connsiteX4" fmla="*/ 1424 w 241769"/>
                  <a:gd name="connsiteY4" fmla="*/ 65185 h 205337"/>
                  <a:gd name="connsiteX5" fmla="*/ 1424 w 241769"/>
                  <a:gd name="connsiteY5" fmla="*/ 65185 h 205337"/>
                  <a:gd name="connsiteX6" fmla="*/ 72588 w 241769"/>
                  <a:gd name="connsiteY6" fmla="*/ 201535 h 205337"/>
                  <a:gd name="connsiteX7" fmla="*/ 241769 w 241769"/>
                  <a:gd name="connsiteY7" fmla="*/ 168301 h 205337"/>
                  <a:gd name="connsiteX8" fmla="*/ 221667 w 241769"/>
                  <a:gd name="connsiteY8" fmla="*/ 151096 h 2053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41769" h="205337">
                    <a:moveTo>
                      <a:pt x="221667" y="151096"/>
                    </a:moveTo>
                    <a:cubicBezTo>
                      <a:pt x="185608" y="100694"/>
                      <a:pt x="149439" y="50365"/>
                      <a:pt x="113306" y="0"/>
                    </a:cubicBezTo>
                    <a:cubicBezTo>
                      <a:pt x="72258" y="2384"/>
                      <a:pt x="37372" y="18782"/>
                      <a:pt x="7109" y="46147"/>
                    </a:cubicBezTo>
                    <a:cubicBezTo>
                      <a:pt x="1056" y="51613"/>
                      <a:pt x="-1988" y="57262"/>
                      <a:pt x="1424" y="65185"/>
                    </a:cubicBezTo>
                    <a:cubicBezTo>
                      <a:pt x="1424" y="65185"/>
                      <a:pt x="1424" y="65185"/>
                      <a:pt x="1424" y="65185"/>
                    </a:cubicBezTo>
                    <a:cubicBezTo>
                      <a:pt x="1424" y="65185"/>
                      <a:pt x="1424" y="65185"/>
                      <a:pt x="1424" y="65185"/>
                    </a:cubicBezTo>
                    <a:cubicBezTo>
                      <a:pt x="43682" y="116798"/>
                      <a:pt x="51019" y="157149"/>
                      <a:pt x="72588" y="201535"/>
                    </a:cubicBezTo>
                    <a:cubicBezTo>
                      <a:pt x="133298" y="212540"/>
                      <a:pt x="189239" y="199114"/>
                      <a:pt x="241769" y="168301"/>
                    </a:cubicBezTo>
                    <a:cubicBezTo>
                      <a:pt x="231571" y="166613"/>
                      <a:pt x="227023" y="158543"/>
                      <a:pt x="221667" y="151096"/>
                    </a:cubicBezTo>
                    <a:close/>
                  </a:path>
                </a:pathLst>
              </a:custGeom>
              <a:solidFill>
                <a:schemeClr val="accent4">
                  <a:lumMod val="50000"/>
                </a:schemeClr>
              </a:solidFill>
              <a:ln w="366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</p:grpSp>
        <p:grpSp>
          <p:nvGrpSpPr>
            <p:cNvPr id="7" name="그룹 6">
              <a:extLst>
                <a:ext uri="{FF2B5EF4-FFF2-40B4-BE49-F238E27FC236}">
                  <a16:creationId xmlns:a16="http://schemas.microsoft.com/office/drawing/2014/main" id="{5F517699-9D62-4882-9392-D4B0F18DE0D6}"/>
                </a:ext>
              </a:extLst>
            </p:cNvPr>
            <p:cNvGrpSpPr/>
            <p:nvPr/>
          </p:nvGrpSpPr>
          <p:grpSpPr>
            <a:xfrm>
              <a:off x="9232273" y="2240828"/>
              <a:ext cx="1014914" cy="1246329"/>
              <a:chOff x="9232273" y="2240828"/>
              <a:chExt cx="1014914" cy="1246329"/>
            </a:xfrm>
          </p:grpSpPr>
          <p:sp>
            <p:nvSpPr>
              <p:cNvPr id="9" name="자유형: 도형 8">
                <a:extLst>
                  <a:ext uri="{FF2B5EF4-FFF2-40B4-BE49-F238E27FC236}">
                    <a16:creationId xmlns:a16="http://schemas.microsoft.com/office/drawing/2014/main" id="{7B626A27-FCD6-40CA-8DB4-0D1A6A38221C}"/>
                  </a:ext>
                </a:extLst>
              </p:cNvPr>
              <p:cNvSpPr/>
              <p:nvPr/>
            </p:nvSpPr>
            <p:spPr>
              <a:xfrm>
                <a:off x="9232273" y="2240828"/>
                <a:ext cx="1014914" cy="988012"/>
              </a:xfrm>
              <a:custGeom>
                <a:avLst/>
                <a:gdLst>
                  <a:gd name="connsiteX0" fmla="*/ 1014298 w 1014914"/>
                  <a:gd name="connsiteY0" fmla="*/ 958960 h 988012"/>
                  <a:gd name="connsiteX1" fmla="*/ 791560 w 1014914"/>
                  <a:gd name="connsiteY1" fmla="*/ 136348 h 988012"/>
                  <a:gd name="connsiteX2" fmla="*/ 791487 w 1014914"/>
                  <a:gd name="connsiteY2" fmla="*/ 130882 h 988012"/>
                  <a:gd name="connsiteX3" fmla="*/ 791487 w 1014914"/>
                  <a:gd name="connsiteY3" fmla="*/ 130882 h 988012"/>
                  <a:gd name="connsiteX4" fmla="*/ 761921 w 1014914"/>
                  <a:gd name="connsiteY4" fmla="*/ 18009 h 988012"/>
                  <a:gd name="connsiteX5" fmla="*/ 735472 w 1014914"/>
                  <a:gd name="connsiteY5" fmla="*/ 2603 h 988012"/>
                  <a:gd name="connsiteX6" fmla="*/ 634595 w 1014914"/>
                  <a:gd name="connsiteY6" fmla="*/ 34297 h 988012"/>
                  <a:gd name="connsiteX7" fmla="*/ 464313 w 1014914"/>
                  <a:gd name="connsiteY7" fmla="*/ 89247 h 988012"/>
                  <a:gd name="connsiteX8" fmla="*/ 88241 w 1014914"/>
                  <a:gd name="connsiteY8" fmla="*/ 210374 h 988012"/>
                  <a:gd name="connsiteX9" fmla="*/ 16783 w 1014914"/>
                  <a:gd name="connsiteY9" fmla="*/ 253036 h 988012"/>
                  <a:gd name="connsiteX10" fmla="*/ 6108 w 1014914"/>
                  <a:gd name="connsiteY10" fmla="*/ 316937 h 988012"/>
                  <a:gd name="connsiteX11" fmla="*/ 84426 w 1014914"/>
                  <a:gd name="connsiteY11" fmla="*/ 232457 h 988012"/>
                  <a:gd name="connsiteX12" fmla="*/ 293921 w 1014914"/>
                  <a:gd name="connsiteY12" fmla="*/ 167675 h 988012"/>
                  <a:gd name="connsiteX13" fmla="*/ 721680 w 1014914"/>
                  <a:gd name="connsiteY13" fmla="*/ 35727 h 988012"/>
                  <a:gd name="connsiteX14" fmla="*/ 741525 w 1014914"/>
                  <a:gd name="connsiteY14" fmla="*/ 46805 h 988012"/>
                  <a:gd name="connsiteX15" fmla="*/ 1000836 w 1014914"/>
                  <a:gd name="connsiteY15" fmla="*/ 988013 h 988012"/>
                  <a:gd name="connsiteX16" fmla="*/ 1014298 w 1014914"/>
                  <a:gd name="connsiteY16" fmla="*/ 958960 h 9880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014914" h="988012">
                    <a:moveTo>
                      <a:pt x="1014298" y="958960"/>
                    </a:moveTo>
                    <a:cubicBezTo>
                      <a:pt x="1004944" y="922497"/>
                      <a:pt x="830371" y="286894"/>
                      <a:pt x="791560" y="136348"/>
                    </a:cubicBezTo>
                    <a:cubicBezTo>
                      <a:pt x="791120" y="134624"/>
                      <a:pt x="791487" y="132716"/>
                      <a:pt x="791487" y="130882"/>
                    </a:cubicBezTo>
                    <a:cubicBezTo>
                      <a:pt x="791487" y="130882"/>
                      <a:pt x="791487" y="130882"/>
                      <a:pt x="791487" y="130882"/>
                    </a:cubicBezTo>
                    <a:cubicBezTo>
                      <a:pt x="781509" y="93282"/>
                      <a:pt x="770835" y="55829"/>
                      <a:pt x="761921" y="18009"/>
                    </a:cubicBezTo>
                    <a:cubicBezTo>
                      <a:pt x="758069" y="1759"/>
                      <a:pt x="753154" y="-3817"/>
                      <a:pt x="735472" y="2603"/>
                    </a:cubicBezTo>
                    <a:cubicBezTo>
                      <a:pt x="702348" y="14598"/>
                      <a:pt x="668270" y="23878"/>
                      <a:pt x="634595" y="34297"/>
                    </a:cubicBezTo>
                    <a:cubicBezTo>
                      <a:pt x="577846" y="52601"/>
                      <a:pt x="521062" y="70979"/>
                      <a:pt x="464313" y="89247"/>
                    </a:cubicBezTo>
                    <a:cubicBezTo>
                      <a:pt x="338931" y="129598"/>
                      <a:pt x="213513" y="169729"/>
                      <a:pt x="88241" y="210374"/>
                    </a:cubicBezTo>
                    <a:cubicBezTo>
                      <a:pt x="61353" y="219104"/>
                      <a:pt x="35785" y="231026"/>
                      <a:pt x="16783" y="253036"/>
                    </a:cubicBezTo>
                    <a:cubicBezTo>
                      <a:pt x="496" y="271891"/>
                      <a:pt x="-5667" y="293094"/>
                      <a:pt x="6108" y="316937"/>
                    </a:cubicBezTo>
                    <a:cubicBezTo>
                      <a:pt x="11060" y="269176"/>
                      <a:pt x="43818" y="247057"/>
                      <a:pt x="84426" y="232457"/>
                    </a:cubicBezTo>
                    <a:cubicBezTo>
                      <a:pt x="153280" y="207733"/>
                      <a:pt x="223747" y="188181"/>
                      <a:pt x="293921" y="167675"/>
                    </a:cubicBezTo>
                    <a:cubicBezTo>
                      <a:pt x="437168" y="125820"/>
                      <a:pt x="577480" y="74501"/>
                      <a:pt x="721680" y="35727"/>
                    </a:cubicBezTo>
                    <a:cubicBezTo>
                      <a:pt x="733601" y="32499"/>
                      <a:pt x="737930" y="33673"/>
                      <a:pt x="741525" y="46805"/>
                    </a:cubicBezTo>
                    <a:cubicBezTo>
                      <a:pt x="790790" y="228495"/>
                      <a:pt x="988070" y="941609"/>
                      <a:pt x="1000836" y="988013"/>
                    </a:cubicBezTo>
                    <a:cubicBezTo>
                      <a:pt x="1009603" y="977705"/>
                      <a:pt x="1017160" y="970185"/>
                      <a:pt x="1014298" y="958960"/>
                    </a:cubicBezTo>
                    <a:close/>
                  </a:path>
                </a:pathLst>
              </a:custGeom>
              <a:solidFill>
                <a:srgbClr val="AC342A"/>
              </a:solidFill>
              <a:ln w="366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0" name="자유형: 도형 9">
                <a:extLst>
                  <a:ext uri="{FF2B5EF4-FFF2-40B4-BE49-F238E27FC236}">
                    <a16:creationId xmlns:a16="http://schemas.microsoft.com/office/drawing/2014/main" id="{06C0D5A2-F7D4-4055-920C-76E4E8AF2782}"/>
                  </a:ext>
                </a:extLst>
              </p:cNvPr>
              <p:cNvSpPr/>
              <p:nvPr/>
            </p:nvSpPr>
            <p:spPr>
              <a:xfrm>
                <a:off x="9238638" y="2275035"/>
                <a:ext cx="984135" cy="1003657"/>
              </a:xfrm>
              <a:custGeom>
                <a:avLst/>
                <a:gdLst>
                  <a:gd name="connsiteX0" fmla="*/ 982879 w 984135"/>
                  <a:gd name="connsiteY0" fmla="*/ 932456 h 1003657"/>
                  <a:gd name="connsiteX1" fmla="*/ 735123 w 984135"/>
                  <a:gd name="connsiteY1" fmla="*/ 12599 h 1003657"/>
                  <a:gd name="connsiteX2" fmla="*/ 715278 w 984135"/>
                  <a:gd name="connsiteY2" fmla="*/ 1520 h 1003657"/>
                  <a:gd name="connsiteX3" fmla="*/ 287520 w 984135"/>
                  <a:gd name="connsiteY3" fmla="*/ 133468 h 1003657"/>
                  <a:gd name="connsiteX4" fmla="*/ 78024 w 984135"/>
                  <a:gd name="connsiteY4" fmla="*/ 198250 h 1003657"/>
                  <a:gd name="connsiteX5" fmla="*/ 0 w 984135"/>
                  <a:gd name="connsiteY5" fmla="*/ 280750 h 1003657"/>
                  <a:gd name="connsiteX6" fmla="*/ 652954 w 984135"/>
                  <a:gd name="connsiteY6" fmla="*/ 92017 h 1003657"/>
                  <a:gd name="connsiteX7" fmla="*/ 702586 w 984135"/>
                  <a:gd name="connsiteY7" fmla="*/ 119162 h 1003657"/>
                  <a:gd name="connsiteX8" fmla="*/ 945572 w 984135"/>
                  <a:gd name="connsiteY8" fmla="*/ 1003658 h 1003657"/>
                  <a:gd name="connsiteX9" fmla="*/ 983466 w 984135"/>
                  <a:gd name="connsiteY9" fmla="*/ 953806 h 1003657"/>
                  <a:gd name="connsiteX10" fmla="*/ 982879 w 984135"/>
                  <a:gd name="connsiteY10" fmla="*/ 932456 h 10036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984135" h="1003657">
                    <a:moveTo>
                      <a:pt x="982879" y="932456"/>
                    </a:moveTo>
                    <a:cubicBezTo>
                      <a:pt x="964868" y="863456"/>
                      <a:pt x="782114" y="185888"/>
                      <a:pt x="735123" y="12599"/>
                    </a:cubicBezTo>
                    <a:cubicBezTo>
                      <a:pt x="731565" y="-570"/>
                      <a:pt x="727236" y="-1708"/>
                      <a:pt x="715278" y="1520"/>
                    </a:cubicBezTo>
                    <a:cubicBezTo>
                      <a:pt x="571078" y="40331"/>
                      <a:pt x="430729" y="91613"/>
                      <a:pt x="287520" y="133468"/>
                    </a:cubicBezTo>
                    <a:cubicBezTo>
                      <a:pt x="217346" y="153974"/>
                      <a:pt x="146878" y="173526"/>
                      <a:pt x="78024" y="198250"/>
                    </a:cubicBezTo>
                    <a:cubicBezTo>
                      <a:pt x="38003" y="212630"/>
                      <a:pt x="5686" y="234383"/>
                      <a:pt x="0" y="280750"/>
                    </a:cubicBezTo>
                    <a:cubicBezTo>
                      <a:pt x="807" y="282180"/>
                      <a:pt x="436122" y="156322"/>
                      <a:pt x="652954" y="92017"/>
                    </a:cubicBezTo>
                    <a:cubicBezTo>
                      <a:pt x="691654" y="80535"/>
                      <a:pt x="692021" y="80498"/>
                      <a:pt x="702586" y="119162"/>
                    </a:cubicBezTo>
                    <a:cubicBezTo>
                      <a:pt x="743890" y="270295"/>
                      <a:pt x="922719" y="921672"/>
                      <a:pt x="945572" y="1003658"/>
                    </a:cubicBezTo>
                    <a:cubicBezTo>
                      <a:pt x="962960" y="988104"/>
                      <a:pt x="969343" y="972551"/>
                      <a:pt x="983466" y="953806"/>
                    </a:cubicBezTo>
                    <a:cubicBezTo>
                      <a:pt x="984163" y="946689"/>
                      <a:pt x="984750" y="939720"/>
                      <a:pt x="982879" y="932456"/>
                    </a:cubicBezTo>
                    <a:close/>
                  </a:path>
                </a:pathLst>
              </a:custGeom>
              <a:solidFill>
                <a:srgbClr val="FEFEFE"/>
              </a:solidFill>
              <a:ln w="366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1" name="자유형: 도형 10">
                <a:extLst>
                  <a:ext uri="{FF2B5EF4-FFF2-40B4-BE49-F238E27FC236}">
                    <a16:creationId xmlns:a16="http://schemas.microsoft.com/office/drawing/2014/main" id="{35543E65-B978-40F6-816C-AECA6A584570}"/>
                  </a:ext>
                </a:extLst>
              </p:cNvPr>
              <p:cNvSpPr/>
              <p:nvPr/>
            </p:nvSpPr>
            <p:spPr>
              <a:xfrm>
                <a:off x="9241022" y="2351240"/>
                <a:ext cx="943904" cy="1135917"/>
              </a:xfrm>
              <a:custGeom>
                <a:avLst/>
                <a:gdLst>
                  <a:gd name="connsiteX0" fmla="*/ 942602 w 943904"/>
                  <a:gd name="connsiteY0" fmla="*/ 897006 h 1135917"/>
                  <a:gd name="connsiteX1" fmla="*/ 704860 w 943904"/>
                  <a:gd name="connsiteY1" fmla="*/ 27110 h 1135917"/>
                  <a:gd name="connsiteX2" fmla="*/ 661941 w 943904"/>
                  <a:gd name="connsiteY2" fmla="*/ 3339 h 1135917"/>
                  <a:gd name="connsiteX3" fmla="*/ 24761 w 943904"/>
                  <a:gd name="connsiteY3" fmla="*/ 192513 h 1135917"/>
                  <a:gd name="connsiteX4" fmla="*/ 0 w 943904"/>
                  <a:gd name="connsiteY4" fmla="*/ 208800 h 1135917"/>
                  <a:gd name="connsiteX5" fmla="*/ 290565 w 943904"/>
                  <a:gd name="connsiteY5" fmla="*/ 1121431 h 1135917"/>
                  <a:gd name="connsiteX6" fmla="*/ 312904 w 943904"/>
                  <a:gd name="connsiteY6" fmla="*/ 1134050 h 1135917"/>
                  <a:gd name="connsiteX7" fmla="*/ 935815 w 943904"/>
                  <a:gd name="connsiteY7" fmla="*/ 927416 h 1135917"/>
                  <a:gd name="connsiteX8" fmla="*/ 942602 w 943904"/>
                  <a:gd name="connsiteY8" fmla="*/ 897006 h 11359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943904" h="1135917">
                    <a:moveTo>
                      <a:pt x="942602" y="897006"/>
                    </a:moveTo>
                    <a:cubicBezTo>
                      <a:pt x="923710" y="827529"/>
                      <a:pt x="743780" y="172080"/>
                      <a:pt x="704860" y="27110"/>
                    </a:cubicBezTo>
                    <a:cubicBezTo>
                      <a:pt x="697707" y="442"/>
                      <a:pt x="688720" y="-4401"/>
                      <a:pt x="661941" y="3339"/>
                    </a:cubicBezTo>
                    <a:cubicBezTo>
                      <a:pt x="616198" y="16582"/>
                      <a:pt x="82206" y="175859"/>
                      <a:pt x="24761" y="192513"/>
                    </a:cubicBezTo>
                    <a:cubicBezTo>
                      <a:pt x="15114" y="195301"/>
                      <a:pt x="3852" y="196731"/>
                      <a:pt x="0" y="208800"/>
                    </a:cubicBezTo>
                    <a:cubicBezTo>
                      <a:pt x="5282" y="242071"/>
                      <a:pt x="265070" y="1040546"/>
                      <a:pt x="290565" y="1121431"/>
                    </a:cubicBezTo>
                    <a:cubicBezTo>
                      <a:pt x="294526" y="1133977"/>
                      <a:pt x="298048" y="1138966"/>
                      <a:pt x="312904" y="1134050"/>
                    </a:cubicBezTo>
                    <a:cubicBezTo>
                      <a:pt x="429372" y="1095680"/>
                      <a:pt x="913328" y="941282"/>
                      <a:pt x="935815" y="927416"/>
                    </a:cubicBezTo>
                    <a:cubicBezTo>
                      <a:pt x="943959" y="922647"/>
                      <a:pt x="945389" y="907167"/>
                      <a:pt x="942602" y="897006"/>
                    </a:cubicBezTo>
                    <a:close/>
                  </a:path>
                </a:pathLst>
              </a:custGeom>
              <a:solidFill>
                <a:srgbClr val="DC5849"/>
              </a:solidFill>
              <a:ln w="366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2" name="자유형: 도형 11">
                <a:extLst>
                  <a:ext uri="{FF2B5EF4-FFF2-40B4-BE49-F238E27FC236}">
                    <a16:creationId xmlns:a16="http://schemas.microsoft.com/office/drawing/2014/main" id="{8A97B7CD-5E37-44DA-A4DE-D5EF768C2CB1}"/>
                  </a:ext>
                </a:extLst>
              </p:cNvPr>
              <p:cNvSpPr/>
              <p:nvPr/>
            </p:nvSpPr>
            <p:spPr>
              <a:xfrm>
                <a:off x="9449297" y="2554354"/>
                <a:ext cx="406061" cy="312708"/>
              </a:xfrm>
              <a:custGeom>
                <a:avLst/>
                <a:gdLst>
                  <a:gd name="connsiteX0" fmla="*/ 2174 w 406061"/>
                  <a:gd name="connsiteY0" fmla="*/ 136240 h 312708"/>
                  <a:gd name="connsiteX1" fmla="*/ 15710 w 406061"/>
                  <a:gd name="connsiteY1" fmla="*/ 109938 h 312708"/>
                  <a:gd name="connsiteX2" fmla="*/ 329165 w 406061"/>
                  <a:gd name="connsiteY2" fmla="*/ 2274 h 312708"/>
                  <a:gd name="connsiteX3" fmla="*/ 356310 w 406061"/>
                  <a:gd name="connsiteY3" fmla="*/ 22487 h 312708"/>
                  <a:gd name="connsiteX4" fmla="*/ 401283 w 406061"/>
                  <a:gd name="connsiteY4" fmla="*/ 170025 h 312708"/>
                  <a:gd name="connsiteX5" fmla="*/ 391746 w 406061"/>
                  <a:gd name="connsiteY5" fmla="*/ 206598 h 312708"/>
                  <a:gd name="connsiteX6" fmla="*/ 92927 w 406061"/>
                  <a:gd name="connsiteY6" fmla="*/ 311254 h 312708"/>
                  <a:gd name="connsiteX7" fmla="*/ 59253 w 406061"/>
                  <a:gd name="connsiteY7" fmla="*/ 295150 h 312708"/>
                  <a:gd name="connsiteX8" fmla="*/ 2174 w 406061"/>
                  <a:gd name="connsiteY8" fmla="*/ 136240 h 3127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406061" h="312708">
                    <a:moveTo>
                      <a:pt x="2174" y="136240"/>
                    </a:moveTo>
                    <a:cubicBezTo>
                      <a:pt x="-2888" y="120943"/>
                      <a:pt x="597" y="115074"/>
                      <a:pt x="15710" y="109938"/>
                    </a:cubicBezTo>
                    <a:cubicBezTo>
                      <a:pt x="120403" y="74613"/>
                      <a:pt x="224802" y="38480"/>
                      <a:pt x="329165" y="2274"/>
                    </a:cubicBezTo>
                    <a:cubicBezTo>
                      <a:pt x="345195" y="-3301"/>
                      <a:pt x="348533" y="624"/>
                      <a:pt x="356310" y="22487"/>
                    </a:cubicBezTo>
                    <a:cubicBezTo>
                      <a:pt x="379824" y="88589"/>
                      <a:pt x="387161" y="117935"/>
                      <a:pt x="401283" y="170025"/>
                    </a:cubicBezTo>
                    <a:cubicBezTo>
                      <a:pt x="407740" y="193869"/>
                      <a:pt x="410234" y="200691"/>
                      <a:pt x="391746" y="206598"/>
                    </a:cubicBezTo>
                    <a:cubicBezTo>
                      <a:pt x="320214" y="229414"/>
                      <a:pt x="177775" y="282017"/>
                      <a:pt x="92927" y="311254"/>
                    </a:cubicBezTo>
                    <a:cubicBezTo>
                      <a:pt x="79171" y="315986"/>
                      <a:pt x="64205" y="308796"/>
                      <a:pt x="59253" y="295150"/>
                    </a:cubicBezTo>
                    <a:cubicBezTo>
                      <a:pt x="41388" y="245812"/>
                      <a:pt x="16187" y="178498"/>
                      <a:pt x="2174" y="136240"/>
                    </a:cubicBezTo>
                    <a:close/>
                  </a:path>
                </a:pathLst>
              </a:custGeom>
              <a:solidFill>
                <a:srgbClr val="DE7265"/>
              </a:solidFill>
              <a:ln w="366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</p:grpSp>
        <p:sp>
          <p:nvSpPr>
            <p:cNvPr id="8" name="자유형: 도형 7">
              <a:extLst>
                <a:ext uri="{FF2B5EF4-FFF2-40B4-BE49-F238E27FC236}">
                  <a16:creationId xmlns:a16="http://schemas.microsoft.com/office/drawing/2014/main" id="{5EF2C35C-202C-4E6A-872F-2FAED9D6B2E9}"/>
                </a:ext>
              </a:extLst>
            </p:cNvPr>
            <p:cNvSpPr/>
            <p:nvPr/>
          </p:nvSpPr>
          <p:spPr>
            <a:xfrm>
              <a:off x="9341642" y="2816026"/>
              <a:ext cx="894641" cy="410257"/>
            </a:xfrm>
            <a:custGeom>
              <a:avLst/>
              <a:gdLst>
                <a:gd name="connsiteX0" fmla="*/ 825805 w 894641"/>
                <a:gd name="connsiteY0" fmla="*/ 244 h 410257"/>
                <a:gd name="connsiteX1" fmla="*/ 633550 w 894641"/>
                <a:gd name="connsiteY1" fmla="*/ 62054 h 410257"/>
                <a:gd name="connsiteX2" fmla="*/ 434546 w 894641"/>
                <a:gd name="connsiteY2" fmla="*/ 124305 h 410257"/>
                <a:gd name="connsiteX3" fmla="*/ 403989 w 894641"/>
                <a:gd name="connsiteY3" fmla="*/ 116822 h 410257"/>
                <a:gd name="connsiteX4" fmla="*/ 252783 w 894641"/>
                <a:gd name="connsiteY4" fmla="*/ 31974 h 410257"/>
                <a:gd name="connsiteX5" fmla="*/ 252783 w 894641"/>
                <a:gd name="connsiteY5" fmla="*/ 31974 h 410257"/>
                <a:gd name="connsiteX6" fmla="*/ 252783 w 894641"/>
                <a:gd name="connsiteY6" fmla="*/ 31974 h 410257"/>
                <a:gd name="connsiteX7" fmla="*/ 157151 w 894641"/>
                <a:gd name="connsiteY7" fmla="*/ 24748 h 410257"/>
                <a:gd name="connsiteX8" fmla="*/ 157151 w 894641"/>
                <a:gd name="connsiteY8" fmla="*/ 24748 h 410257"/>
                <a:gd name="connsiteX9" fmla="*/ 157151 w 894641"/>
                <a:gd name="connsiteY9" fmla="*/ 24748 h 410257"/>
                <a:gd name="connsiteX10" fmla="*/ 157664 w 894641"/>
                <a:gd name="connsiteY10" fmla="*/ 45657 h 410257"/>
                <a:gd name="connsiteX11" fmla="*/ 207590 w 894641"/>
                <a:gd name="connsiteY11" fmla="*/ 82597 h 410257"/>
                <a:gd name="connsiteX12" fmla="*/ 262651 w 894641"/>
                <a:gd name="connsiteY12" fmla="*/ 124782 h 410257"/>
                <a:gd name="connsiteX13" fmla="*/ 255461 w 894641"/>
                <a:gd name="connsiteY13" fmla="*/ 154568 h 410257"/>
                <a:gd name="connsiteX14" fmla="*/ 162176 w 894641"/>
                <a:gd name="connsiteY14" fmla="*/ 170635 h 410257"/>
                <a:gd name="connsiteX15" fmla="*/ 72450 w 894641"/>
                <a:gd name="connsiteY15" fmla="*/ 171699 h 410257"/>
                <a:gd name="connsiteX16" fmla="*/ 25863 w 894641"/>
                <a:gd name="connsiteY16" fmla="*/ 147048 h 410257"/>
                <a:gd name="connsiteX17" fmla="*/ 25863 w 894641"/>
                <a:gd name="connsiteY17" fmla="*/ 147048 h 410257"/>
                <a:gd name="connsiteX18" fmla="*/ 13171 w 894641"/>
                <a:gd name="connsiteY18" fmla="*/ 221991 h 410257"/>
                <a:gd name="connsiteX19" fmla="*/ 12841 w 894641"/>
                <a:gd name="connsiteY19" fmla="*/ 237215 h 410257"/>
                <a:gd name="connsiteX20" fmla="*/ 39876 w 894641"/>
                <a:gd name="connsiteY20" fmla="*/ 295173 h 410257"/>
                <a:gd name="connsiteX21" fmla="*/ 51101 w 894641"/>
                <a:gd name="connsiteY21" fmla="*/ 312708 h 410257"/>
                <a:gd name="connsiteX22" fmla="*/ 85986 w 894641"/>
                <a:gd name="connsiteY22" fmla="*/ 362780 h 410257"/>
                <a:gd name="connsiteX23" fmla="*/ 102897 w 894641"/>
                <a:gd name="connsiteY23" fmla="*/ 382589 h 410257"/>
                <a:gd name="connsiteX24" fmla="*/ 107996 w 894641"/>
                <a:gd name="connsiteY24" fmla="*/ 396088 h 410257"/>
                <a:gd name="connsiteX25" fmla="*/ 150511 w 894641"/>
                <a:gd name="connsiteY25" fmla="*/ 410174 h 410257"/>
                <a:gd name="connsiteX26" fmla="*/ 260229 w 894641"/>
                <a:gd name="connsiteY26" fmla="*/ 393520 h 410257"/>
                <a:gd name="connsiteX27" fmla="*/ 433299 w 894641"/>
                <a:gd name="connsiteY27" fmla="*/ 303574 h 410257"/>
                <a:gd name="connsiteX28" fmla="*/ 503620 w 894641"/>
                <a:gd name="connsiteY28" fmla="*/ 261499 h 410257"/>
                <a:gd name="connsiteX29" fmla="*/ 725257 w 894641"/>
                <a:gd name="connsiteY29" fmla="*/ 192755 h 410257"/>
                <a:gd name="connsiteX30" fmla="*/ 894291 w 894641"/>
                <a:gd name="connsiteY30" fmla="*/ 139052 h 410257"/>
                <a:gd name="connsiteX31" fmla="*/ 825805 w 894641"/>
                <a:gd name="connsiteY31" fmla="*/ 244 h 4102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894641" h="410257">
                  <a:moveTo>
                    <a:pt x="825805" y="244"/>
                  </a:moveTo>
                  <a:cubicBezTo>
                    <a:pt x="815827" y="-4158"/>
                    <a:pt x="663557" y="52407"/>
                    <a:pt x="633550" y="62054"/>
                  </a:cubicBezTo>
                  <a:cubicBezTo>
                    <a:pt x="567374" y="83257"/>
                    <a:pt x="500722" y="103102"/>
                    <a:pt x="434546" y="124305"/>
                  </a:cubicBezTo>
                  <a:cubicBezTo>
                    <a:pt x="421670" y="128450"/>
                    <a:pt x="413527" y="126286"/>
                    <a:pt x="403989" y="116822"/>
                  </a:cubicBezTo>
                  <a:cubicBezTo>
                    <a:pt x="361474" y="74746"/>
                    <a:pt x="311365" y="45657"/>
                    <a:pt x="252783" y="31974"/>
                  </a:cubicBezTo>
                  <a:cubicBezTo>
                    <a:pt x="252783" y="31974"/>
                    <a:pt x="252783" y="31974"/>
                    <a:pt x="252783" y="31974"/>
                  </a:cubicBezTo>
                  <a:cubicBezTo>
                    <a:pt x="252783" y="31974"/>
                    <a:pt x="252783" y="31974"/>
                    <a:pt x="252783" y="31974"/>
                  </a:cubicBezTo>
                  <a:cubicBezTo>
                    <a:pt x="221236" y="25005"/>
                    <a:pt x="189835" y="16384"/>
                    <a:pt x="157151" y="24748"/>
                  </a:cubicBezTo>
                  <a:lnTo>
                    <a:pt x="157151" y="24748"/>
                  </a:lnTo>
                  <a:lnTo>
                    <a:pt x="157151" y="24748"/>
                  </a:lnTo>
                  <a:cubicBezTo>
                    <a:pt x="146660" y="31974"/>
                    <a:pt x="150841" y="38797"/>
                    <a:pt x="157664" y="45657"/>
                  </a:cubicBezTo>
                  <a:cubicBezTo>
                    <a:pt x="172447" y="60514"/>
                    <a:pt x="190532" y="70858"/>
                    <a:pt x="207590" y="82597"/>
                  </a:cubicBezTo>
                  <a:cubicBezTo>
                    <a:pt x="226665" y="95729"/>
                    <a:pt x="247097" y="107101"/>
                    <a:pt x="262651" y="124782"/>
                  </a:cubicBezTo>
                  <a:cubicBezTo>
                    <a:pt x="275416" y="139308"/>
                    <a:pt x="273325" y="147158"/>
                    <a:pt x="255461" y="154568"/>
                  </a:cubicBezTo>
                  <a:cubicBezTo>
                    <a:pt x="225564" y="166967"/>
                    <a:pt x="193834" y="169205"/>
                    <a:pt x="162176" y="170635"/>
                  </a:cubicBezTo>
                  <a:cubicBezTo>
                    <a:pt x="132316" y="171993"/>
                    <a:pt x="102347" y="171552"/>
                    <a:pt x="72450" y="171699"/>
                  </a:cubicBezTo>
                  <a:cubicBezTo>
                    <a:pt x="52642" y="171809"/>
                    <a:pt x="37455" y="162712"/>
                    <a:pt x="25863" y="147048"/>
                  </a:cubicBezTo>
                  <a:cubicBezTo>
                    <a:pt x="25863" y="147048"/>
                    <a:pt x="25863" y="147048"/>
                    <a:pt x="25863" y="147048"/>
                  </a:cubicBezTo>
                  <a:cubicBezTo>
                    <a:pt x="-4584" y="174634"/>
                    <a:pt x="-7262" y="188757"/>
                    <a:pt x="13171" y="221991"/>
                  </a:cubicBezTo>
                  <a:cubicBezTo>
                    <a:pt x="16913" y="228081"/>
                    <a:pt x="14235" y="232189"/>
                    <a:pt x="12841" y="237215"/>
                  </a:cubicBezTo>
                  <a:cubicBezTo>
                    <a:pt x="5577" y="263516"/>
                    <a:pt x="14822" y="284939"/>
                    <a:pt x="39876" y="295173"/>
                  </a:cubicBezTo>
                  <a:cubicBezTo>
                    <a:pt x="49193" y="298988"/>
                    <a:pt x="51358" y="303794"/>
                    <a:pt x="51101" y="312708"/>
                  </a:cubicBezTo>
                  <a:cubicBezTo>
                    <a:pt x="50404" y="337762"/>
                    <a:pt x="63573" y="354086"/>
                    <a:pt x="85986" y="362780"/>
                  </a:cubicBezTo>
                  <a:cubicBezTo>
                    <a:pt x="95890" y="366632"/>
                    <a:pt x="103080" y="370373"/>
                    <a:pt x="102897" y="382589"/>
                  </a:cubicBezTo>
                  <a:cubicBezTo>
                    <a:pt x="102824" y="387064"/>
                    <a:pt x="106198" y="391576"/>
                    <a:pt x="107996" y="396088"/>
                  </a:cubicBezTo>
                  <a:cubicBezTo>
                    <a:pt x="120431" y="406139"/>
                    <a:pt x="134774" y="409771"/>
                    <a:pt x="150511" y="410174"/>
                  </a:cubicBezTo>
                  <a:cubicBezTo>
                    <a:pt x="188111" y="411091"/>
                    <a:pt x="224464" y="404342"/>
                    <a:pt x="260229" y="393520"/>
                  </a:cubicBezTo>
                  <a:cubicBezTo>
                    <a:pt x="323544" y="374372"/>
                    <a:pt x="377505" y="337285"/>
                    <a:pt x="433299" y="303574"/>
                  </a:cubicBezTo>
                  <a:cubicBezTo>
                    <a:pt x="456666" y="289451"/>
                    <a:pt x="477098" y="269936"/>
                    <a:pt x="503620" y="261499"/>
                  </a:cubicBezTo>
                  <a:cubicBezTo>
                    <a:pt x="577352" y="238095"/>
                    <a:pt x="651232" y="215168"/>
                    <a:pt x="725257" y="192755"/>
                  </a:cubicBezTo>
                  <a:cubicBezTo>
                    <a:pt x="738317" y="188793"/>
                    <a:pt x="880682" y="143674"/>
                    <a:pt x="894291" y="139052"/>
                  </a:cubicBezTo>
                  <a:cubicBezTo>
                    <a:pt x="900014" y="128670"/>
                    <a:pt x="833692" y="5820"/>
                    <a:pt x="825805" y="244"/>
                  </a:cubicBezTo>
                  <a:close/>
                </a:path>
              </a:pathLst>
            </a:custGeom>
            <a:solidFill>
              <a:srgbClr val="EBAE93"/>
            </a:solidFill>
            <a:ln w="366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</p:grp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1375" y="1439389"/>
            <a:ext cx="9579885" cy="34280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41035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735F7F3-C1B5-4B60-A00A-4EB618DDFB5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607127" y="374041"/>
            <a:ext cx="9585215" cy="561036"/>
          </a:xfrm>
        </p:spPr>
        <p:txBody>
          <a:bodyPr/>
          <a:lstStyle/>
          <a:p>
            <a:r>
              <a:rPr lang="en-US" sz="4800" b="1" u="sng" dirty="0" smtClean="0">
                <a:solidFill>
                  <a:srgbClr val="C00000"/>
                </a:solidFill>
              </a:rPr>
              <a:t>SKILL SHEET KEYS</a:t>
            </a:r>
            <a:endParaRPr lang="en-US" sz="4800" b="1" u="sng" dirty="0">
              <a:solidFill>
                <a:srgbClr val="C00000"/>
              </a:solidFill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331A8A57-B6B4-428F-BE6B-FA8BCEF38EA4}"/>
              </a:ext>
            </a:extLst>
          </p:cNvPr>
          <p:cNvGrpSpPr/>
          <p:nvPr/>
        </p:nvGrpSpPr>
        <p:grpSpPr>
          <a:xfrm flipH="1">
            <a:off x="0" y="1785483"/>
            <a:ext cx="2050473" cy="2764544"/>
            <a:chOff x="6957846" y="390184"/>
            <a:chExt cx="3835060" cy="3644618"/>
          </a:xfrm>
        </p:grpSpPr>
        <p:grpSp>
          <p:nvGrpSpPr>
            <p:cNvPr id="6" name="그룹 5">
              <a:extLst>
                <a:ext uri="{FF2B5EF4-FFF2-40B4-BE49-F238E27FC236}">
                  <a16:creationId xmlns:a16="http://schemas.microsoft.com/office/drawing/2014/main" id="{6974F655-37C0-474B-B53D-536705169473}"/>
                </a:ext>
              </a:extLst>
            </p:cNvPr>
            <p:cNvGrpSpPr/>
            <p:nvPr/>
          </p:nvGrpSpPr>
          <p:grpSpPr>
            <a:xfrm>
              <a:off x="6957846" y="390184"/>
              <a:ext cx="3835060" cy="3644618"/>
              <a:chOff x="6957846" y="390184"/>
              <a:chExt cx="3835060" cy="3644618"/>
            </a:xfrm>
          </p:grpSpPr>
          <p:sp>
            <p:nvSpPr>
              <p:cNvPr id="13" name="자유형: 도형 12">
                <a:extLst>
                  <a:ext uri="{FF2B5EF4-FFF2-40B4-BE49-F238E27FC236}">
                    <a16:creationId xmlns:a16="http://schemas.microsoft.com/office/drawing/2014/main" id="{B70DE6EE-F4D0-4529-8D1D-8804F24145D6}"/>
                  </a:ext>
                </a:extLst>
              </p:cNvPr>
              <p:cNvSpPr/>
              <p:nvPr/>
            </p:nvSpPr>
            <p:spPr>
              <a:xfrm>
                <a:off x="9741118" y="1802306"/>
                <a:ext cx="1051788" cy="1120687"/>
              </a:xfrm>
              <a:custGeom>
                <a:avLst/>
                <a:gdLst>
                  <a:gd name="connsiteX0" fmla="*/ 1038197 w 1051788"/>
                  <a:gd name="connsiteY0" fmla="*/ 861877 h 1120687"/>
                  <a:gd name="connsiteX1" fmla="*/ 977598 w 1051788"/>
                  <a:gd name="connsiteY1" fmla="*/ 774938 h 1120687"/>
                  <a:gd name="connsiteX2" fmla="*/ 575884 w 1051788"/>
                  <a:gd name="connsiteY2" fmla="*/ 363798 h 1120687"/>
                  <a:gd name="connsiteX3" fmla="*/ 218630 w 1051788"/>
                  <a:gd name="connsiteY3" fmla="*/ 72976 h 1120687"/>
                  <a:gd name="connsiteX4" fmla="*/ 189871 w 1051788"/>
                  <a:gd name="connsiteY4" fmla="*/ 48325 h 1120687"/>
                  <a:gd name="connsiteX5" fmla="*/ 164303 w 1051788"/>
                  <a:gd name="connsiteY5" fmla="*/ 31268 h 1120687"/>
                  <a:gd name="connsiteX6" fmla="*/ 28980 w 1051788"/>
                  <a:gd name="connsiteY6" fmla="*/ 4783 h 1120687"/>
                  <a:gd name="connsiteX7" fmla="*/ 38 w 1051788"/>
                  <a:gd name="connsiteY7" fmla="*/ 136108 h 1120687"/>
                  <a:gd name="connsiteX8" fmla="*/ 63609 w 1051788"/>
                  <a:gd name="connsiteY8" fmla="*/ 363871 h 1120687"/>
                  <a:gd name="connsiteX9" fmla="*/ 110563 w 1051788"/>
                  <a:gd name="connsiteY9" fmla="*/ 450626 h 1120687"/>
                  <a:gd name="connsiteX10" fmla="*/ 125713 w 1051788"/>
                  <a:gd name="connsiteY10" fmla="*/ 470398 h 1120687"/>
                  <a:gd name="connsiteX11" fmla="*/ 282568 w 1051788"/>
                  <a:gd name="connsiteY11" fmla="*/ 568304 h 1120687"/>
                  <a:gd name="connsiteX12" fmla="*/ 282605 w 1051788"/>
                  <a:gd name="connsiteY12" fmla="*/ 566984 h 1120687"/>
                  <a:gd name="connsiteX13" fmla="*/ 644884 w 1051788"/>
                  <a:gd name="connsiteY13" fmla="*/ 780881 h 1120687"/>
                  <a:gd name="connsiteX14" fmla="*/ 712234 w 1051788"/>
                  <a:gd name="connsiteY14" fmla="*/ 830916 h 1120687"/>
                  <a:gd name="connsiteX15" fmla="*/ 701596 w 1051788"/>
                  <a:gd name="connsiteY15" fmla="*/ 895735 h 1120687"/>
                  <a:gd name="connsiteX16" fmla="*/ 535496 w 1051788"/>
                  <a:gd name="connsiteY16" fmla="*/ 951309 h 1120687"/>
                  <a:gd name="connsiteX17" fmla="*/ 532855 w 1051788"/>
                  <a:gd name="connsiteY17" fmla="*/ 951529 h 1120687"/>
                  <a:gd name="connsiteX18" fmla="*/ 539788 w 1051788"/>
                  <a:gd name="connsiteY18" fmla="*/ 970311 h 1120687"/>
                  <a:gd name="connsiteX19" fmla="*/ 639125 w 1051788"/>
                  <a:gd name="connsiteY19" fmla="*/ 1109706 h 1120687"/>
                  <a:gd name="connsiteX20" fmla="*/ 663960 w 1051788"/>
                  <a:gd name="connsiteY20" fmla="*/ 1119610 h 1120687"/>
                  <a:gd name="connsiteX21" fmla="*/ 767221 w 1051788"/>
                  <a:gd name="connsiteY21" fmla="*/ 1082634 h 1120687"/>
                  <a:gd name="connsiteX22" fmla="*/ 1007861 w 1051788"/>
                  <a:gd name="connsiteY22" fmla="*/ 971705 h 1120687"/>
                  <a:gd name="connsiteX23" fmla="*/ 1038197 w 1051788"/>
                  <a:gd name="connsiteY23" fmla="*/ 861877 h 11206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1051788" h="1120687">
                    <a:moveTo>
                      <a:pt x="1038197" y="861877"/>
                    </a:moveTo>
                    <a:cubicBezTo>
                      <a:pt x="1022240" y="829999"/>
                      <a:pt x="1000377" y="802047"/>
                      <a:pt x="977598" y="774938"/>
                    </a:cubicBezTo>
                    <a:cubicBezTo>
                      <a:pt x="853903" y="627914"/>
                      <a:pt x="718434" y="492444"/>
                      <a:pt x="575884" y="363798"/>
                    </a:cubicBezTo>
                    <a:cubicBezTo>
                      <a:pt x="461727" y="260756"/>
                      <a:pt x="351642" y="152871"/>
                      <a:pt x="218630" y="72976"/>
                    </a:cubicBezTo>
                    <a:cubicBezTo>
                      <a:pt x="207956" y="66557"/>
                      <a:pt x="196841" y="59587"/>
                      <a:pt x="189871" y="48325"/>
                    </a:cubicBezTo>
                    <a:cubicBezTo>
                      <a:pt x="179637" y="45171"/>
                      <a:pt x="172777" y="36991"/>
                      <a:pt x="164303" y="31268"/>
                    </a:cubicBezTo>
                    <a:cubicBezTo>
                      <a:pt x="122925" y="3206"/>
                      <a:pt x="78098" y="-6919"/>
                      <a:pt x="28980" y="4783"/>
                    </a:cubicBezTo>
                    <a:cubicBezTo>
                      <a:pt x="12693" y="47078"/>
                      <a:pt x="698" y="90437"/>
                      <a:pt x="38" y="136108"/>
                    </a:cubicBezTo>
                    <a:cubicBezTo>
                      <a:pt x="-1100" y="218204"/>
                      <a:pt x="23588" y="293220"/>
                      <a:pt x="63609" y="363871"/>
                    </a:cubicBezTo>
                    <a:cubicBezTo>
                      <a:pt x="79823" y="392484"/>
                      <a:pt x="97467" y="420399"/>
                      <a:pt x="110563" y="450626"/>
                    </a:cubicBezTo>
                    <a:cubicBezTo>
                      <a:pt x="114121" y="458843"/>
                      <a:pt x="119073" y="465042"/>
                      <a:pt x="125713" y="470398"/>
                    </a:cubicBezTo>
                    <a:cubicBezTo>
                      <a:pt x="128170" y="473369"/>
                      <a:pt x="194970" y="514454"/>
                      <a:pt x="282568" y="568304"/>
                    </a:cubicBezTo>
                    <a:cubicBezTo>
                      <a:pt x="282605" y="567864"/>
                      <a:pt x="282605" y="567424"/>
                      <a:pt x="282605" y="566984"/>
                    </a:cubicBezTo>
                    <a:cubicBezTo>
                      <a:pt x="402485" y="639799"/>
                      <a:pt x="522768" y="711881"/>
                      <a:pt x="644884" y="780881"/>
                    </a:cubicBezTo>
                    <a:cubicBezTo>
                      <a:pt x="669352" y="794711"/>
                      <a:pt x="692829" y="810227"/>
                      <a:pt x="712234" y="830916"/>
                    </a:cubicBezTo>
                    <a:cubicBezTo>
                      <a:pt x="738059" y="858502"/>
                      <a:pt x="735271" y="878824"/>
                      <a:pt x="701596" y="895735"/>
                    </a:cubicBezTo>
                    <a:cubicBezTo>
                      <a:pt x="657246" y="918038"/>
                      <a:pt x="544190" y="948558"/>
                      <a:pt x="535496" y="951309"/>
                    </a:cubicBezTo>
                    <a:cubicBezTo>
                      <a:pt x="534616" y="951346"/>
                      <a:pt x="533736" y="951456"/>
                      <a:pt x="532855" y="951529"/>
                    </a:cubicBezTo>
                    <a:cubicBezTo>
                      <a:pt x="531534" y="959013"/>
                      <a:pt x="535900" y="964845"/>
                      <a:pt x="539788" y="970311"/>
                    </a:cubicBezTo>
                    <a:cubicBezTo>
                      <a:pt x="572766" y="1016898"/>
                      <a:pt x="606074" y="1063192"/>
                      <a:pt x="639125" y="1109706"/>
                    </a:cubicBezTo>
                    <a:cubicBezTo>
                      <a:pt x="645178" y="1118216"/>
                      <a:pt x="653028" y="1122948"/>
                      <a:pt x="663960" y="1119610"/>
                    </a:cubicBezTo>
                    <a:cubicBezTo>
                      <a:pt x="699175" y="1109559"/>
                      <a:pt x="733253" y="1096133"/>
                      <a:pt x="767221" y="1082634"/>
                    </a:cubicBezTo>
                    <a:cubicBezTo>
                      <a:pt x="849391" y="1049949"/>
                      <a:pt x="932074" y="1018072"/>
                      <a:pt x="1007861" y="971705"/>
                    </a:cubicBezTo>
                    <a:cubicBezTo>
                      <a:pt x="1054741" y="943056"/>
                      <a:pt x="1062812" y="911105"/>
                      <a:pt x="1038197" y="861877"/>
                    </a:cubicBezTo>
                    <a:close/>
                  </a:path>
                </a:pathLst>
              </a:custGeom>
              <a:solidFill>
                <a:schemeClr val="accent4">
                  <a:lumMod val="75000"/>
                </a:schemeClr>
              </a:solidFill>
              <a:ln w="366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4" name="자유형: 도형 13">
                <a:extLst>
                  <a:ext uri="{FF2B5EF4-FFF2-40B4-BE49-F238E27FC236}">
                    <a16:creationId xmlns:a16="http://schemas.microsoft.com/office/drawing/2014/main" id="{39BE19EB-8DDA-4B33-8DB5-6F14AFAB6BCC}"/>
                  </a:ext>
                </a:extLst>
              </p:cNvPr>
              <p:cNvSpPr/>
              <p:nvPr/>
            </p:nvSpPr>
            <p:spPr>
              <a:xfrm>
                <a:off x="8762612" y="1805011"/>
                <a:ext cx="1202235" cy="1454239"/>
              </a:xfrm>
              <a:custGeom>
                <a:avLst/>
                <a:gdLst>
                  <a:gd name="connsiteX0" fmla="*/ 1106236 w 1202235"/>
                  <a:gd name="connsiteY0" fmla="*/ 466812 h 1454239"/>
                  <a:gd name="connsiteX1" fmla="*/ 1058365 w 1202235"/>
                  <a:gd name="connsiteY1" fmla="*/ 372501 h 1454239"/>
                  <a:gd name="connsiteX2" fmla="*/ 986833 w 1202235"/>
                  <a:gd name="connsiteY2" fmla="*/ 133659 h 1454239"/>
                  <a:gd name="connsiteX3" fmla="*/ 1006679 w 1202235"/>
                  <a:gd name="connsiteY3" fmla="*/ 29847 h 1454239"/>
                  <a:gd name="connsiteX4" fmla="*/ 1007449 w 1202235"/>
                  <a:gd name="connsiteY4" fmla="*/ 2005 h 1454239"/>
                  <a:gd name="connsiteX5" fmla="*/ 923849 w 1202235"/>
                  <a:gd name="connsiteY5" fmla="*/ 13046 h 1454239"/>
                  <a:gd name="connsiteX6" fmla="*/ 911780 w 1202235"/>
                  <a:gd name="connsiteY6" fmla="*/ 32158 h 1454239"/>
                  <a:gd name="connsiteX7" fmla="*/ 860388 w 1202235"/>
                  <a:gd name="connsiteY7" fmla="*/ 188390 h 1454239"/>
                  <a:gd name="connsiteX8" fmla="*/ 765416 w 1202235"/>
                  <a:gd name="connsiteY8" fmla="*/ 386073 h 1454239"/>
                  <a:gd name="connsiteX9" fmla="*/ 735776 w 1202235"/>
                  <a:gd name="connsiteY9" fmla="*/ 392676 h 1454239"/>
                  <a:gd name="connsiteX10" fmla="*/ 626755 w 1202235"/>
                  <a:gd name="connsiteY10" fmla="*/ 352802 h 1454239"/>
                  <a:gd name="connsiteX11" fmla="*/ 519385 w 1202235"/>
                  <a:gd name="connsiteY11" fmla="*/ 375912 h 1454239"/>
                  <a:gd name="connsiteX12" fmla="*/ 491396 w 1202235"/>
                  <a:gd name="connsiteY12" fmla="*/ 368136 h 1454239"/>
                  <a:gd name="connsiteX13" fmla="*/ 353725 w 1202235"/>
                  <a:gd name="connsiteY13" fmla="*/ 430019 h 1454239"/>
                  <a:gd name="connsiteX14" fmla="*/ 331826 w 1202235"/>
                  <a:gd name="connsiteY14" fmla="*/ 430460 h 1454239"/>
                  <a:gd name="connsiteX15" fmla="*/ 264182 w 1202235"/>
                  <a:gd name="connsiteY15" fmla="*/ 278996 h 1454239"/>
                  <a:gd name="connsiteX16" fmla="*/ 234323 w 1202235"/>
                  <a:gd name="connsiteY16" fmla="*/ 103066 h 1454239"/>
                  <a:gd name="connsiteX17" fmla="*/ 226399 w 1202235"/>
                  <a:gd name="connsiteY17" fmla="*/ 85935 h 1454239"/>
                  <a:gd name="connsiteX18" fmla="*/ 149292 w 1202235"/>
                  <a:gd name="connsiteY18" fmla="*/ 122361 h 1454239"/>
                  <a:gd name="connsiteX19" fmla="*/ 114003 w 1202235"/>
                  <a:gd name="connsiteY19" fmla="*/ 177532 h 1454239"/>
                  <a:gd name="connsiteX20" fmla="*/ 49258 w 1202235"/>
                  <a:gd name="connsiteY20" fmla="*/ 322649 h 1454239"/>
                  <a:gd name="connsiteX21" fmla="*/ 2451 w 1202235"/>
                  <a:gd name="connsiteY21" fmla="*/ 604483 h 1454239"/>
                  <a:gd name="connsiteX22" fmla="*/ 17380 w 1202235"/>
                  <a:gd name="connsiteY22" fmla="*/ 643183 h 1454239"/>
                  <a:gd name="connsiteX23" fmla="*/ 54577 w 1202235"/>
                  <a:gd name="connsiteY23" fmla="*/ 726453 h 1454239"/>
                  <a:gd name="connsiteX24" fmla="*/ 107107 w 1202235"/>
                  <a:gd name="connsiteY24" fmla="*/ 805945 h 1454239"/>
                  <a:gd name="connsiteX25" fmla="*/ 201418 w 1202235"/>
                  <a:gd name="connsiteY25" fmla="*/ 1276879 h 1454239"/>
                  <a:gd name="connsiteX26" fmla="*/ 168147 w 1202235"/>
                  <a:gd name="connsiteY26" fmla="*/ 1402260 h 1454239"/>
                  <a:gd name="connsiteX27" fmla="*/ 604305 w 1202235"/>
                  <a:gd name="connsiteY27" fmla="*/ 1454240 h 1454239"/>
                  <a:gd name="connsiteX28" fmla="*/ 1202235 w 1202235"/>
                  <a:gd name="connsiteY28" fmla="*/ 1347860 h 1454239"/>
                  <a:gd name="connsiteX29" fmla="*/ 1040831 w 1202235"/>
                  <a:gd name="connsiteY29" fmla="*/ 1069070 h 1454239"/>
                  <a:gd name="connsiteX30" fmla="*/ 1055504 w 1202235"/>
                  <a:gd name="connsiteY30" fmla="*/ 760935 h 1454239"/>
                  <a:gd name="connsiteX31" fmla="*/ 1106236 w 1202235"/>
                  <a:gd name="connsiteY31" fmla="*/ 466812 h 14542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1202235" h="1454239">
                    <a:moveTo>
                      <a:pt x="1106236" y="466812"/>
                    </a:moveTo>
                    <a:cubicBezTo>
                      <a:pt x="1094571" y="433211"/>
                      <a:pt x="1076450" y="402801"/>
                      <a:pt x="1058365" y="372501"/>
                    </a:cubicBezTo>
                    <a:cubicBezTo>
                      <a:pt x="1014419" y="298842"/>
                      <a:pt x="986173" y="220451"/>
                      <a:pt x="986833" y="133659"/>
                    </a:cubicBezTo>
                    <a:cubicBezTo>
                      <a:pt x="987127" y="98077"/>
                      <a:pt x="994867" y="63485"/>
                      <a:pt x="1006679" y="29847"/>
                    </a:cubicBezTo>
                    <a:cubicBezTo>
                      <a:pt x="1009797" y="20896"/>
                      <a:pt x="1014822" y="11469"/>
                      <a:pt x="1007449" y="2005"/>
                    </a:cubicBezTo>
                    <a:cubicBezTo>
                      <a:pt x="978397" y="-3461"/>
                      <a:pt x="950884" y="2922"/>
                      <a:pt x="923849" y="13046"/>
                    </a:cubicBezTo>
                    <a:cubicBezTo>
                      <a:pt x="915082" y="16421"/>
                      <a:pt x="913872" y="24564"/>
                      <a:pt x="911780" y="32158"/>
                    </a:cubicBezTo>
                    <a:cubicBezTo>
                      <a:pt x="897144" y="85054"/>
                      <a:pt x="880453" y="137254"/>
                      <a:pt x="860388" y="188390"/>
                    </a:cubicBezTo>
                    <a:cubicBezTo>
                      <a:pt x="833573" y="256657"/>
                      <a:pt x="801292" y="322245"/>
                      <a:pt x="765416" y="386073"/>
                    </a:cubicBezTo>
                    <a:cubicBezTo>
                      <a:pt x="756135" y="402617"/>
                      <a:pt x="752871" y="407570"/>
                      <a:pt x="735776" y="392676"/>
                    </a:cubicBezTo>
                    <a:cubicBezTo>
                      <a:pt x="704853" y="365714"/>
                      <a:pt x="668427" y="352509"/>
                      <a:pt x="626755" y="352802"/>
                    </a:cubicBezTo>
                    <a:cubicBezTo>
                      <a:pt x="599683" y="352986"/>
                      <a:pt x="530793" y="381085"/>
                      <a:pt x="519385" y="375912"/>
                    </a:cubicBezTo>
                    <a:cubicBezTo>
                      <a:pt x="509444" y="375545"/>
                      <a:pt x="501300" y="368979"/>
                      <a:pt x="491396" y="368136"/>
                    </a:cubicBezTo>
                    <a:cubicBezTo>
                      <a:pt x="433950" y="363183"/>
                      <a:pt x="387327" y="382038"/>
                      <a:pt x="353725" y="430019"/>
                    </a:cubicBezTo>
                    <a:cubicBezTo>
                      <a:pt x="342683" y="445756"/>
                      <a:pt x="341436" y="445976"/>
                      <a:pt x="331826" y="430460"/>
                    </a:cubicBezTo>
                    <a:cubicBezTo>
                      <a:pt x="302406" y="383065"/>
                      <a:pt x="280690" y="332150"/>
                      <a:pt x="264182" y="278996"/>
                    </a:cubicBezTo>
                    <a:cubicBezTo>
                      <a:pt x="246391" y="221698"/>
                      <a:pt x="237367" y="162859"/>
                      <a:pt x="234323" y="103066"/>
                    </a:cubicBezTo>
                    <a:cubicBezTo>
                      <a:pt x="233993" y="96353"/>
                      <a:pt x="233846" y="89420"/>
                      <a:pt x="226399" y="85935"/>
                    </a:cubicBezTo>
                    <a:cubicBezTo>
                      <a:pt x="193165" y="82156"/>
                      <a:pt x="171412" y="102589"/>
                      <a:pt x="149292" y="122361"/>
                    </a:cubicBezTo>
                    <a:cubicBezTo>
                      <a:pt x="136343" y="140005"/>
                      <a:pt x="123834" y="157650"/>
                      <a:pt x="114003" y="177532"/>
                    </a:cubicBezTo>
                    <a:cubicBezTo>
                      <a:pt x="90526" y="225109"/>
                      <a:pt x="67562" y="272797"/>
                      <a:pt x="49258" y="322649"/>
                    </a:cubicBezTo>
                    <a:cubicBezTo>
                      <a:pt x="15803" y="413659"/>
                      <a:pt x="-7894" y="506320"/>
                      <a:pt x="2451" y="604483"/>
                    </a:cubicBezTo>
                    <a:cubicBezTo>
                      <a:pt x="3918" y="618275"/>
                      <a:pt x="1350" y="634599"/>
                      <a:pt x="17380" y="643183"/>
                    </a:cubicBezTo>
                    <a:cubicBezTo>
                      <a:pt x="25964" y="672639"/>
                      <a:pt x="37629" y="700775"/>
                      <a:pt x="54577" y="726453"/>
                    </a:cubicBezTo>
                    <a:cubicBezTo>
                      <a:pt x="72075" y="752975"/>
                      <a:pt x="90783" y="778726"/>
                      <a:pt x="107107" y="805945"/>
                    </a:cubicBezTo>
                    <a:cubicBezTo>
                      <a:pt x="194559" y="951612"/>
                      <a:pt x="228930" y="1107918"/>
                      <a:pt x="201418" y="1276879"/>
                    </a:cubicBezTo>
                    <a:cubicBezTo>
                      <a:pt x="194412" y="1319907"/>
                      <a:pt x="178895" y="1360369"/>
                      <a:pt x="168147" y="1402260"/>
                    </a:cubicBezTo>
                    <a:cubicBezTo>
                      <a:pt x="274600" y="1424160"/>
                      <a:pt x="495467" y="1454313"/>
                      <a:pt x="604305" y="1454240"/>
                    </a:cubicBezTo>
                    <a:cubicBezTo>
                      <a:pt x="671362" y="1454203"/>
                      <a:pt x="1135729" y="1357544"/>
                      <a:pt x="1202235" y="1347860"/>
                    </a:cubicBezTo>
                    <a:cubicBezTo>
                      <a:pt x="1139874" y="1215802"/>
                      <a:pt x="1092187" y="1171782"/>
                      <a:pt x="1040831" y="1069070"/>
                    </a:cubicBezTo>
                    <a:cubicBezTo>
                      <a:pt x="1015153" y="1021383"/>
                      <a:pt x="963797" y="900330"/>
                      <a:pt x="1055504" y="760935"/>
                    </a:cubicBezTo>
                    <a:cubicBezTo>
                      <a:pt x="1189836" y="556795"/>
                      <a:pt x="1104439" y="477230"/>
                      <a:pt x="1106236" y="466812"/>
                    </a:cubicBezTo>
                    <a:close/>
                  </a:path>
                </a:pathLst>
              </a:custGeom>
              <a:solidFill>
                <a:schemeClr val="accent4"/>
              </a:solidFill>
              <a:ln w="366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5" name="자유형: 도형 14">
                <a:extLst>
                  <a:ext uri="{FF2B5EF4-FFF2-40B4-BE49-F238E27FC236}">
                    <a16:creationId xmlns:a16="http://schemas.microsoft.com/office/drawing/2014/main" id="{BDEDFFC3-1798-4CDC-A474-5D92F48864A3}"/>
                  </a:ext>
                </a:extLst>
              </p:cNvPr>
              <p:cNvSpPr/>
              <p:nvPr/>
            </p:nvSpPr>
            <p:spPr>
              <a:xfrm>
                <a:off x="8805827" y="3138198"/>
                <a:ext cx="1734940" cy="896604"/>
              </a:xfrm>
              <a:custGeom>
                <a:avLst/>
                <a:gdLst>
                  <a:gd name="connsiteX0" fmla="*/ 283 w 1734940"/>
                  <a:gd name="connsiteY0" fmla="*/ 1167320 h 1170479"/>
                  <a:gd name="connsiteX1" fmla="*/ 27 w 1734940"/>
                  <a:gd name="connsiteY1" fmla="*/ 1079502 h 1170479"/>
                  <a:gd name="connsiteX2" fmla="*/ 35719 w 1734940"/>
                  <a:gd name="connsiteY2" fmla="*/ 535679 h 1170479"/>
                  <a:gd name="connsiteX3" fmla="*/ 124968 w 1734940"/>
                  <a:gd name="connsiteY3" fmla="*/ 69074 h 1170479"/>
                  <a:gd name="connsiteX4" fmla="*/ 646598 w 1734940"/>
                  <a:gd name="connsiteY4" fmla="*/ 87195 h 1170479"/>
                  <a:gd name="connsiteX5" fmla="*/ 1151720 w 1734940"/>
                  <a:gd name="connsiteY5" fmla="*/ 0 h 1170479"/>
                  <a:gd name="connsiteX6" fmla="*/ 1469283 w 1734940"/>
                  <a:gd name="connsiteY6" fmla="*/ 451639 h 1170479"/>
                  <a:gd name="connsiteX7" fmla="*/ 1649506 w 1734940"/>
                  <a:gd name="connsiteY7" fmla="*/ 877966 h 1170479"/>
                  <a:gd name="connsiteX8" fmla="*/ 1734720 w 1734940"/>
                  <a:gd name="connsiteY8" fmla="*/ 1167504 h 1170479"/>
                  <a:gd name="connsiteX9" fmla="*/ 283 w 1734940"/>
                  <a:gd name="connsiteY9" fmla="*/ 1167320 h 11704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734940" h="1170479">
                    <a:moveTo>
                      <a:pt x="283" y="1167320"/>
                    </a:moveTo>
                    <a:cubicBezTo>
                      <a:pt x="174" y="1138047"/>
                      <a:pt x="-83" y="1108774"/>
                      <a:pt x="27" y="1079502"/>
                    </a:cubicBezTo>
                    <a:cubicBezTo>
                      <a:pt x="724" y="897481"/>
                      <a:pt x="11912" y="716232"/>
                      <a:pt x="35719" y="535679"/>
                    </a:cubicBezTo>
                    <a:cubicBezTo>
                      <a:pt x="55821" y="383225"/>
                      <a:pt x="123611" y="73769"/>
                      <a:pt x="124968" y="69074"/>
                    </a:cubicBezTo>
                    <a:cubicBezTo>
                      <a:pt x="131975" y="62067"/>
                      <a:pt x="586218" y="88112"/>
                      <a:pt x="646598" y="87195"/>
                    </a:cubicBezTo>
                    <a:cubicBezTo>
                      <a:pt x="655108" y="90020"/>
                      <a:pt x="1101685" y="13719"/>
                      <a:pt x="1151720" y="0"/>
                    </a:cubicBezTo>
                    <a:cubicBezTo>
                      <a:pt x="1313124" y="179746"/>
                      <a:pt x="1430179" y="370863"/>
                      <a:pt x="1469283" y="451639"/>
                    </a:cubicBezTo>
                    <a:cubicBezTo>
                      <a:pt x="1536559" y="590667"/>
                      <a:pt x="1597343" y="732519"/>
                      <a:pt x="1649506" y="877966"/>
                    </a:cubicBezTo>
                    <a:cubicBezTo>
                      <a:pt x="1680649" y="964721"/>
                      <a:pt x="1738975" y="1158626"/>
                      <a:pt x="1734720" y="1167504"/>
                    </a:cubicBezTo>
                    <a:cubicBezTo>
                      <a:pt x="1728557" y="1171465"/>
                      <a:pt x="6410" y="1171539"/>
                      <a:pt x="283" y="116732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366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6" name="자유형: 도형 15">
                <a:extLst>
                  <a:ext uri="{FF2B5EF4-FFF2-40B4-BE49-F238E27FC236}">
                    <a16:creationId xmlns:a16="http://schemas.microsoft.com/office/drawing/2014/main" id="{1E10310C-D47D-4A4D-86D5-3058798B835C}"/>
                  </a:ext>
                </a:extLst>
              </p:cNvPr>
              <p:cNvSpPr/>
              <p:nvPr/>
            </p:nvSpPr>
            <p:spPr>
              <a:xfrm>
                <a:off x="8339708" y="390184"/>
                <a:ext cx="1625541" cy="1373519"/>
              </a:xfrm>
              <a:custGeom>
                <a:avLst/>
                <a:gdLst>
                  <a:gd name="connsiteX0" fmla="*/ 159808 w 1625541"/>
                  <a:gd name="connsiteY0" fmla="*/ 1084449 h 1373519"/>
                  <a:gd name="connsiteX1" fmla="*/ 242822 w 1625541"/>
                  <a:gd name="connsiteY1" fmla="*/ 1197469 h 1373519"/>
                  <a:gd name="connsiteX2" fmla="*/ 159808 w 1625541"/>
                  <a:gd name="connsiteY2" fmla="*/ 1084449 h 1373519"/>
                  <a:gd name="connsiteX3" fmla="*/ 1457389 w 1625541"/>
                  <a:gd name="connsiteY3" fmla="*/ 985808 h 1373519"/>
                  <a:gd name="connsiteX4" fmla="*/ 1398843 w 1625541"/>
                  <a:gd name="connsiteY4" fmla="*/ 1056790 h 1373519"/>
                  <a:gd name="connsiteX5" fmla="*/ 1375659 w 1625541"/>
                  <a:gd name="connsiteY5" fmla="*/ 1140573 h 1373519"/>
                  <a:gd name="connsiteX6" fmla="*/ 1457902 w 1625541"/>
                  <a:gd name="connsiteY6" fmla="*/ 1070619 h 1373519"/>
                  <a:gd name="connsiteX7" fmla="*/ 1457205 w 1625541"/>
                  <a:gd name="connsiteY7" fmla="*/ 1067024 h 1373519"/>
                  <a:gd name="connsiteX8" fmla="*/ 1453684 w 1625541"/>
                  <a:gd name="connsiteY8" fmla="*/ 1034340 h 1373519"/>
                  <a:gd name="connsiteX9" fmla="*/ 1480499 w 1625541"/>
                  <a:gd name="connsiteY9" fmla="*/ 997767 h 1373519"/>
                  <a:gd name="connsiteX10" fmla="*/ 1502435 w 1625541"/>
                  <a:gd name="connsiteY10" fmla="*/ 992008 h 1373519"/>
                  <a:gd name="connsiteX11" fmla="*/ 1457389 w 1625541"/>
                  <a:gd name="connsiteY11" fmla="*/ 985808 h 1373519"/>
                  <a:gd name="connsiteX12" fmla="*/ 79457 w 1625541"/>
                  <a:gd name="connsiteY12" fmla="*/ 882109 h 1373519"/>
                  <a:gd name="connsiteX13" fmla="*/ 66180 w 1625541"/>
                  <a:gd name="connsiteY13" fmla="*/ 891190 h 1373519"/>
                  <a:gd name="connsiteX14" fmla="*/ 52145 w 1625541"/>
                  <a:gd name="connsiteY14" fmla="*/ 902759 h 1373519"/>
                  <a:gd name="connsiteX15" fmla="*/ 43231 w 1625541"/>
                  <a:gd name="connsiteY15" fmla="*/ 985955 h 1373519"/>
                  <a:gd name="connsiteX16" fmla="*/ 28521 w 1625541"/>
                  <a:gd name="connsiteY16" fmla="*/ 928363 h 1373519"/>
                  <a:gd name="connsiteX17" fmla="*/ 47738 w 1625541"/>
                  <a:gd name="connsiteY17" fmla="*/ 896954 h 1373519"/>
                  <a:gd name="connsiteX18" fmla="*/ 216484 w 1625541"/>
                  <a:gd name="connsiteY18" fmla="*/ 273429 h 1373519"/>
                  <a:gd name="connsiteX19" fmla="*/ 185519 w 1625541"/>
                  <a:gd name="connsiteY19" fmla="*/ 306943 h 1373519"/>
                  <a:gd name="connsiteX20" fmla="*/ 169050 w 1625541"/>
                  <a:gd name="connsiteY20" fmla="*/ 348907 h 1373519"/>
                  <a:gd name="connsiteX21" fmla="*/ 161386 w 1625541"/>
                  <a:gd name="connsiteY21" fmla="*/ 353769 h 1373519"/>
                  <a:gd name="connsiteX22" fmla="*/ 158745 w 1625541"/>
                  <a:gd name="connsiteY22" fmla="*/ 345107 h 1373519"/>
                  <a:gd name="connsiteX23" fmla="*/ 188054 w 1625541"/>
                  <a:gd name="connsiteY23" fmla="*/ 285461 h 1373519"/>
                  <a:gd name="connsiteX24" fmla="*/ 216484 w 1625541"/>
                  <a:gd name="connsiteY24" fmla="*/ 273429 h 1373519"/>
                  <a:gd name="connsiteX25" fmla="*/ 1080854 w 1625541"/>
                  <a:gd name="connsiteY25" fmla="*/ 12696 h 1373519"/>
                  <a:gd name="connsiteX26" fmla="*/ 1045294 w 1625541"/>
                  <a:gd name="connsiteY26" fmla="*/ 24425 h 1373519"/>
                  <a:gd name="connsiteX27" fmla="*/ 1080106 w 1625541"/>
                  <a:gd name="connsiteY27" fmla="*/ 62466 h 1373519"/>
                  <a:gd name="connsiteX28" fmla="*/ 1124529 w 1625541"/>
                  <a:gd name="connsiteY28" fmla="*/ 67234 h 1373519"/>
                  <a:gd name="connsiteX29" fmla="*/ 1121044 w 1625541"/>
                  <a:gd name="connsiteY29" fmla="*/ 29158 h 1373519"/>
                  <a:gd name="connsiteX30" fmla="*/ 1115175 w 1625541"/>
                  <a:gd name="connsiteY30" fmla="*/ 22811 h 1373519"/>
                  <a:gd name="connsiteX31" fmla="*/ 1115285 w 1625541"/>
                  <a:gd name="connsiteY31" fmla="*/ 22848 h 1373519"/>
                  <a:gd name="connsiteX32" fmla="*/ 1114955 w 1625541"/>
                  <a:gd name="connsiteY32" fmla="*/ 22555 h 1373519"/>
                  <a:gd name="connsiteX33" fmla="*/ 1115175 w 1625541"/>
                  <a:gd name="connsiteY33" fmla="*/ 22811 h 1373519"/>
                  <a:gd name="connsiteX34" fmla="*/ 1080854 w 1625541"/>
                  <a:gd name="connsiteY34" fmla="*/ 12696 h 1373519"/>
                  <a:gd name="connsiteX35" fmla="*/ 1076438 w 1625541"/>
                  <a:gd name="connsiteY35" fmla="*/ 518 h 1373519"/>
                  <a:gd name="connsiteX36" fmla="*/ 1114991 w 1625541"/>
                  <a:gd name="connsiteY36" fmla="*/ 22518 h 1373519"/>
                  <a:gd name="connsiteX37" fmla="*/ 1226434 w 1625541"/>
                  <a:gd name="connsiteY37" fmla="*/ 47205 h 1373519"/>
                  <a:gd name="connsiteX38" fmla="*/ 1293197 w 1625541"/>
                  <a:gd name="connsiteY38" fmla="*/ 100102 h 1373519"/>
                  <a:gd name="connsiteX39" fmla="*/ 1325661 w 1625541"/>
                  <a:gd name="connsiteY39" fmla="*/ 185316 h 1373519"/>
                  <a:gd name="connsiteX40" fmla="*/ 1405849 w 1625541"/>
                  <a:gd name="connsiteY40" fmla="*/ 235572 h 1373519"/>
                  <a:gd name="connsiteX41" fmla="*/ 1490403 w 1625541"/>
                  <a:gd name="connsiteY41" fmla="*/ 257361 h 1373519"/>
                  <a:gd name="connsiteX42" fmla="*/ 1511496 w 1625541"/>
                  <a:gd name="connsiteY42" fmla="*/ 313009 h 1373519"/>
                  <a:gd name="connsiteX43" fmla="*/ 1511679 w 1625541"/>
                  <a:gd name="connsiteY43" fmla="*/ 369427 h 1373519"/>
                  <a:gd name="connsiteX44" fmla="*/ 1498400 w 1625541"/>
                  <a:gd name="connsiteY44" fmla="*/ 370821 h 1373519"/>
                  <a:gd name="connsiteX45" fmla="*/ 1477711 w 1625541"/>
                  <a:gd name="connsiteY45" fmla="*/ 394078 h 1373519"/>
                  <a:gd name="connsiteX46" fmla="*/ 1487982 w 1625541"/>
                  <a:gd name="connsiteY46" fmla="*/ 412566 h 1373519"/>
                  <a:gd name="connsiteX47" fmla="*/ 1564832 w 1625541"/>
                  <a:gd name="connsiteY47" fmla="*/ 495433 h 1373519"/>
                  <a:gd name="connsiteX48" fmla="*/ 1516815 w 1625541"/>
                  <a:gd name="connsiteY48" fmla="*/ 376837 h 1373519"/>
                  <a:gd name="connsiteX49" fmla="*/ 1569455 w 1625541"/>
                  <a:gd name="connsiteY49" fmla="*/ 509812 h 1373519"/>
                  <a:gd name="connsiteX50" fmla="*/ 1558853 w 1625541"/>
                  <a:gd name="connsiteY50" fmla="*/ 571733 h 1373519"/>
                  <a:gd name="connsiteX51" fmla="*/ 1552104 w 1625541"/>
                  <a:gd name="connsiteY51" fmla="*/ 584755 h 1373519"/>
                  <a:gd name="connsiteX52" fmla="*/ 1544951 w 1625541"/>
                  <a:gd name="connsiteY52" fmla="*/ 612231 h 1373519"/>
                  <a:gd name="connsiteX53" fmla="*/ 1567950 w 1625541"/>
                  <a:gd name="connsiteY53" fmla="*/ 635928 h 1373519"/>
                  <a:gd name="connsiteX54" fmla="*/ 1590621 w 1625541"/>
                  <a:gd name="connsiteY54" fmla="*/ 661973 h 1373519"/>
                  <a:gd name="connsiteX55" fmla="*/ 1572463 w 1625541"/>
                  <a:gd name="connsiteY55" fmla="*/ 595650 h 1373519"/>
                  <a:gd name="connsiteX56" fmla="*/ 1596233 w 1625541"/>
                  <a:gd name="connsiteY56" fmla="*/ 652655 h 1373519"/>
                  <a:gd name="connsiteX57" fmla="*/ 1602653 w 1625541"/>
                  <a:gd name="connsiteY57" fmla="*/ 681304 h 1373519"/>
                  <a:gd name="connsiteX58" fmla="*/ 1591244 w 1625541"/>
                  <a:gd name="connsiteY58" fmla="*/ 824404 h 1373519"/>
                  <a:gd name="connsiteX59" fmla="*/ 1586989 w 1625541"/>
                  <a:gd name="connsiteY59" fmla="*/ 840728 h 1373519"/>
                  <a:gd name="connsiteX60" fmla="*/ 1592015 w 1625541"/>
                  <a:gd name="connsiteY60" fmla="*/ 920953 h 1373519"/>
                  <a:gd name="connsiteX61" fmla="*/ 1536550 w 1625541"/>
                  <a:gd name="connsiteY61" fmla="*/ 987312 h 1373519"/>
                  <a:gd name="connsiteX62" fmla="*/ 1486882 w 1625541"/>
                  <a:gd name="connsiteY62" fmla="*/ 1005507 h 1373519"/>
                  <a:gd name="connsiteX63" fmla="*/ 1473052 w 1625541"/>
                  <a:gd name="connsiteY63" fmla="*/ 1031222 h 1373519"/>
                  <a:gd name="connsiteX64" fmla="*/ 1471768 w 1625541"/>
                  <a:gd name="connsiteY64" fmla="*/ 1118893 h 1373519"/>
                  <a:gd name="connsiteX65" fmla="*/ 1424227 w 1625541"/>
                  <a:gd name="connsiteY65" fmla="*/ 1159465 h 1373519"/>
                  <a:gd name="connsiteX66" fmla="*/ 1367773 w 1625541"/>
                  <a:gd name="connsiteY66" fmla="*/ 1143398 h 1373519"/>
                  <a:gd name="connsiteX67" fmla="*/ 1362014 w 1625541"/>
                  <a:gd name="connsiteY67" fmla="*/ 1141417 h 1373519"/>
                  <a:gd name="connsiteX68" fmla="*/ 1313482 w 1625541"/>
                  <a:gd name="connsiteY68" fmla="*/ 1154843 h 1373519"/>
                  <a:gd name="connsiteX69" fmla="*/ 1240007 w 1625541"/>
                  <a:gd name="connsiteY69" fmla="*/ 1211077 h 1373519"/>
                  <a:gd name="connsiteX70" fmla="*/ 1159231 w 1625541"/>
                  <a:gd name="connsiteY70" fmla="*/ 1302014 h 1373519"/>
                  <a:gd name="connsiteX71" fmla="*/ 1151381 w 1625541"/>
                  <a:gd name="connsiteY71" fmla="*/ 1313496 h 1373519"/>
                  <a:gd name="connsiteX72" fmla="*/ 1075484 w 1625541"/>
                  <a:gd name="connsiteY72" fmla="*/ 1334992 h 1373519"/>
                  <a:gd name="connsiteX73" fmla="*/ 1057986 w 1625541"/>
                  <a:gd name="connsiteY73" fmla="*/ 1318485 h 1373519"/>
                  <a:gd name="connsiteX74" fmla="*/ 863971 w 1625541"/>
                  <a:gd name="connsiteY74" fmla="*/ 1357662 h 1373519"/>
                  <a:gd name="connsiteX75" fmla="*/ 832240 w 1625541"/>
                  <a:gd name="connsiteY75" fmla="*/ 1356635 h 1373519"/>
                  <a:gd name="connsiteX76" fmla="*/ 825051 w 1625541"/>
                  <a:gd name="connsiteY76" fmla="*/ 1363054 h 1373519"/>
                  <a:gd name="connsiteX77" fmla="*/ 748347 w 1625541"/>
                  <a:gd name="connsiteY77" fmla="*/ 1368740 h 1373519"/>
                  <a:gd name="connsiteX78" fmla="*/ 554662 w 1625541"/>
                  <a:gd name="connsiteY78" fmla="*/ 1310855 h 1373519"/>
                  <a:gd name="connsiteX79" fmla="*/ 504113 w 1625541"/>
                  <a:gd name="connsiteY79" fmla="*/ 1251428 h 1373519"/>
                  <a:gd name="connsiteX80" fmla="*/ 477444 w 1625541"/>
                  <a:gd name="connsiteY80" fmla="*/ 1241047 h 1373519"/>
                  <a:gd name="connsiteX81" fmla="*/ 399016 w 1625541"/>
                  <a:gd name="connsiteY81" fmla="*/ 1257738 h 1373519"/>
                  <a:gd name="connsiteX82" fmla="*/ 300377 w 1625541"/>
                  <a:gd name="connsiteY82" fmla="*/ 1210784 h 1373519"/>
                  <a:gd name="connsiteX83" fmla="*/ 268096 w 1625541"/>
                  <a:gd name="connsiteY83" fmla="*/ 1180117 h 1373519"/>
                  <a:gd name="connsiteX84" fmla="*/ 214759 w 1625541"/>
                  <a:gd name="connsiteY84" fmla="*/ 1133750 h 1373519"/>
                  <a:gd name="connsiteX85" fmla="*/ 197371 w 1625541"/>
                  <a:gd name="connsiteY85" fmla="*/ 1085659 h 1373519"/>
                  <a:gd name="connsiteX86" fmla="*/ 125473 w 1625541"/>
                  <a:gd name="connsiteY86" fmla="*/ 1036651 h 1373519"/>
                  <a:gd name="connsiteX87" fmla="*/ 55922 w 1625541"/>
                  <a:gd name="connsiteY87" fmla="*/ 1000115 h 1373519"/>
                  <a:gd name="connsiteX88" fmla="*/ 106104 w 1625541"/>
                  <a:gd name="connsiteY88" fmla="*/ 1018456 h 1373519"/>
                  <a:gd name="connsiteX89" fmla="*/ 159551 w 1625541"/>
                  <a:gd name="connsiteY89" fmla="*/ 1004406 h 1373519"/>
                  <a:gd name="connsiteX90" fmla="*/ 167071 w 1625541"/>
                  <a:gd name="connsiteY90" fmla="*/ 992595 h 1373519"/>
                  <a:gd name="connsiteX91" fmla="*/ 155333 w 1625541"/>
                  <a:gd name="connsiteY91" fmla="*/ 985662 h 1373519"/>
                  <a:gd name="connsiteX92" fmla="*/ 124556 w 1625541"/>
                  <a:gd name="connsiteY92" fmla="*/ 981296 h 1373519"/>
                  <a:gd name="connsiteX93" fmla="*/ 78372 w 1625541"/>
                  <a:gd name="connsiteY93" fmla="*/ 911709 h 1373519"/>
                  <a:gd name="connsiteX94" fmla="*/ 83604 w 1625541"/>
                  <a:gd name="connsiteY94" fmla="*/ 896738 h 1373519"/>
                  <a:gd name="connsiteX95" fmla="*/ 81210 w 1625541"/>
                  <a:gd name="connsiteY95" fmla="*/ 881289 h 1373519"/>
                  <a:gd name="connsiteX96" fmla="*/ 79457 w 1625541"/>
                  <a:gd name="connsiteY96" fmla="*/ 882109 h 1373519"/>
                  <a:gd name="connsiteX97" fmla="*/ 81124 w 1625541"/>
                  <a:gd name="connsiteY97" fmla="*/ 880969 h 1373519"/>
                  <a:gd name="connsiteX98" fmla="*/ 81168 w 1625541"/>
                  <a:gd name="connsiteY98" fmla="*/ 881020 h 1373519"/>
                  <a:gd name="connsiteX99" fmla="*/ 81160 w 1625541"/>
                  <a:gd name="connsiteY99" fmla="*/ 880969 h 1373519"/>
                  <a:gd name="connsiteX100" fmla="*/ 81417 w 1625541"/>
                  <a:gd name="connsiteY100" fmla="*/ 881262 h 1373519"/>
                  <a:gd name="connsiteX101" fmla="*/ 98254 w 1625541"/>
                  <a:gd name="connsiteY101" fmla="*/ 849825 h 1373519"/>
                  <a:gd name="connsiteX102" fmla="*/ 88240 w 1625541"/>
                  <a:gd name="connsiteY102" fmla="*/ 837060 h 1373519"/>
                  <a:gd name="connsiteX103" fmla="*/ 38792 w 1625541"/>
                  <a:gd name="connsiteY103" fmla="*/ 779761 h 1373519"/>
                  <a:gd name="connsiteX104" fmla="*/ 46128 w 1625541"/>
                  <a:gd name="connsiteY104" fmla="*/ 698325 h 1373519"/>
                  <a:gd name="connsiteX105" fmla="*/ 41579 w 1625541"/>
                  <a:gd name="connsiteY105" fmla="*/ 662303 h 1373519"/>
                  <a:gd name="connsiteX106" fmla="*/ 2585 w 1625541"/>
                  <a:gd name="connsiteY106" fmla="*/ 594843 h 1373519"/>
                  <a:gd name="connsiteX107" fmla="*/ 6767 w 1625541"/>
                  <a:gd name="connsiteY107" fmla="*/ 551264 h 1373519"/>
                  <a:gd name="connsiteX108" fmla="*/ 58160 w 1625541"/>
                  <a:gd name="connsiteY108" fmla="*/ 669382 h 1373519"/>
                  <a:gd name="connsiteX109" fmla="*/ 64543 w 1625541"/>
                  <a:gd name="connsiteY109" fmla="*/ 644585 h 1373519"/>
                  <a:gd name="connsiteX110" fmla="*/ 68651 w 1625541"/>
                  <a:gd name="connsiteY110" fmla="*/ 544808 h 1373519"/>
                  <a:gd name="connsiteX111" fmla="*/ 57463 w 1625541"/>
                  <a:gd name="connsiteY111" fmla="*/ 523055 h 1373519"/>
                  <a:gd name="connsiteX112" fmla="*/ 105114 w 1625541"/>
                  <a:gd name="connsiteY112" fmla="*/ 509299 h 1373519"/>
                  <a:gd name="connsiteX113" fmla="*/ 164943 w 1625541"/>
                  <a:gd name="connsiteY113" fmla="*/ 421407 h 1373519"/>
                  <a:gd name="connsiteX114" fmla="*/ 169236 w 1625541"/>
                  <a:gd name="connsiteY114" fmla="*/ 348775 h 1373519"/>
                  <a:gd name="connsiteX115" fmla="*/ 169185 w 1625541"/>
                  <a:gd name="connsiteY115" fmla="*/ 348833 h 1373519"/>
                  <a:gd name="connsiteX116" fmla="*/ 168943 w 1625541"/>
                  <a:gd name="connsiteY116" fmla="*/ 349179 h 1373519"/>
                  <a:gd name="connsiteX117" fmla="*/ 168996 w 1625541"/>
                  <a:gd name="connsiteY117" fmla="*/ 349045 h 1373519"/>
                  <a:gd name="connsiteX118" fmla="*/ 168942 w 1625541"/>
                  <a:gd name="connsiteY118" fmla="*/ 349105 h 1373519"/>
                  <a:gd name="connsiteX119" fmla="*/ 169011 w 1625541"/>
                  <a:gd name="connsiteY119" fmla="*/ 349005 h 1373519"/>
                  <a:gd name="connsiteX120" fmla="*/ 169050 w 1625541"/>
                  <a:gd name="connsiteY120" fmla="*/ 348907 h 1373519"/>
                  <a:gd name="connsiteX121" fmla="*/ 169103 w 1625541"/>
                  <a:gd name="connsiteY121" fmla="*/ 348873 h 1373519"/>
                  <a:gd name="connsiteX122" fmla="*/ 194890 w 1625541"/>
                  <a:gd name="connsiteY122" fmla="*/ 311725 h 1373519"/>
                  <a:gd name="connsiteX123" fmla="*/ 229946 w 1625541"/>
                  <a:gd name="connsiteY123" fmla="*/ 282599 h 1373519"/>
                  <a:gd name="connsiteX124" fmla="*/ 233137 w 1625541"/>
                  <a:gd name="connsiteY124" fmla="*/ 270053 h 1373519"/>
                  <a:gd name="connsiteX125" fmla="*/ 240914 w 1625541"/>
                  <a:gd name="connsiteY125" fmla="*/ 265505 h 1373519"/>
                  <a:gd name="connsiteX126" fmla="*/ 297075 w 1625541"/>
                  <a:gd name="connsiteY126" fmla="*/ 257398 h 1373519"/>
                  <a:gd name="connsiteX127" fmla="*/ 353310 w 1625541"/>
                  <a:gd name="connsiteY127" fmla="*/ 151091 h 1373519"/>
                  <a:gd name="connsiteX128" fmla="*/ 349531 w 1625541"/>
                  <a:gd name="connsiteY128" fmla="*/ 145552 h 1373519"/>
                  <a:gd name="connsiteX129" fmla="*/ 341425 w 1625541"/>
                  <a:gd name="connsiteY129" fmla="*/ 151385 h 1373519"/>
                  <a:gd name="connsiteX130" fmla="*/ 316223 w 1625541"/>
                  <a:gd name="connsiteY130" fmla="*/ 206225 h 1373519"/>
                  <a:gd name="connsiteX131" fmla="*/ 302247 w 1625541"/>
                  <a:gd name="connsiteY131" fmla="*/ 232527 h 1373519"/>
                  <a:gd name="connsiteX132" fmla="*/ 365415 w 1625541"/>
                  <a:gd name="connsiteY132" fmla="*/ 114849 h 1373519"/>
                  <a:gd name="connsiteX133" fmla="*/ 441458 w 1625541"/>
                  <a:gd name="connsiteY133" fmla="*/ 108869 h 1373519"/>
                  <a:gd name="connsiteX134" fmla="*/ 518566 w 1625541"/>
                  <a:gd name="connsiteY134" fmla="*/ 129008 h 1373519"/>
                  <a:gd name="connsiteX135" fmla="*/ 640610 w 1625541"/>
                  <a:gd name="connsiteY135" fmla="*/ 50177 h 1373519"/>
                  <a:gd name="connsiteX136" fmla="*/ 519996 w 1625541"/>
                  <a:gd name="connsiteY136" fmla="*/ 109493 h 1373519"/>
                  <a:gd name="connsiteX137" fmla="*/ 525242 w 1625541"/>
                  <a:gd name="connsiteY137" fmla="*/ 99002 h 1373519"/>
                  <a:gd name="connsiteX138" fmla="*/ 600479 w 1625541"/>
                  <a:gd name="connsiteY138" fmla="*/ 51351 h 1373519"/>
                  <a:gd name="connsiteX139" fmla="*/ 705721 w 1625541"/>
                  <a:gd name="connsiteY139" fmla="*/ 72847 h 1373519"/>
                  <a:gd name="connsiteX140" fmla="*/ 796585 w 1625541"/>
                  <a:gd name="connsiteY140" fmla="*/ 59934 h 1373519"/>
                  <a:gd name="connsiteX141" fmla="*/ 909935 w 1625541"/>
                  <a:gd name="connsiteY141" fmla="*/ 16759 h 1373519"/>
                  <a:gd name="connsiteX142" fmla="*/ 979412 w 1625541"/>
                  <a:gd name="connsiteY142" fmla="*/ 49296 h 1373519"/>
                  <a:gd name="connsiteX143" fmla="*/ 999734 w 1625541"/>
                  <a:gd name="connsiteY143" fmla="*/ 47976 h 1373519"/>
                  <a:gd name="connsiteX144" fmla="*/ 1043056 w 1625541"/>
                  <a:gd name="connsiteY144" fmla="*/ 12027 h 1373519"/>
                  <a:gd name="connsiteX145" fmla="*/ 1076438 w 1625541"/>
                  <a:gd name="connsiteY145" fmla="*/ 518 h 13735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</a:cxnLst>
                <a:rect l="l" t="t" r="r" b="b"/>
                <a:pathLst>
                  <a:path w="1625541" h="1373519">
                    <a:moveTo>
                      <a:pt x="159808" y="1084449"/>
                    </a:moveTo>
                    <a:cubicBezTo>
                      <a:pt x="171547" y="1136135"/>
                      <a:pt x="195684" y="1174615"/>
                      <a:pt x="242822" y="1197469"/>
                    </a:cubicBezTo>
                    <a:cubicBezTo>
                      <a:pt x="185156" y="1193030"/>
                      <a:pt x="146456" y="1141417"/>
                      <a:pt x="159808" y="1084449"/>
                    </a:cubicBezTo>
                    <a:close/>
                    <a:moveTo>
                      <a:pt x="1457389" y="985808"/>
                    </a:moveTo>
                    <a:cubicBezTo>
                      <a:pt x="1409077" y="985221"/>
                      <a:pt x="1388278" y="1009542"/>
                      <a:pt x="1398843" y="1056790"/>
                    </a:cubicBezTo>
                    <a:cubicBezTo>
                      <a:pt x="1406033" y="1088850"/>
                      <a:pt x="1399686" y="1115629"/>
                      <a:pt x="1375659" y="1140573"/>
                    </a:cubicBezTo>
                    <a:cubicBezTo>
                      <a:pt x="1445687" y="1153632"/>
                      <a:pt x="1464579" y="1146589"/>
                      <a:pt x="1457902" y="1070619"/>
                    </a:cubicBezTo>
                    <a:cubicBezTo>
                      <a:pt x="1457792" y="1069408"/>
                      <a:pt x="1457352" y="1068235"/>
                      <a:pt x="1457205" y="1067024"/>
                    </a:cubicBezTo>
                    <a:cubicBezTo>
                      <a:pt x="1455958" y="1056129"/>
                      <a:pt x="1454051" y="1045271"/>
                      <a:pt x="1453684" y="1034340"/>
                    </a:cubicBezTo>
                    <a:cubicBezTo>
                      <a:pt x="1453023" y="1015448"/>
                      <a:pt x="1462451" y="1003233"/>
                      <a:pt x="1480499" y="997767"/>
                    </a:cubicBezTo>
                    <a:cubicBezTo>
                      <a:pt x="1486771" y="995896"/>
                      <a:pt x="1493191" y="994429"/>
                      <a:pt x="1502435" y="992008"/>
                    </a:cubicBezTo>
                    <a:cubicBezTo>
                      <a:pt x="1486148" y="985368"/>
                      <a:pt x="1471512" y="985992"/>
                      <a:pt x="1457389" y="985808"/>
                    </a:cubicBezTo>
                    <a:close/>
                    <a:moveTo>
                      <a:pt x="79457" y="882109"/>
                    </a:moveTo>
                    <a:lnTo>
                      <a:pt x="66180" y="891190"/>
                    </a:lnTo>
                    <a:cubicBezTo>
                      <a:pt x="61105" y="894468"/>
                      <a:pt x="56180" y="897972"/>
                      <a:pt x="52145" y="902759"/>
                    </a:cubicBezTo>
                    <a:cubicBezTo>
                      <a:pt x="30539" y="928437"/>
                      <a:pt x="27934" y="956022"/>
                      <a:pt x="43231" y="985955"/>
                    </a:cubicBezTo>
                    <a:cubicBezTo>
                      <a:pt x="26650" y="969448"/>
                      <a:pt x="21258" y="949969"/>
                      <a:pt x="28521" y="928363"/>
                    </a:cubicBezTo>
                    <a:cubicBezTo>
                      <a:pt x="32795" y="915726"/>
                      <a:pt x="39068" y="905033"/>
                      <a:pt x="47738" y="896954"/>
                    </a:cubicBezTo>
                    <a:close/>
                    <a:moveTo>
                      <a:pt x="216484" y="273429"/>
                    </a:moveTo>
                    <a:cubicBezTo>
                      <a:pt x="204214" y="283461"/>
                      <a:pt x="193667" y="294475"/>
                      <a:pt x="185519" y="306943"/>
                    </a:cubicBezTo>
                    <a:lnTo>
                      <a:pt x="169050" y="348907"/>
                    </a:lnTo>
                    <a:lnTo>
                      <a:pt x="161386" y="353769"/>
                    </a:lnTo>
                    <a:cubicBezTo>
                      <a:pt x="159653" y="352975"/>
                      <a:pt x="158782" y="349912"/>
                      <a:pt x="158745" y="345107"/>
                    </a:cubicBezTo>
                    <a:cubicBezTo>
                      <a:pt x="158598" y="320456"/>
                      <a:pt x="167769" y="300134"/>
                      <a:pt x="188054" y="285461"/>
                    </a:cubicBezTo>
                    <a:cubicBezTo>
                      <a:pt x="196418" y="279408"/>
                      <a:pt x="205846" y="275483"/>
                      <a:pt x="216484" y="273429"/>
                    </a:cubicBezTo>
                    <a:close/>
                    <a:moveTo>
                      <a:pt x="1080854" y="12696"/>
                    </a:moveTo>
                    <a:cubicBezTo>
                      <a:pt x="1069285" y="12256"/>
                      <a:pt x="1057510" y="15457"/>
                      <a:pt x="1045294" y="24425"/>
                    </a:cubicBezTo>
                    <a:cubicBezTo>
                      <a:pt x="1065726" y="30221"/>
                      <a:pt x="1070165" y="48599"/>
                      <a:pt x="1080106" y="62466"/>
                    </a:cubicBezTo>
                    <a:cubicBezTo>
                      <a:pt x="1091074" y="77799"/>
                      <a:pt x="1109893" y="79560"/>
                      <a:pt x="1124529" y="67234"/>
                    </a:cubicBezTo>
                    <a:cubicBezTo>
                      <a:pt x="1137955" y="55936"/>
                      <a:pt x="1136928" y="44711"/>
                      <a:pt x="1121044" y="29158"/>
                    </a:cubicBezTo>
                    <a:cubicBezTo>
                      <a:pt x="1118990" y="27140"/>
                      <a:pt x="1117119" y="24939"/>
                      <a:pt x="1115175" y="22811"/>
                    </a:cubicBezTo>
                    <a:cubicBezTo>
                      <a:pt x="1115212" y="22848"/>
                      <a:pt x="1115248" y="22848"/>
                      <a:pt x="1115285" y="22848"/>
                    </a:cubicBezTo>
                    <a:cubicBezTo>
                      <a:pt x="1115285" y="22848"/>
                      <a:pt x="1114955" y="22555"/>
                      <a:pt x="1114955" y="22555"/>
                    </a:cubicBezTo>
                    <a:cubicBezTo>
                      <a:pt x="1115028" y="22665"/>
                      <a:pt x="1115101" y="22738"/>
                      <a:pt x="1115175" y="22811"/>
                    </a:cubicBezTo>
                    <a:cubicBezTo>
                      <a:pt x="1103785" y="17217"/>
                      <a:pt x="1092422" y="13136"/>
                      <a:pt x="1080854" y="12696"/>
                    </a:cubicBezTo>
                    <a:close/>
                    <a:moveTo>
                      <a:pt x="1076438" y="518"/>
                    </a:moveTo>
                    <a:cubicBezTo>
                      <a:pt x="1088800" y="2489"/>
                      <a:pt x="1102024" y="10046"/>
                      <a:pt x="1114991" y="22518"/>
                    </a:cubicBezTo>
                    <a:cubicBezTo>
                      <a:pt x="1149033" y="44821"/>
                      <a:pt x="1185569" y="51901"/>
                      <a:pt x="1226434" y="47205"/>
                    </a:cubicBezTo>
                    <a:cubicBezTo>
                      <a:pt x="1255266" y="43867"/>
                      <a:pt x="1286080" y="71306"/>
                      <a:pt x="1293197" y="100102"/>
                    </a:cubicBezTo>
                    <a:cubicBezTo>
                      <a:pt x="1300570" y="129852"/>
                      <a:pt x="1309557" y="158941"/>
                      <a:pt x="1325661" y="185316"/>
                    </a:cubicBezTo>
                    <a:cubicBezTo>
                      <a:pt x="1344002" y="215359"/>
                      <a:pt x="1369423" y="233334"/>
                      <a:pt x="1405849" y="235572"/>
                    </a:cubicBezTo>
                    <a:cubicBezTo>
                      <a:pt x="1435159" y="237406"/>
                      <a:pt x="1464065" y="243348"/>
                      <a:pt x="1490403" y="257361"/>
                    </a:cubicBezTo>
                    <a:cubicBezTo>
                      <a:pt x="1516008" y="270971"/>
                      <a:pt x="1521730" y="285754"/>
                      <a:pt x="1511496" y="313009"/>
                    </a:cubicBezTo>
                    <a:cubicBezTo>
                      <a:pt x="1504489" y="331681"/>
                      <a:pt x="1505773" y="349985"/>
                      <a:pt x="1511679" y="369427"/>
                    </a:cubicBezTo>
                    <a:cubicBezTo>
                      <a:pt x="1506654" y="369941"/>
                      <a:pt x="1502472" y="370087"/>
                      <a:pt x="1498400" y="370821"/>
                    </a:cubicBezTo>
                    <a:cubicBezTo>
                      <a:pt x="1485451" y="373132"/>
                      <a:pt x="1481966" y="383770"/>
                      <a:pt x="1477711" y="394078"/>
                    </a:cubicBezTo>
                    <a:cubicBezTo>
                      <a:pt x="1473236" y="405009"/>
                      <a:pt x="1482186" y="407907"/>
                      <a:pt x="1487982" y="412566"/>
                    </a:cubicBezTo>
                    <a:cubicBezTo>
                      <a:pt x="1516962" y="435823"/>
                      <a:pt x="1544657" y="460290"/>
                      <a:pt x="1564832" y="495433"/>
                    </a:cubicBezTo>
                    <a:cubicBezTo>
                      <a:pt x="1573526" y="443893"/>
                      <a:pt x="1547592" y="409411"/>
                      <a:pt x="1516815" y="376837"/>
                    </a:cubicBezTo>
                    <a:cubicBezTo>
                      <a:pt x="1568574" y="394445"/>
                      <a:pt x="1590180" y="459740"/>
                      <a:pt x="1569455" y="509812"/>
                    </a:cubicBezTo>
                    <a:cubicBezTo>
                      <a:pt x="1562228" y="527200"/>
                      <a:pt x="1552654" y="549540"/>
                      <a:pt x="1558853" y="571733"/>
                    </a:cubicBezTo>
                    <a:cubicBezTo>
                      <a:pt x="1560614" y="578079"/>
                      <a:pt x="1563805" y="582811"/>
                      <a:pt x="1552104" y="584755"/>
                    </a:cubicBezTo>
                    <a:cubicBezTo>
                      <a:pt x="1535707" y="587470"/>
                      <a:pt x="1533285" y="600199"/>
                      <a:pt x="1544951" y="612231"/>
                    </a:cubicBezTo>
                    <a:cubicBezTo>
                      <a:pt x="1552617" y="620154"/>
                      <a:pt x="1560504" y="627858"/>
                      <a:pt x="1567950" y="635928"/>
                    </a:cubicBezTo>
                    <a:cubicBezTo>
                      <a:pt x="1574884" y="643411"/>
                      <a:pt x="1581376" y="651298"/>
                      <a:pt x="1590621" y="661973"/>
                    </a:cubicBezTo>
                    <a:cubicBezTo>
                      <a:pt x="1592161" y="635854"/>
                      <a:pt x="1584605" y="616119"/>
                      <a:pt x="1572463" y="595650"/>
                    </a:cubicBezTo>
                    <a:cubicBezTo>
                      <a:pt x="1592345" y="607609"/>
                      <a:pt x="1600488" y="626390"/>
                      <a:pt x="1596233" y="652655"/>
                    </a:cubicBezTo>
                    <a:cubicBezTo>
                      <a:pt x="1594436" y="663843"/>
                      <a:pt x="1596820" y="672024"/>
                      <a:pt x="1602653" y="681304"/>
                    </a:cubicBezTo>
                    <a:cubicBezTo>
                      <a:pt x="1634090" y="731486"/>
                      <a:pt x="1635741" y="780165"/>
                      <a:pt x="1591244" y="824404"/>
                    </a:cubicBezTo>
                    <a:cubicBezTo>
                      <a:pt x="1586219" y="829393"/>
                      <a:pt x="1585742" y="834125"/>
                      <a:pt x="1586989" y="840728"/>
                    </a:cubicBezTo>
                    <a:cubicBezTo>
                      <a:pt x="1592381" y="867213"/>
                      <a:pt x="1594472" y="893991"/>
                      <a:pt x="1592015" y="920953"/>
                    </a:cubicBezTo>
                    <a:cubicBezTo>
                      <a:pt x="1588640" y="957783"/>
                      <a:pt x="1571986" y="976968"/>
                      <a:pt x="1536550" y="987312"/>
                    </a:cubicBezTo>
                    <a:cubicBezTo>
                      <a:pt x="1519639" y="992228"/>
                      <a:pt x="1503206" y="998831"/>
                      <a:pt x="1486882" y="1005507"/>
                    </a:cubicBezTo>
                    <a:cubicBezTo>
                      <a:pt x="1475767" y="1010056"/>
                      <a:pt x="1471218" y="1017062"/>
                      <a:pt x="1473052" y="1031222"/>
                    </a:cubicBezTo>
                    <a:cubicBezTo>
                      <a:pt x="1476867" y="1060238"/>
                      <a:pt x="1472062" y="1089621"/>
                      <a:pt x="1471768" y="1118893"/>
                    </a:cubicBezTo>
                    <a:cubicBezTo>
                      <a:pt x="1471548" y="1140903"/>
                      <a:pt x="1447888" y="1158804"/>
                      <a:pt x="1424227" y="1159465"/>
                    </a:cubicBezTo>
                    <a:cubicBezTo>
                      <a:pt x="1404015" y="1160015"/>
                      <a:pt x="1384243" y="1156934"/>
                      <a:pt x="1367773" y="1143398"/>
                    </a:cubicBezTo>
                    <a:cubicBezTo>
                      <a:pt x="1366012" y="1141930"/>
                      <a:pt x="1363921" y="1139106"/>
                      <a:pt x="1362014" y="1141417"/>
                    </a:cubicBezTo>
                    <a:cubicBezTo>
                      <a:pt x="1348991" y="1157374"/>
                      <a:pt x="1329769" y="1151981"/>
                      <a:pt x="1313482" y="1154843"/>
                    </a:cubicBezTo>
                    <a:cubicBezTo>
                      <a:pt x="1278560" y="1161005"/>
                      <a:pt x="1254203" y="1178906"/>
                      <a:pt x="1240007" y="1211077"/>
                    </a:cubicBezTo>
                    <a:cubicBezTo>
                      <a:pt x="1222729" y="1249961"/>
                      <a:pt x="1196611" y="1280995"/>
                      <a:pt x="1159231" y="1302014"/>
                    </a:cubicBezTo>
                    <a:cubicBezTo>
                      <a:pt x="1158717" y="1307260"/>
                      <a:pt x="1156003" y="1311258"/>
                      <a:pt x="1151381" y="1313496"/>
                    </a:cubicBezTo>
                    <a:cubicBezTo>
                      <a:pt x="1127354" y="1325124"/>
                      <a:pt x="1103106" y="1336019"/>
                      <a:pt x="1075484" y="1334992"/>
                    </a:cubicBezTo>
                    <a:cubicBezTo>
                      <a:pt x="1065616" y="1332718"/>
                      <a:pt x="1060517" y="1326665"/>
                      <a:pt x="1057986" y="1318485"/>
                    </a:cubicBezTo>
                    <a:cubicBezTo>
                      <a:pt x="997900" y="1343759"/>
                      <a:pt x="932458" y="1357662"/>
                      <a:pt x="863971" y="1357662"/>
                    </a:cubicBezTo>
                    <a:cubicBezTo>
                      <a:pt x="853333" y="1357662"/>
                      <a:pt x="842732" y="1357295"/>
                      <a:pt x="832240" y="1356635"/>
                    </a:cubicBezTo>
                    <a:cubicBezTo>
                      <a:pt x="830479" y="1359092"/>
                      <a:pt x="828205" y="1361293"/>
                      <a:pt x="825051" y="1363054"/>
                    </a:cubicBezTo>
                    <a:cubicBezTo>
                      <a:pt x="799923" y="1371088"/>
                      <a:pt x="774795" y="1378791"/>
                      <a:pt x="748347" y="1368740"/>
                    </a:cubicBezTo>
                    <a:cubicBezTo>
                      <a:pt x="678173" y="1368263"/>
                      <a:pt x="611190" y="1357478"/>
                      <a:pt x="554662" y="1310855"/>
                    </a:cubicBezTo>
                    <a:cubicBezTo>
                      <a:pt x="534156" y="1293944"/>
                      <a:pt x="516952" y="1274465"/>
                      <a:pt x="504113" y="1251428"/>
                    </a:cubicBezTo>
                    <a:cubicBezTo>
                      <a:pt x="497620" y="1239763"/>
                      <a:pt x="489953" y="1236352"/>
                      <a:pt x="477444" y="1241047"/>
                    </a:cubicBezTo>
                    <a:cubicBezTo>
                      <a:pt x="452206" y="1250475"/>
                      <a:pt x="425611" y="1254913"/>
                      <a:pt x="399016" y="1257738"/>
                    </a:cubicBezTo>
                    <a:cubicBezTo>
                      <a:pt x="356134" y="1262250"/>
                      <a:pt x="314059" y="1251355"/>
                      <a:pt x="300377" y="1210784"/>
                    </a:cubicBezTo>
                    <a:cubicBezTo>
                      <a:pt x="300120" y="1189398"/>
                      <a:pt x="289702" y="1182171"/>
                      <a:pt x="268096" y="1180117"/>
                    </a:cubicBezTo>
                    <a:cubicBezTo>
                      <a:pt x="241500" y="1177623"/>
                      <a:pt x="222829" y="1160785"/>
                      <a:pt x="214759" y="1133750"/>
                    </a:cubicBezTo>
                    <a:cubicBezTo>
                      <a:pt x="209880" y="1117389"/>
                      <a:pt x="205258" y="1100589"/>
                      <a:pt x="197371" y="1085659"/>
                    </a:cubicBezTo>
                    <a:cubicBezTo>
                      <a:pt x="182368" y="1057230"/>
                      <a:pt x="161385" y="1036761"/>
                      <a:pt x="125473" y="1036651"/>
                    </a:cubicBezTo>
                    <a:cubicBezTo>
                      <a:pt x="96970" y="1036541"/>
                      <a:pt x="75658" y="1019190"/>
                      <a:pt x="55922" y="1000115"/>
                    </a:cubicBezTo>
                    <a:cubicBezTo>
                      <a:pt x="72319" y="1007304"/>
                      <a:pt x="88056" y="1015888"/>
                      <a:pt x="106104" y="1018456"/>
                    </a:cubicBezTo>
                    <a:cubicBezTo>
                      <a:pt x="126023" y="1021281"/>
                      <a:pt x="143521" y="1015741"/>
                      <a:pt x="159551" y="1004406"/>
                    </a:cubicBezTo>
                    <a:cubicBezTo>
                      <a:pt x="163513" y="1001582"/>
                      <a:pt x="167952" y="997803"/>
                      <a:pt x="167071" y="992595"/>
                    </a:cubicBezTo>
                    <a:cubicBezTo>
                      <a:pt x="166117" y="986835"/>
                      <a:pt x="159991" y="986469"/>
                      <a:pt x="155333" y="985662"/>
                    </a:cubicBezTo>
                    <a:cubicBezTo>
                      <a:pt x="145135" y="983937"/>
                      <a:pt x="134717" y="983240"/>
                      <a:pt x="124556" y="981296"/>
                    </a:cubicBezTo>
                    <a:cubicBezTo>
                      <a:pt x="83801" y="973520"/>
                      <a:pt x="70779" y="952941"/>
                      <a:pt x="78372" y="911709"/>
                    </a:cubicBezTo>
                    <a:cubicBezTo>
                      <a:pt x="79289" y="906739"/>
                      <a:pt x="82086" y="901805"/>
                      <a:pt x="83604" y="896738"/>
                    </a:cubicBezTo>
                    <a:lnTo>
                      <a:pt x="81210" y="881289"/>
                    </a:lnTo>
                    <a:lnTo>
                      <a:pt x="79457" y="882109"/>
                    </a:lnTo>
                    <a:lnTo>
                      <a:pt x="81124" y="880969"/>
                    </a:lnTo>
                    <a:lnTo>
                      <a:pt x="81168" y="881020"/>
                    </a:lnTo>
                    <a:lnTo>
                      <a:pt x="81160" y="880969"/>
                    </a:lnTo>
                    <a:lnTo>
                      <a:pt x="81417" y="881262"/>
                    </a:lnTo>
                    <a:cubicBezTo>
                      <a:pt x="93155" y="874146"/>
                      <a:pt x="93339" y="860573"/>
                      <a:pt x="98254" y="849825"/>
                    </a:cubicBezTo>
                    <a:cubicBezTo>
                      <a:pt x="101886" y="841938"/>
                      <a:pt x="92679" y="840214"/>
                      <a:pt x="88240" y="837060"/>
                    </a:cubicBezTo>
                    <a:cubicBezTo>
                      <a:pt x="67111" y="821909"/>
                      <a:pt x="48366" y="804852"/>
                      <a:pt x="38792" y="779761"/>
                    </a:cubicBezTo>
                    <a:cubicBezTo>
                      <a:pt x="27970" y="751405"/>
                      <a:pt x="33619" y="724113"/>
                      <a:pt x="46128" y="698325"/>
                    </a:cubicBezTo>
                    <a:cubicBezTo>
                      <a:pt x="53024" y="684056"/>
                      <a:pt x="53868" y="674848"/>
                      <a:pt x="41579" y="662303"/>
                    </a:cubicBezTo>
                    <a:cubicBezTo>
                      <a:pt x="23201" y="643558"/>
                      <a:pt x="9482" y="620851"/>
                      <a:pt x="2585" y="594843"/>
                    </a:cubicBezTo>
                    <a:cubicBezTo>
                      <a:pt x="-1083" y="580977"/>
                      <a:pt x="-1780" y="567294"/>
                      <a:pt x="6767" y="551264"/>
                    </a:cubicBezTo>
                    <a:cubicBezTo>
                      <a:pt x="12600" y="597264"/>
                      <a:pt x="35600" y="632626"/>
                      <a:pt x="58160" y="669382"/>
                    </a:cubicBezTo>
                    <a:cubicBezTo>
                      <a:pt x="67001" y="661202"/>
                      <a:pt x="70449" y="655003"/>
                      <a:pt x="64543" y="644585"/>
                    </a:cubicBezTo>
                    <a:cubicBezTo>
                      <a:pt x="45358" y="610800"/>
                      <a:pt x="40075" y="577235"/>
                      <a:pt x="68651" y="544808"/>
                    </a:cubicBezTo>
                    <a:cubicBezTo>
                      <a:pt x="79766" y="532189"/>
                      <a:pt x="65276" y="529254"/>
                      <a:pt x="57463" y="523055"/>
                    </a:cubicBezTo>
                    <a:cubicBezTo>
                      <a:pt x="74154" y="518286"/>
                      <a:pt x="89927" y="514654"/>
                      <a:pt x="105114" y="509299"/>
                    </a:cubicBezTo>
                    <a:cubicBezTo>
                      <a:pt x="146749" y="494626"/>
                      <a:pt x="166778" y="465573"/>
                      <a:pt x="164943" y="421407"/>
                    </a:cubicBezTo>
                    <a:cubicBezTo>
                      <a:pt x="163953" y="396939"/>
                      <a:pt x="162486" y="372692"/>
                      <a:pt x="169236" y="348775"/>
                    </a:cubicBezTo>
                    <a:lnTo>
                      <a:pt x="169185" y="348833"/>
                    </a:lnTo>
                    <a:lnTo>
                      <a:pt x="168943" y="349179"/>
                    </a:lnTo>
                    <a:lnTo>
                      <a:pt x="168996" y="349045"/>
                    </a:lnTo>
                    <a:lnTo>
                      <a:pt x="168942" y="349105"/>
                    </a:lnTo>
                    <a:lnTo>
                      <a:pt x="169011" y="349005"/>
                    </a:lnTo>
                    <a:lnTo>
                      <a:pt x="169050" y="348907"/>
                    </a:lnTo>
                    <a:lnTo>
                      <a:pt x="169103" y="348873"/>
                    </a:lnTo>
                    <a:lnTo>
                      <a:pt x="194890" y="311725"/>
                    </a:lnTo>
                    <a:cubicBezTo>
                      <a:pt x="205020" y="300619"/>
                      <a:pt x="216667" y="290889"/>
                      <a:pt x="229946" y="282599"/>
                    </a:cubicBezTo>
                    <a:cubicBezTo>
                      <a:pt x="233504" y="280361"/>
                      <a:pt x="243738" y="277867"/>
                      <a:pt x="233137" y="270053"/>
                    </a:cubicBezTo>
                    <a:cubicBezTo>
                      <a:pt x="231303" y="268733"/>
                      <a:pt x="237869" y="265982"/>
                      <a:pt x="240914" y="265505"/>
                    </a:cubicBezTo>
                    <a:cubicBezTo>
                      <a:pt x="259622" y="262644"/>
                      <a:pt x="278550" y="261030"/>
                      <a:pt x="297075" y="257398"/>
                    </a:cubicBezTo>
                    <a:cubicBezTo>
                      <a:pt x="337866" y="249401"/>
                      <a:pt x="369377" y="189278"/>
                      <a:pt x="353310" y="151091"/>
                    </a:cubicBezTo>
                    <a:cubicBezTo>
                      <a:pt x="352429" y="149000"/>
                      <a:pt x="351182" y="146029"/>
                      <a:pt x="349531" y="145552"/>
                    </a:cubicBezTo>
                    <a:cubicBezTo>
                      <a:pt x="345093" y="144305"/>
                      <a:pt x="343295" y="148413"/>
                      <a:pt x="341425" y="151385"/>
                    </a:cubicBezTo>
                    <a:cubicBezTo>
                      <a:pt x="330603" y="168515"/>
                      <a:pt x="324000" y="187664"/>
                      <a:pt x="316223" y="206225"/>
                    </a:cubicBezTo>
                    <a:cubicBezTo>
                      <a:pt x="313069" y="213782"/>
                      <a:pt x="312188" y="222476"/>
                      <a:pt x="302247" y="232527"/>
                    </a:cubicBezTo>
                    <a:cubicBezTo>
                      <a:pt x="315306" y="185169"/>
                      <a:pt x="328916" y="143718"/>
                      <a:pt x="365415" y="114849"/>
                    </a:cubicBezTo>
                    <a:cubicBezTo>
                      <a:pt x="388965" y="96214"/>
                      <a:pt x="414863" y="96984"/>
                      <a:pt x="441458" y="108869"/>
                    </a:cubicBezTo>
                    <a:cubicBezTo>
                      <a:pt x="465999" y="119837"/>
                      <a:pt x="490613" y="131392"/>
                      <a:pt x="518566" y="129008"/>
                    </a:cubicBezTo>
                    <a:cubicBezTo>
                      <a:pt x="572966" y="124349"/>
                      <a:pt x="612400" y="96104"/>
                      <a:pt x="640610" y="50177"/>
                    </a:cubicBezTo>
                    <a:cubicBezTo>
                      <a:pt x="596847" y="62245"/>
                      <a:pt x="560788" y="89868"/>
                      <a:pt x="519996" y="109493"/>
                    </a:cubicBezTo>
                    <a:cubicBezTo>
                      <a:pt x="518015" y="103550"/>
                      <a:pt x="522638" y="101496"/>
                      <a:pt x="525242" y="99002"/>
                    </a:cubicBezTo>
                    <a:cubicBezTo>
                      <a:pt x="547068" y="77982"/>
                      <a:pt x="571646" y="61402"/>
                      <a:pt x="600479" y="51351"/>
                    </a:cubicBezTo>
                    <a:cubicBezTo>
                      <a:pt x="639949" y="37558"/>
                      <a:pt x="674651" y="44711"/>
                      <a:pt x="705721" y="72847"/>
                    </a:cubicBezTo>
                    <a:cubicBezTo>
                      <a:pt x="749484" y="112464"/>
                      <a:pt x="765881" y="109860"/>
                      <a:pt x="796585" y="59934"/>
                    </a:cubicBezTo>
                    <a:cubicBezTo>
                      <a:pt x="825381" y="13127"/>
                      <a:pt x="857405" y="875"/>
                      <a:pt x="909935" y="16759"/>
                    </a:cubicBezTo>
                    <a:cubicBezTo>
                      <a:pt x="934659" y="24242"/>
                      <a:pt x="957696" y="35504"/>
                      <a:pt x="979412" y="49296"/>
                    </a:cubicBezTo>
                    <a:cubicBezTo>
                      <a:pt x="987189" y="54249"/>
                      <a:pt x="992581" y="55386"/>
                      <a:pt x="999734" y="47976"/>
                    </a:cubicBezTo>
                    <a:cubicBezTo>
                      <a:pt x="1012793" y="34513"/>
                      <a:pt x="1029704" y="25856"/>
                      <a:pt x="1043056" y="12027"/>
                    </a:cubicBezTo>
                    <a:cubicBezTo>
                      <a:pt x="1052575" y="2159"/>
                      <a:pt x="1064076" y="-1454"/>
                      <a:pt x="1076438" y="518"/>
                    </a:cubicBezTo>
                    <a:close/>
                  </a:path>
                </a:pathLst>
              </a:custGeom>
              <a:solidFill>
                <a:srgbClr val="693723"/>
              </a:solidFill>
              <a:ln w="366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7" name="자유형: 도형 16">
                <a:extLst>
                  <a:ext uri="{FF2B5EF4-FFF2-40B4-BE49-F238E27FC236}">
                    <a16:creationId xmlns:a16="http://schemas.microsoft.com/office/drawing/2014/main" id="{9A9C1565-C9B6-43D0-AA3D-72FD46CD09E0}"/>
                  </a:ext>
                </a:extLst>
              </p:cNvPr>
              <p:cNvSpPr/>
              <p:nvPr/>
            </p:nvSpPr>
            <p:spPr>
              <a:xfrm>
                <a:off x="7940651" y="1937869"/>
                <a:ext cx="969670" cy="1131758"/>
              </a:xfrm>
              <a:custGeom>
                <a:avLst/>
                <a:gdLst>
                  <a:gd name="connsiteX0" fmla="*/ 967768 w 969670"/>
                  <a:gd name="connsiteY0" fmla="*/ 764 h 1131758"/>
                  <a:gd name="connsiteX1" fmla="*/ 967842 w 969670"/>
                  <a:gd name="connsiteY1" fmla="*/ 874 h 1131758"/>
                  <a:gd name="connsiteX2" fmla="*/ 845285 w 969670"/>
                  <a:gd name="connsiteY2" fmla="*/ 303984 h 1131758"/>
                  <a:gd name="connsiteX3" fmla="*/ 839379 w 969670"/>
                  <a:gd name="connsiteY3" fmla="*/ 510288 h 1131758"/>
                  <a:gd name="connsiteX4" fmla="*/ 693748 w 969670"/>
                  <a:gd name="connsiteY4" fmla="*/ 693482 h 1131758"/>
                  <a:gd name="connsiteX5" fmla="*/ 445736 w 969670"/>
                  <a:gd name="connsiteY5" fmla="*/ 1017648 h 1131758"/>
                  <a:gd name="connsiteX6" fmla="*/ 380917 w 969670"/>
                  <a:gd name="connsiteY6" fmla="*/ 1087199 h 1131758"/>
                  <a:gd name="connsiteX7" fmla="*/ 205537 w 969670"/>
                  <a:gd name="connsiteY7" fmla="*/ 1118342 h 1131758"/>
                  <a:gd name="connsiteX8" fmla="*/ 2901 w 969670"/>
                  <a:gd name="connsiteY8" fmla="*/ 969410 h 1131758"/>
                  <a:gd name="connsiteX9" fmla="*/ 11888 w 969670"/>
                  <a:gd name="connsiteY9" fmla="*/ 940724 h 1131758"/>
                  <a:gd name="connsiteX10" fmla="*/ 68636 w 969670"/>
                  <a:gd name="connsiteY10" fmla="*/ 869083 h 1131758"/>
                  <a:gd name="connsiteX11" fmla="*/ 105906 w 969670"/>
                  <a:gd name="connsiteY11" fmla="*/ 814792 h 1131758"/>
                  <a:gd name="connsiteX12" fmla="*/ 124394 w 969670"/>
                  <a:gd name="connsiteY12" fmla="*/ 803934 h 1131758"/>
                  <a:gd name="connsiteX13" fmla="*/ 204803 w 969670"/>
                  <a:gd name="connsiteY13" fmla="*/ 858151 h 1131758"/>
                  <a:gd name="connsiteX14" fmla="*/ 279783 w 969670"/>
                  <a:gd name="connsiteY14" fmla="*/ 848320 h 1131758"/>
                  <a:gd name="connsiteX15" fmla="*/ 398635 w 969670"/>
                  <a:gd name="connsiteY15" fmla="*/ 688457 h 1131758"/>
                  <a:gd name="connsiteX16" fmla="*/ 853979 w 969670"/>
                  <a:gd name="connsiteY16" fmla="*/ 91591 h 1131758"/>
                  <a:gd name="connsiteX17" fmla="*/ 967768 w 969670"/>
                  <a:gd name="connsiteY17" fmla="*/ 764 h 11317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969670" h="1131758">
                    <a:moveTo>
                      <a:pt x="967768" y="764"/>
                    </a:moveTo>
                    <a:cubicBezTo>
                      <a:pt x="970850" y="5790"/>
                      <a:pt x="969676" y="-2611"/>
                      <a:pt x="967842" y="874"/>
                    </a:cubicBezTo>
                    <a:cubicBezTo>
                      <a:pt x="917366" y="98010"/>
                      <a:pt x="869862" y="196357"/>
                      <a:pt x="845285" y="303984"/>
                    </a:cubicBezTo>
                    <a:cubicBezTo>
                      <a:pt x="829658" y="372361"/>
                      <a:pt x="823532" y="441031"/>
                      <a:pt x="839379" y="510288"/>
                    </a:cubicBezTo>
                    <a:cubicBezTo>
                      <a:pt x="788536" y="569531"/>
                      <a:pt x="741436" y="631745"/>
                      <a:pt x="693748" y="693482"/>
                    </a:cubicBezTo>
                    <a:cubicBezTo>
                      <a:pt x="610588" y="801146"/>
                      <a:pt x="528565" y="909727"/>
                      <a:pt x="445736" y="1017648"/>
                    </a:cubicBezTo>
                    <a:cubicBezTo>
                      <a:pt x="426404" y="1042849"/>
                      <a:pt x="404798" y="1066069"/>
                      <a:pt x="380917" y="1087199"/>
                    </a:cubicBezTo>
                    <a:cubicBezTo>
                      <a:pt x="328718" y="1133419"/>
                      <a:pt x="269768" y="1143470"/>
                      <a:pt x="205537" y="1118342"/>
                    </a:cubicBezTo>
                    <a:cubicBezTo>
                      <a:pt x="124944" y="1086832"/>
                      <a:pt x="57815" y="1036246"/>
                      <a:pt x="2901" y="969410"/>
                    </a:cubicBezTo>
                    <a:cubicBezTo>
                      <a:pt x="-5059" y="956498"/>
                      <a:pt x="5175" y="948171"/>
                      <a:pt x="11888" y="940724"/>
                    </a:cubicBezTo>
                    <a:cubicBezTo>
                      <a:pt x="32357" y="918018"/>
                      <a:pt x="50075" y="893257"/>
                      <a:pt x="68636" y="869083"/>
                    </a:cubicBezTo>
                    <a:cubicBezTo>
                      <a:pt x="82026" y="851622"/>
                      <a:pt x="93251" y="832730"/>
                      <a:pt x="105906" y="814792"/>
                    </a:cubicBezTo>
                    <a:cubicBezTo>
                      <a:pt x="110418" y="808409"/>
                      <a:pt x="114160" y="800596"/>
                      <a:pt x="124394" y="803934"/>
                    </a:cubicBezTo>
                    <a:cubicBezTo>
                      <a:pt x="151173" y="822055"/>
                      <a:pt x="177731" y="840507"/>
                      <a:pt x="204803" y="858151"/>
                    </a:cubicBezTo>
                    <a:cubicBezTo>
                      <a:pt x="236680" y="878950"/>
                      <a:pt x="256196" y="877410"/>
                      <a:pt x="279783" y="848320"/>
                    </a:cubicBezTo>
                    <a:cubicBezTo>
                      <a:pt x="321601" y="796744"/>
                      <a:pt x="363529" y="745535"/>
                      <a:pt x="398635" y="688457"/>
                    </a:cubicBezTo>
                    <a:cubicBezTo>
                      <a:pt x="530326" y="474339"/>
                      <a:pt x="675150" y="269833"/>
                      <a:pt x="853979" y="91591"/>
                    </a:cubicBezTo>
                    <a:cubicBezTo>
                      <a:pt x="890735" y="54981"/>
                      <a:pt x="926464" y="32238"/>
                      <a:pt x="967768" y="764"/>
                    </a:cubicBezTo>
                    <a:close/>
                  </a:path>
                </a:pathLst>
              </a:custGeom>
              <a:solidFill>
                <a:schemeClr val="accent4">
                  <a:lumMod val="75000"/>
                </a:schemeClr>
              </a:solidFill>
              <a:ln w="366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8" name="자유형: 도형 17">
                <a:extLst>
                  <a:ext uri="{FF2B5EF4-FFF2-40B4-BE49-F238E27FC236}">
                    <a16:creationId xmlns:a16="http://schemas.microsoft.com/office/drawing/2014/main" id="{175363C1-C20F-443C-BB6E-E782D9179061}"/>
                  </a:ext>
                </a:extLst>
              </p:cNvPr>
              <p:cNvSpPr/>
              <p:nvPr/>
            </p:nvSpPr>
            <p:spPr>
              <a:xfrm>
                <a:off x="6957846" y="2094246"/>
                <a:ext cx="962414" cy="681932"/>
              </a:xfrm>
              <a:custGeom>
                <a:avLst/>
                <a:gdLst>
                  <a:gd name="connsiteX0" fmla="*/ 846568 w 962414"/>
                  <a:gd name="connsiteY0" fmla="*/ 681086 h 681932"/>
                  <a:gd name="connsiteX1" fmla="*/ 552225 w 962414"/>
                  <a:gd name="connsiteY1" fmla="*/ 450938 h 681932"/>
                  <a:gd name="connsiteX2" fmla="*/ 517780 w 962414"/>
                  <a:gd name="connsiteY2" fmla="*/ 435054 h 681932"/>
                  <a:gd name="connsiteX3" fmla="*/ 176814 w 962414"/>
                  <a:gd name="connsiteY3" fmla="*/ 398408 h 681932"/>
                  <a:gd name="connsiteX4" fmla="*/ 100110 w 962414"/>
                  <a:gd name="connsiteY4" fmla="*/ 395767 h 681932"/>
                  <a:gd name="connsiteX5" fmla="*/ 77770 w 962414"/>
                  <a:gd name="connsiteY5" fmla="*/ 337001 h 681932"/>
                  <a:gd name="connsiteX6" fmla="*/ 87711 w 962414"/>
                  <a:gd name="connsiteY6" fmla="*/ 323832 h 681932"/>
                  <a:gd name="connsiteX7" fmla="*/ 67426 w 962414"/>
                  <a:gd name="connsiteY7" fmla="*/ 322145 h 681932"/>
                  <a:gd name="connsiteX8" fmla="*/ 33384 w 962414"/>
                  <a:gd name="connsiteY8" fmla="*/ 316239 h 681932"/>
                  <a:gd name="connsiteX9" fmla="*/ 14822 w 962414"/>
                  <a:gd name="connsiteY9" fmla="*/ 260004 h 681932"/>
                  <a:gd name="connsiteX10" fmla="*/ 14346 w 962414"/>
                  <a:gd name="connsiteY10" fmla="*/ 239645 h 681932"/>
                  <a:gd name="connsiteX11" fmla="*/ 39547 w 962414"/>
                  <a:gd name="connsiteY11" fmla="*/ 164152 h 681932"/>
                  <a:gd name="connsiteX12" fmla="*/ 47507 w 962414"/>
                  <a:gd name="connsiteY12" fmla="*/ 148268 h 681932"/>
                  <a:gd name="connsiteX13" fmla="*/ 65848 w 962414"/>
                  <a:gd name="connsiteY13" fmla="*/ 98820 h 681932"/>
                  <a:gd name="connsiteX14" fmla="*/ 115517 w 962414"/>
                  <a:gd name="connsiteY14" fmla="*/ 87081 h 681932"/>
                  <a:gd name="connsiteX15" fmla="*/ 287412 w 962414"/>
                  <a:gd name="connsiteY15" fmla="*/ 92327 h 681932"/>
                  <a:gd name="connsiteX16" fmla="*/ 377872 w 962414"/>
                  <a:gd name="connsiteY16" fmla="*/ 102781 h 681932"/>
                  <a:gd name="connsiteX17" fmla="*/ 355202 w 962414"/>
                  <a:gd name="connsiteY17" fmla="*/ 84733 h 681932"/>
                  <a:gd name="connsiteX18" fmla="*/ 349883 w 962414"/>
                  <a:gd name="connsiteY18" fmla="*/ 19842 h 681932"/>
                  <a:gd name="connsiteX19" fmla="*/ 422882 w 962414"/>
                  <a:gd name="connsiteY19" fmla="*/ 13312 h 681932"/>
                  <a:gd name="connsiteX20" fmla="*/ 458868 w 962414"/>
                  <a:gd name="connsiteY20" fmla="*/ 49848 h 681932"/>
                  <a:gd name="connsiteX21" fmla="*/ 592723 w 962414"/>
                  <a:gd name="connsiteY21" fmla="*/ 165839 h 681932"/>
                  <a:gd name="connsiteX22" fmla="*/ 673792 w 962414"/>
                  <a:gd name="connsiteY22" fmla="*/ 314551 h 681932"/>
                  <a:gd name="connsiteX23" fmla="*/ 685604 w 962414"/>
                  <a:gd name="connsiteY23" fmla="*/ 337735 h 681932"/>
                  <a:gd name="connsiteX24" fmla="*/ 942971 w 962414"/>
                  <a:gd name="connsiteY24" fmla="*/ 549578 h 681932"/>
                  <a:gd name="connsiteX25" fmla="*/ 961899 w 962414"/>
                  <a:gd name="connsiteY25" fmla="*/ 566819 h 681932"/>
                  <a:gd name="connsiteX26" fmla="*/ 954269 w 962414"/>
                  <a:gd name="connsiteY26" fmla="*/ 584060 h 681932"/>
                  <a:gd name="connsiteX27" fmla="*/ 864653 w 962414"/>
                  <a:gd name="connsiteY27" fmla="*/ 672135 h 681932"/>
                  <a:gd name="connsiteX28" fmla="*/ 846568 w 962414"/>
                  <a:gd name="connsiteY28" fmla="*/ 681086 h 6819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962414" h="681932">
                    <a:moveTo>
                      <a:pt x="846568" y="681086"/>
                    </a:moveTo>
                    <a:cubicBezTo>
                      <a:pt x="748442" y="604419"/>
                      <a:pt x="650205" y="527825"/>
                      <a:pt x="552225" y="450938"/>
                    </a:cubicBezTo>
                    <a:cubicBezTo>
                      <a:pt x="541771" y="442721"/>
                      <a:pt x="530289" y="438356"/>
                      <a:pt x="517780" y="435054"/>
                    </a:cubicBezTo>
                    <a:cubicBezTo>
                      <a:pt x="405934" y="405855"/>
                      <a:pt x="292328" y="393786"/>
                      <a:pt x="176814" y="398408"/>
                    </a:cubicBezTo>
                    <a:cubicBezTo>
                      <a:pt x="151246" y="399435"/>
                      <a:pt x="125421" y="401343"/>
                      <a:pt x="100110" y="395767"/>
                    </a:cubicBezTo>
                    <a:cubicBezTo>
                      <a:pt x="62583" y="387513"/>
                      <a:pt x="55540" y="368548"/>
                      <a:pt x="77770" y="337001"/>
                    </a:cubicBezTo>
                    <a:cubicBezTo>
                      <a:pt x="80851" y="332636"/>
                      <a:pt x="84190" y="328491"/>
                      <a:pt x="87711" y="323832"/>
                    </a:cubicBezTo>
                    <a:cubicBezTo>
                      <a:pt x="80448" y="319430"/>
                      <a:pt x="73772" y="322255"/>
                      <a:pt x="67426" y="322145"/>
                    </a:cubicBezTo>
                    <a:cubicBezTo>
                      <a:pt x="55724" y="321961"/>
                      <a:pt x="44242" y="321044"/>
                      <a:pt x="33384" y="316239"/>
                    </a:cubicBezTo>
                    <a:cubicBezTo>
                      <a:pt x="7302" y="304720"/>
                      <a:pt x="296" y="284508"/>
                      <a:pt x="14822" y="260004"/>
                    </a:cubicBezTo>
                    <a:cubicBezTo>
                      <a:pt x="19298" y="252447"/>
                      <a:pt x="21682" y="247678"/>
                      <a:pt x="14346" y="239645"/>
                    </a:cubicBezTo>
                    <a:cubicBezTo>
                      <a:pt x="-12506" y="210115"/>
                      <a:pt x="-291" y="173066"/>
                      <a:pt x="39547" y="164152"/>
                    </a:cubicBezTo>
                    <a:cubicBezTo>
                      <a:pt x="51762" y="161400"/>
                      <a:pt x="52862" y="159273"/>
                      <a:pt x="47507" y="148268"/>
                    </a:cubicBezTo>
                    <a:cubicBezTo>
                      <a:pt x="36759" y="126295"/>
                      <a:pt x="43655" y="109201"/>
                      <a:pt x="65848" y="98820"/>
                    </a:cubicBezTo>
                    <a:cubicBezTo>
                      <a:pt x="81548" y="91483"/>
                      <a:pt x="98569" y="87998"/>
                      <a:pt x="115517" y="87081"/>
                    </a:cubicBezTo>
                    <a:cubicBezTo>
                      <a:pt x="172925" y="84073"/>
                      <a:pt x="230260" y="85320"/>
                      <a:pt x="287412" y="92327"/>
                    </a:cubicBezTo>
                    <a:cubicBezTo>
                      <a:pt x="316869" y="95958"/>
                      <a:pt x="346325" y="99150"/>
                      <a:pt x="377872" y="102781"/>
                    </a:cubicBezTo>
                    <a:cubicBezTo>
                      <a:pt x="369142" y="95922"/>
                      <a:pt x="361548" y="90933"/>
                      <a:pt x="355202" y="84733"/>
                    </a:cubicBezTo>
                    <a:cubicBezTo>
                      <a:pt x="333706" y="63788"/>
                      <a:pt x="331909" y="39650"/>
                      <a:pt x="349883" y="19842"/>
                    </a:cubicBezTo>
                    <a:cubicBezTo>
                      <a:pt x="371269" y="-3782"/>
                      <a:pt x="400469" y="-6753"/>
                      <a:pt x="422882" y="13312"/>
                    </a:cubicBezTo>
                    <a:cubicBezTo>
                      <a:pt x="435574" y="24720"/>
                      <a:pt x="447753" y="36899"/>
                      <a:pt x="458868" y="49848"/>
                    </a:cubicBezTo>
                    <a:cubicBezTo>
                      <a:pt x="497825" y="95115"/>
                      <a:pt x="542321" y="134292"/>
                      <a:pt x="592723" y="165839"/>
                    </a:cubicBezTo>
                    <a:cubicBezTo>
                      <a:pt x="648444" y="200724"/>
                      <a:pt x="672472" y="251163"/>
                      <a:pt x="673792" y="314551"/>
                    </a:cubicBezTo>
                    <a:cubicBezTo>
                      <a:pt x="674012" y="324932"/>
                      <a:pt x="678121" y="331609"/>
                      <a:pt x="685604" y="337735"/>
                    </a:cubicBezTo>
                    <a:cubicBezTo>
                      <a:pt x="771478" y="408276"/>
                      <a:pt x="857243" y="478890"/>
                      <a:pt x="942971" y="549578"/>
                    </a:cubicBezTo>
                    <a:cubicBezTo>
                      <a:pt x="949537" y="555007"/>
                      <a:pt x="955589" y="561059"/>
                      <a:pt x="961899" y="566819"/>
                    </a:cubicBezTo>
                    <a:cubicBezTo>
                      <a:pt x="963953" y="574595"/>
                      <a:pt x="959551" y="579694"/>
                      <a:pt x="954269" y="584060"/>
                    </a:cubicBezTo>
                    <a:cubicBezTo>
                      <a:pt x="921951" y="610948"/>
                      <a:pt x="891028" y="639194"/>
                      <a:pt x="864653" y="672135"/>
                    </a:cubicBezTo>
                    <a:cubicBezTo>
                      <a:pt x="860251" y="677821"/>
                      <a:pt x="855555" y="684277"/>
                      <a:pt x="846568" y="681086"/>
                    </a:cubicBezTo>
                    <a:close/>
                  </a:path>
                </a:pathLst>
              </a:custGeom>
              <a:solidFill>
                <a:srgbClr val="F4AB92"/>
              </a:solidFill>
              <a:ln w="366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9" name="자유형: 도형 18">
                <a:extLst>
                  <a:ext uri="{FF2B5EF4-FFF2-40B4-BE49-F238E27FC236}">
                    <a16:creationId xmlns:a16="http://schemas.microsoft.com/office/drawing/2014/main" id="{151A7C95-B90A-4500-B397-32E965BEC009}"/>
                  </a:ext>
                </a:extLst>
              </p:cNvPr>
              <p:cNvSpPr/>
              <p:nvPr/>
            </p:nvSpPr>
            <p:spPr>
              <a:xfrm>
                <a:off x="7787994" y="2641952"/>
                <a:ext cx="279522" cy="296708"/>
              </a:xfrm>
              <a:custGeom>
                <a:avLst/>
                <a:gdLst>
                  <a:gd name="connsiteX0" fmla="*/ 16420 w 279522"/>
                  <a:gd name="connsiteY0" fmla="*/ 133380 h 296708"/>
                  <a:gd name="connsiteX1" fmla="*/ 131787 w 279522"/>
                  <a:gd name="connsiteY1" fmla="*/ 19260 h 296708"/>
                  <a:gd name="connsiteX2" fmla="*/ 135126 w 279522"/>
                  <a:gd name="connsiteY2" fmla="*/ 17792 h 296708"/>
                  <a:gd name="connsiteX3" fmla="*/ 205666 w 279522"/>
                  <a:gd name="connsiteY3" fmla="*/ 18526 h 296708"/>
                  <a:gd name="connsiteX4" fmla="*/ 271035 w 279522"/>
                  <a:gd name="connsiteY4" fmla="*/ 73330 h 296708"/>
                  <a:gd name="connsiteX5" fmla="*/ 277088 w 279522"/>
                  <a:gd name="connsiteY5" fmla="*/ 99852 h 296708"/>
                  <a:gd name="connsiteX6" fmla="*/ 224742 w 279522"/>
                  <a:gd name="connsiteY6" fmla="*/ 174171 h 296708"/>
                  <a:gd name="connsiteX7" fmla="*/ 162381 w 279522"/>
                  <a:gd name="connsiteY7" fmla="*/ 252672 h 296708"/>
                  <a:gd name="connsiteX8" fmla="*/ 155595 w 279522"/>
                  <a:gd name="connsiteY8" fmla="*/ 265328 h 296708"/>
                  <a:gd name="connsiteX9" fmla="*/ 126138 w 279522"/>
                  <a:gd name="connsiteY9" fmla="*/ 290419 h 296708"/>
                  <a:gd name="connsiteX10" fmla="*/ 105559 w 279522"/>
                  <a:gd name="connsiteY10" fmla="*/ 291409 h 296708"/>
                  <a:gd name="connsiteX11" fmla="*/ 3838 w 279522"/>
                  <a:gd name="connsiteY11" fmla="*/ 170283 h 296708"/>
                  <a:gd name="connsiteX12" fmla="*/ 4975 w 279522"/>
                  <a:gd name="connsiteY12" fmla="*/ 149704 h 296708"/>
                  <a:gd name="connsiteX13" fmla="*/ 16420 w 279522"/>
                  <a:gd name="connsiteY13" fmla="*/ 133380 h 2967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79522" h="296708">
                    <a:moveTo>
                      <a:pt x="16420" y="133380"/>
                    </a:moveTo>
                    <a:cubicBezTo>
                      <a:pt x="50755" y="91158"/>
                      <a:pt x="89566" y="53521"/>
                      <a:pt x="131787" y="19260"/>
                    </a:cubicBezTo>
                    <a:cubicBezTo>
                      <a:pt x="132924" y="18783"/>
                      <a:pt x="134135" y="18452"/>
                      <a:pt x="135126" y="17792"/>
                    </a:cubicBezTo>
                    <a:cubicBezTo>
                      <a:pt x="170268" y="-6052"/>
                      <a:pt x="170268" y="-6052"/>
                      <a:pt x="205666" y="18526"/>
                    </a:cubicBezTo>
                    <a:cubicBezTo>
                      <a:pt x="229107" y="34813"/>
                      <a:pt x="250309" y="53705"/>
                      <a:pt x="271035" y="73330"/>
                    </a:cubicBezTo>
                    <a:cubicBezTo>
                      <a:pt x="279986" y="81804"/>
                      <a:pt x="281600" y="89507"/>
                      <a:pt x="277088" y="99852"/>
                    </a:cubicBezTo>
                    <a:cubicBezTo>
                      <a:pt x="259700" y="124686"/>
                      <a:pt x="242936" y="149960"/>
                      <a:pt x="224742" y="174171"/>
                    </a:cubicBezTo>
                    <a:cubicBezTo>
                      <a:pt x="204676" y="200876"/>
                      <a:pt x="183290" y="226591"/>
                      <a:pt x="162381" y="252672"/>
                    </a:cubicBezTo>
                    <a:cubicBezTo>
                      <a:pt x="159299" y="256524"/>
                      <a:pt x="156218" y="260229"/>
                      <a:pt x="155595" y="265328"/>
                    </a:cubicBezTo>
                    <a:cubicBezTo>
                      <a:pt x="140921" y="267859"/>
                      <a:pt x="135639" y="281798"/>
                      <a:pt x="126138" y="290419"/>
                    </a:cubicBezTo>
                    <a:cubicBezTo>
                      <a:pt x="118545" y="297315"/>
                      <a:pt x="114180" y="299773"/>
                      <a:pt x="105559" y="291409"/>
                    </a:cubicBezTo>
                    <a:cubicBezTo>
                      <a:pt x="67446" y="254506"/>
                      <a:pt x="33294" y="214449"/>
                      <a:pt x="3838" y="170283"/>
                    </a:cubicBezTo>
                    <a:cubicBezTo>
                      <a:pt x="-1628" y="162102"/>
                      <a:pt x="-1261" y="156600"/>
                      <a:pt x="4975" y="149704"/>
                    </a:cubicBezTo>
                    <a:cubicBezTo>
                      <a:pt x="9377" y="144825"/>
                      <a:pt x="12642" y="138882"/>
                      <a:pt x="16420" y="133380"/>
                    </a:cubicBezTo>
                    <a:close/>
                  </a:path>
                </a:pathLst>
              </a:custGeom>
              <a:solidFill>
                <a:schemeClr val="accent4">
                  <a:lumMod val="50000"/>
                </a:schemeClr>
              </a:solidFill>
              <a:ln w="366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0" name="자유형: 도형 19">
                <a:extLst>
                  <a:ext uri="{FF2B5EF4-FFF2-40B4-BE49-F238E27FC236}">
                    <a16:creationId xmlns:a16="http://schemas.microsoft.com/office/drawing/2014/main" id="{5B2A4472-458C-4213-8240-4B48916AA59B}"/>
                  </a:ext>
                </a:extLst>
              </p:cNvPr>
              <p:cNvSpPr/>
              <p:nvPr/>
            </p:nvSpPr>
            <p:spPr>
              <a:xfrm>
                <a:off x="8989048" y="1692235"/>
                <a:ext cx="697450" cy="575626"/>
              </a:xfrm>
              <a:custGeom>
                <a:avLst/>
                <a:gdLst>
                  <a:gd name="connsiteX0" fmla="*/ 509964 w 697450"/>
                  <a:gd name="connsiteY0" fmla="*/ 0 h 575626"/>
                  <a:gd name="connsiteX1" fmla="*/ 424530 w 697450"/>
                  <a:gd name="connsiteY1" fmla="*/ 27512 h 575626"/>
                  <a:gd name="connsiteX2" fmla="*/ 170391 w 697450"/>
                  <a:gd name="connsiteY2" fmla="*/ 55795 h 575626"/>
                  <a:gd name="connsiteX3" fmla="*/ 99044 w 697450"/>
                  <a:gd name="connsiteY3" fmla="*/ 66726 h 575626"/>
                  <a:gd name="connsiteX4" fmla="*/ 55574 w 697450"/>
                  <a:gd name="connsiteY4" fmla="*/ 112690 h 575626"/>
                  <a:gd name="connsiteX5" fmla="*/ 0 w 697450"/>
                  <a:gd name="connsiteY5" fmla="*/ 198711 h 575626"/>
                  <a:gd name="connsiteX6" fmla="*/ 115844 w 697450"/>
                  <a:gd name="connsiteY6" fmla="*/ 575627 h 575626"/>
                  <a:gd name="connsiteX7" fmla="*/ 293462 w 697450"/>
                  <a:gd name="connsiteY7" fmla="*/ 495585 h 575626"/>
                  <a:gd name="connsiteX8" fmla="*/ 330255 w 697450"/>
                  <a:gd name="connsiteY8" fmla="*/ 488541 h 575626"/>
                  <a:gd name="connsiteX9" fmla="*/ 385169 w 697450"/>
                  <a:gd name="connsiteY9" fmla="*/ 474602 h 575626"/>
                  <a:gd name="connsiteX10" fmla="*/ 514990 w 697450"/>
                  <a:gd name="connsiteY10" fmla="*/ 522473 h 575626"/>
                  <a:gd name="connsiteX11" fmla="*/ 537476 w 697450"/>
                  <a:gd name="connsiteY11" fmla="*/ 518548 h 575626"/>
                  <a:gd name="connsiteX12" fmla="*/ 652440 w 697450"/>
                  <a:gd name="connsiteY12" fmla="*/ 276148 h 575626"/>
                  <a:gd name="connsiteX13" fmla="*/ 697450 w 697450"/>
                  <a:gd name="connsiteY13" fmla="*/ 125895 h 575626"/>
                  <a:gd name="connsiteX14" fmla="*/ 509964 w 697450"/>
                  <a:gd name="connsiteY14" fmla="*/ 0 h 5756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697450" h="575626">
                    <a:moveTo>
                      <a:pt x="509964" y="0"/>
                    </a:moveTo>
                    <a:cubicBezTo>
                      <a:pt x="482525" y="12436"/>
                      <a:pt x="454426" y="22780"/>
                      <a:pt x="424530" y="27512"/>
                    </a:cubicBezTo>
                    <a:cubicBezTo>
                      <a:pt x="409160" y="31547"/>
                      <a:pt x="200251" y="45487"/>
                      <a:pt x="170391" y="55795"/>
                    </a:cubicBezTo>
                    <a:cubicBezTo>
                      <a:pt x="146621" y="59426"/>
                      <a:pt x="122814" y="63058"/>
                      <a:pt x="99044" y="66726"/>
                    </a:cubicBezTo>
                    <a:cubicBezTo>
                      <a:pt x="84554" y="82059"/>
                      <a:pt x="70064" y="97356"/>
                      <a:pt x="55574" y="112690"/>
                    </a:cubicBezTo>
                    <a:cubicBezTo>
                      <a:pt x="41965" y="127106"/>
                      <a:pt x="6199" y="185468"/>
                      <a:pt x="0" y="198711"/>
                    </a:cubicBezTo>
                    <a:cubicBezTo>
                      <a:pt x="1321" y="335538"/>
                      <a:pt x="40131" y="460663"/>
                      <a:pt x="115844" y="575627"/>
                    </a:cubicBezTo>
                    <a:cubicBezTo>
                      <a:pt x="169731" y="495218"/>
                      <a:pt x="215108" y="475079"/>
                      <a:pt x="293462" y="495585"/>
                    </a:cubicBezTo>
                    <a:cubicBezTo>
                      <a:pt x="315582" y="514219"/>
                      <a:pt x="322919" y="499546"/>
                      <a:pt x="330255" y="488541"/>
                    </a:cubicBezTo>
                    <a:cubicBezTo>
                      <a:pt x="346432" y="486524"/>
                      <a:pt x="370239" y="480912"/>
                      <a:pt x="385169" y="474602"/>
                    </a:cubicBezTo>
                    <a:cubicBezTo>
                      <a:pt x="432123" y="468549"/>
                      <a:pt x="475666" y="484030"/>
                      <a:pt x="514990" y="522473"/>
                    </a:cubicBezTo>
                    <a:cubicBezTo>
                      <a:pt x="527499" y="534689"/>
                      <a:pt x="530910" y="529736"/>
                      <a:pt x="537476" y="518548"/>
                    </a:cubicBezTo>
                    <a:cubicBezTo>
                      <a:pt x="582963" y="441111"/>
                      <a:pt x="621810" y="360555"/>
                      <a:pt x="652440" y="276148"/>
                    </a:cubicBezTo>
                    <a:cubicBezTo>
                      <a:pt x="670305" y="226956"/>
                      <a:pt x="687619" y="177545"/>
                      <a:pt x="697450" y="125895"/>
                    </a:cubicBezTo>
                    <a:cubicBezTo>
                      <a:pt x="644076" y="70321"/>
                      <a:pt x="581716" y="28136"/>
                      <a:pt x="509964" y="0"/>
                    </a:cubicBezTo>
                    <a:close/>
                  </a:path>
                </a:pathLst>
              </a:custGeom>
              <a:solidFill>
                <a:srgbClr val="FEFCFC"/>
              </a:solidFill>
              <a:ln w="366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1" name="자유형: 도형 20">
                <a:extLst>
                  <a:ext uri="{FF2B5EF4-FFF2-40B4-BE49-F238E27FC236}">
                    <a16:creationId xmlns:a16="http://schemas.microsoft.com/office/drawing/2014/main" id="{DCF6F6E9-B527-482F-B191-FEE9F3AF9D48}"/>
                  </a:ext>
                </a:extLst>
              </p:cNvPr>
              <p:cNvSpPr/>
              <p:nvPr/>
            </p:nvSpPr>
            <p:spPr>
              <a:xfrm>
                <a:off x="8704170" y="639896"/>
                <a:ext cx="948498" cy="1555521"/>
              </a:xfrm>
              <a:custGeom>
                <a:avLst/>
                <a:gdLst>
                  <a:gd name="connsiteX0" fmla="*/ 578304 w 948498"/>
                  <a:gd name="connsiteY0" fmla="*/ 1547887 h 1555521"/>
                  <a:gd name="connsiteX1" fmla="*/ 477573 w 948498"/>
                  <a:gd name="connsiteY1" fmla="*/ 1363373 h 1555521"/>
                  <a:gd name="connsiteX2" fmla="*/ 421375 w 948498"/>
                  <a:gd name="connsiteY2" fmla="*/ 1279883 h 1555521"/>
                  <a:gd name="connsiteX3" fmla="*/ 406592 w 948498"/>
                  <a:gd name="connsiteY3" fmla="*/ 1252554 h 1555521"/>
                  <a:gd name="connsiteX4" fmla="*/ 422218 w 948498"/>
                  <a:gd name="connsiteY4" fmla="*/ 1190340 h 1555521"/>
                  <a:gd name="connsiteX5" fmla="*/ 463413 w 948498"/>
                  <a:gd name="connsiteY5" fmla="*/ 1121120 h 1555521"/>
                  <a:gd name="connsiteX6" fmla="*/ 459195 w 948498"/>
                  <a:gd name="connsiteY6" fmla="*/ 1007476 h 1555521"/>
                  <a:gd name="connsiteX7" fmla="*/ 438359 w 948498"/>
                  <a:gd name="connsiteY7" fmla="*/ 978020 h 1555521"/>
                  <a:gd name="connsiteX8" fmla="*/ 312610 w 948498"/>
                  <a:gd name="connsiteY8" fmla="*/ 906709 h 1555521"/>
                  <a:gd name="connsiteX9" fmla="*/ 126738 w 948498"/>
                  <a:gd name="connsiteY9" fmla="*/ 703192 h 1555521"/>
                  <a:gd name="connsiteX10" fmla="*/ 104692 w 948498"/>
                  <a:gd name="connsiteY10" fmla="*/ 688042 h 1555521"/>
                  <a:gd name="connsiteX11" fmla="*/ 3154 w 948498"/>
                  <a:gd name="connsiteY11" fmla="*/ 537570 h 1555521"/>
                  <a:gd name="connsiteX12" fmla="*/ 71788 w 948498"/>
                  <a:gd name="connsiteY12" fmla="*/ 523777 h 1555521"/>
                  <a:gd name="connsiteX13" fmla="*/ 93320 w 948498"/>
                  <a:gd name="connsiteY13" fmla="*/ 557892 h 1555521"/>
                  <a:gd name="connsiteX14" fmla="*/ 92037 w 948498"/>
                  <a:gd name="connsiteY14" fmla="*/ 537863 h 1555521"/>
                  <a:gd name="connsiteX15" fmla="*/ 76813 w 948498"/>
                  <a:gd name="connsiteY15" fmla="*/ 460719 h 1555521"/>
                  <a:gd name="connsiteX16" fmla="*/ 137670 w 948498"/>
                  <a:gd name="connsiteY16" fmla="*/ 332659 h 1555521"/>
                  <a:gd name="connsiteX17" fmla="*/ 234439 w 948498"/>
                  <a:gd name="connsiteY17" fmla="*/ 191284 h 1555521"/>
                  <a:gd name="connsiteX18" fmla="*/ 288620 w 948498"/>
                  <a:gd name="connsiteY18" fmla="*/ 95835 h 1555521"/>
                  <a:gd name="connsiteX19" fmla="*/ 309639 w 948498"/>
                  <a:gd name="connsiteY19" fmla="*/ 87362 h 1555521"/>
                  <a:gd name="connsiteX20" fmla="*/ 318003 w 948498"/>
                  <a:gd name="connsiteY20" fmla="*/ 107721 h 1555521"/>
                  <a:gd name="connsiteX21" fmla="*/ 386709 w 948498"/>
                  <a:gd name="connsiteY21" fmla="*/ 200455 h 1555521"/>
                  <a:gd name="connsiteX22" fmla="*/ 393863 w 948498"/>
                  <a:gd name="connsiteY22" fmla="*/ 218319 h 1555521"/>
                  <a:gd name="connsiteX23" fmla="*/ 374898 w 948498"/>
                  <a:gd name="connsiteY23" fmla="*/ 263622 h 1555521"/>
                  <a:gd name="connsiteX24" fmla="*/ 402006 w 948498"/>
                  <a:gd name="connsiteY24" fmla="*/ 325360 h 1555521"/>
                  <a:gd name="connsiteX25" fmla="*/ 437955 w 948498"/>
                  <a:gd name="connsiteY25" fmla="*/ 236184 h 1555521"/>
                  <a:gd name="connsiteX26" fmla="*/ 435167 w 948498"/>
                  <a:gd name="connsiteY26" fmla="*/ 169421 h 1555521"/>
                  <a:gd name="connsiteX27" fmla="*/ 404134 w 948498"/>
                  <a:gd name="connsiteY27" fmla="*/ 153904 h 1555521"/>
                  <a:gd name="connsiteX28" fmla="*/ 384985 w 948498"/>
                  <a:gd name="connsiteY28" fmla="*/ 42682 h 1555521"/>
                  <a:gd name="connsiteX29" fmla="*/ 447713 w 948498"/>
                  <a:gd name="connsiteY29" fmla="*/ 9337 h 1555521"/>
                  <a:gd name="connsiteX30" fmla="*/ 504865 w 948498"/>
                  <a:gd name="connsiteY30" fmla="*/ 37106 h 1555521"/>
                  <a:gd name="connsiteX31" fmla="*/ 519391 w 948498"/>
                  <a:gd name="connsiteY31" fmla="*/ 128997 h 1555521"/>
                  <a:gd name="connsiteX32" fmla="*/ 520932 w 948498"/>
                  <a:gd name="connsiteY32" fmla="*/ 143523 h 1555521"/>
                  <a:gd name="connsiteX33" fmla="*/ 529185 w 948498"/>
                  <a:gd name="connsiteY33" fmla="*/ 161681 h 1555521"/>
                  <a:gd name="connsiteX34" fmla="*/ 544776 w 948498"/>
                  <a:gd name="connsiteY34" fmla="*/ 147778 h 1555521"/>
                  <a:gd name="connsiteX35" fmla="*/ 563227 w 948498"/>
                  <a:gd name="connsiteY35" fmla="*/ 24561 h 1555521"/>
                  <a:gd name="connsiteX36" fmla="*/ 563814 w 948498"/>
                  <a:gd name="connsiteY36" fmla="*/ 2588 h 1555521"/>
                  <a:gd name="connsiteX37" fmla="*/ 586411 w 948498"/>
                  <a:gd name="connsiteY37" fmla="*/ 4935 h 1555521"/>
                  <a:gd name="connsiteX38" fmla="*/ 699100 w 948498"/>
                  <a:gd name="connsiteY38" fmla="*/ 161974 h 1555521"/>
                  <a:gd name="connsiteX39" fmla="*/ 694515 w 948498"/>
                  <a:gd name="connsiteY39" fmla="*/ 198620 h 1555521"/>
                  <a:gd name="connsiteX40" fmla="*/ 706950 w 948498"/>
                  <a:gd name="connsiteY40" fmla="*/ 220814 h 1555521"/>
                  <a:gd name="connsiteX41" fmla="*/ 852104 w 948498"/>
                  <a:gd name="connsiteY41" fmla="*/ 311273 h 1555521"/>
                  <a:gd name="connsiteX42" fmla="*/ 860541 w 948498"/>
                  <a:gd name="connsiteY42" fmla="*/ 362593 h 1555521"/>
                  <a:gd name="connsiteX43" fmla="*/ 849573 w 948498"/>
                  <a:gd name="connsiteY43" fmla="*/ 429135 h 1555521"/>
                  <a:gd name="connsiteX44" fmla="*/ 860064 w 948498"/>
                  <a:gd name="connsiteY44" fmla="*/ 407015 h 1555521"/>
                  <a:gd name="connsiteX45" fmla="*/ 905477 w 948498"/>
                  <a:gd name="connsiteY45" fmla="*/ 382071 h 1555521"/>
                  <a:gd name="connsiteX46" fmla="*/ 939776 w 948498"/>
                  <a:gd name="connsiteY46" fmla="*/ 413508 h 1555521"/>
                  <a:gd name="connsiteX47" fmla="*/ 909293 w 948498"/>
                  <a:gd name="connsiteY47" fmla="*/ 571501 h 1555521"/>
                  <a:gd name="connsiteX48" fmla="*/ 894216 w 948498"/>
                  <a:gd name="connsiteY48" fmla="*/ 601764 h 1555521"/>
                  <a:gd name="connsiteX49" fmla="*/ 696459 w 948498"/>
                  <a:gd name="connsiteY49" fmla="*/ 924059 h 1555521"/>
                  <a:gd name="connsiteX50" fmla="*/ 685417 w 948498"/>
                  <a:gd name="connsiteY50" fmla="*/ 951828 h 1555521"/>
                  <a:gd name="connsiteX51" fmla="*/ 706877 w 948498"/>
                  <a:gd name="connsiteY51" fmla="*/ 1092434 h 1555521"/>
                  <a:gd name="connsiteX52" fmla="*/ 775327 w 948498"/>
                  <a:gd name="connsiteY52" fmla="*/ 1158683 h 1555521"/>
                  <a:gd name="connsiteX53" fmla="*/ 793338 w 948498"/>
                  <a:gd name="connsiteY53" fmla="*/ 1203913 h 1555521"/>
                  <a:gd name="connsiteX54" fmla="*/ 741212 w 948498"/>
                  <a:gd name="connsiteY54" fmla="*/ 1274527 h 1555521"/>
                  <a:gd name="connsiteX55" fmla="*/ 622873 w 948498"/>
                  <a:gd name="connsiteY55" fmla="*/ 1511865 h 1555521"/>
                  <a:gd name="connsiteX56" fmla="*/ 611502 w 948498"/>
                  <a:gd name="connsiteY56" fmla="*/ 1544586 h 1555521"/>
                  <a:gd name="connsiteX57" fmla="*/ 578304 w 948498"/>
                  <a:gd name="connsiteY57" fmla="*/ 1547887 h 15555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</a:cxnLst>
                <a:rect l="l" t="t" r="r" b="b"/>
                <a:pathLst>
                  <a:path w="948498" h="1555521">
                    <a:moveTo>
                      <a:pt x="578304" y="1547887"/>
                    </a:moveTo>
                    <a:cubicBezTo>
                      <a:pt x="545509" y="1485967"/>
                      <a:pt x="518034" y="1421148"/>
                      <a:pt x="477573" y="1363373"/>
                    </a:cubicBezTo>
                    <a:cubicBezTo>
                      <a:pt x="458351" y="1335897"/>
                      <a:pt x="439826" y="1307908"/>
                      <a:pt x="421375" y="1279883"/>
                    </a:cubicBezTo>
                    <a:cubicBezTo>
                      <a:pt x="415689" y="1271262"/>
                      <a:pt x="410700" y="1262018"/>
                      <a:pt x="406592" y="1252554"/>
                    </a:cubicBezTo>
                    <a:cubicBezTo>
                      <a:pt x="394266" y="1224088"/>
                      <a:pt x="397751" y="1209342"/>
                      <a:pt x="422218" y="1190340"/>
                    </a:cubicBezTo>
                    <a:cubicBezTo>
                      <a:pt x="445145" y="1172512"/>
                      <a:pt x="457177" y="1148668"/>
                      <a:pt x="463413" y="1121120"/>
                    </a:cubicBezTo>
                    <a:cubicBezTo>
                      <a:pt x="464514" y="1116204"/>
                      <a:pt x="459671" y="1034328"/>
                      <a:pt x="459195" y="1007476"/>
                    </a:cubicBezTo>
                    <a:cubicBezTo>
                      <a:pt x="458901" y="991629"/>
                      <a:pt x="452225" y="984403"/>
                      <a:pt x="438359" y="978020"/>
                    </a:cubicBezTo>
                    <a:cubicBezTo>
                      <a:pt x="394523" y="957808"/>
                      <a:pt x="353035" y="933157"/>
                      <a:pt x="312610" y="906709"/>
                    </a:cubicBezTo>
                    <a:cubicBezTo>
                      <a:pt x="233118" y="854766"/>
                      <a:pt x="171602" y="786536"/>
                      <a:pt x="126738" y="703192"/>
                    </a:cubicBezTo>
                    <a:cubicBezTo>
                      <a:pt x="121603" y="693692"/>
                      <a:pt x="115844" y="689510"/>
                      <a:pt x="104692" y="688042"/>
                    </a:cubicBezTo>
                    <a:cubicBezTo>
                      <a:pt x="36572" y="679202"/>
                      <a:pt x="-13280" y="604626"/>
                      <a:pt x="3154" y="537570"/>
                    </a:cubicBezTo>
                    <a:cubicBezTo>
                      <a:pt x="10564" y="507416"/>
                      <a:pt x="45999" y="500226"/>
                      <a:pt x="71788" y="523777"/>
                    </a:cubicBezTo>
                    <a:cubicBezTo>
                      <a:pt x="81252" y="532434"/>
                      <a:pt x="87011" y="543769"/>
                      <a:pt x="93320" y="557892"/>
                    </a:cubicBezTo>
                    <a:cubicBezTo>
                      <a:pt x="96512" y="548684"/>
                      <a:pt x="93761" y="543292"/>
                      <a:pt x="92037" y="537863"/>
                    </a:cubicBezTo>
                    <a:cubicBezTo>
                      <a:pt x="83966" y="512735"/>
                      <a:pt x="79674" y="486837"/>
                      <a:pt x="76813" y="460719"/>
                    </a:cubicBezTo>
                    <a:cubicBezTo>
                      <a:pt x="70724" y="405658"/>
                      <a:pt x="90753" y="361676"/>
                      <a:pt x="137670" y="332659"/>
                    </a:cubicBezTo>
                    <a:cubicBezTo>
                      <a:pt x="191337" y="299498"/>
                      <a:pt x="224755" y="254635"/>
                      <a:pt x="234439" y="191284"/>
                    </a:cubicBezTo>
                    <a:cubicBezTo>
                      <a:pt x="240198" y="153391"/>
                      <a:pt x="260337" y="121770"/>
                      <a:pt x="288620" y="95835"/>
                    </a:cubicBezTo>
                    <a:cubicBezTo>
                      <a:pt x="294379" y="90553"/>
                      <a:pt x="301018" y="84464"/>
                      <a:pt x="309639" y="87362"/>
                    </a:cubicBezTo>
                    <a:cubicBezTo>
                      <a:pt x="319250" y="90590"/>
                      <a:pt x="317929" y="99980"/>
                      <a:pt x="318003" y="107721"/>
                    </a:cubicBezTo>
                    <a:cubicBezTo>
                      <a:pt x="318516" y="155298"/>
                      <a:pt x="342213" y="185965"/>
                      <a:pt x="386709" y="200455"/>
                    </a:cubicBezTo>
                    <a:cubicBezTo>
                      <a:pt x="398338" y="204233"/>
                      <a:pt x="401786" y="207021"/>
                      <a:pt x="393863" y="218319"/>
                    </a:cubicBezTo>
                    <a:cubicBezTo>
                      <a:pt x="384362" y="231818"/>
                      <a:pt x="378052" y="247152"/>
                      <a:pt x="374898" y="263622"/>
                    </a:cubicBezTo>
                    <a:cubicBezTo>
                      <a:pt x="369945" y="289667"/>
                      <a:pt x="378089" y="309072"/>
                      <a:pt x="402006" y="325360"/>
                    </a:cubicBezTo>
                    <a:cubicBezTo>
                      <a:pt x="390011" y="285375"/>
                      <a:pt x="410590" y="259220"/>
                      <a:pt x="437955" y="236184"/>
                    </a:cubicBezTo>
                    <a:cubicBezTo>
                      <a:pt x="464367" y="213954"/>
                      <a:pt x="463560" y="189376"/>
                      <a:pt x="435167" y="169421"/>
                    </a:cubicBezTo>
                    <a:cubicBezTo>
                      <a:pt x="425630" y="162708"/>
                      <a:pt x="415029" y="158049"/>
                      <a:pt x="404134" y="153904"/>
                    </a:cubicBezTo>
                    <a:cubicBezTo>
                      <a:pt x="357033" y="136003"/>
                      <a:pt x="346395" y="75146"/>
                      <a:pt x="384985" y="42682"/>
                    </a:cubicBezTo>
                    <a:cubicBezTo>
                      <a:pt x="403400" y="27202"/>
                      <a:pt x="424860" y="16454"/>
                      <a:pt x="447713" y="9337"/>
                    </a:cubicBezTo>
                    <a:cubicBezTo>
                      <a:pt x="475408" y="717"/>
                      <a:pt x="493566" y="10364"/>
                      <a:pt x="504865" y="37106"/>
                    </a:cubicBezTo>
                    <a:cubicBezTo>
                      <a:pt x="517337" y="66599"/>
                      <a:pt x="515026" y="98293"/>
                      <a:pt x="519391" y="128997"/>
                    </a:cubicBezTo>
                    <a:cubicBezTo>
                      <a:pt x="520088" y="133839"/>
                      <a:pt x="519391" y="139011"/>
                      <a:pt x="520932" y="143523"/>
                    </a:cubicBezTo>
                    <a:cubicBezTo>
                      <a:pt x="523096" y="149906"/>
                      <a:pt x="519721" y="160580"/>
                      <a:pt x="529185" y="161681"/>
                    </a:cubicBezTo>
                    <a:cubicBezTo>
                      <a:pt x="536999" y="162598"/>
                      <a:pt x="541071" y="153867"/>
                      <a:pt x="544776" y="147778"/>
                    </a:cubicBezTo>
                    <a:cubicBezTo>
                      <a:pt x="568216" y="109371"/>
                      <a:pt x="574415" y="68250"/>
                      <a:pt x="563227" y="24561"/>
                    </a:cubicBezTo>
                    <a:cubicBezTo>
                      <a:pt x="561356" y="17224"/>
                      <a:pt x="555597" y="8787"/>
                      <a:pt x="563814" y="2588"/>
                    </a:cubicBezTo>
                    <a:cubicBezTo>
                      <a:pt x="571114" y="-2915"/>
                      <a:pt x="579478" y="1560"/>
                      <a:pt x="586411" y="4935"/>
                    </a:cubicBezTo>
                    <a:cubicBezTo>
                      <a:pt x="652110" y="36996"/>
                      <a:pt x="687068" y="91323"/>
                      <a:pt x="699100" y="161974"/>
                    </a:cubicBezTo>
                    <a:cubicBezTo>
                      <a:pt x="701228" y="174557"/>
                      <a:pt x="702475" y="186332"/>
                      <a:pt x="694515" y="198620"/>
                    </a:cubicBezTo>
                    <a:cubicBezTo>
                      <a:pt x="686848" y="210432"/>
                      <a:pt x="694845" y="219163"/>
                      <a:pt x="706950" y="220814"/>
                    </a:cubicBezTo>
                    <a:cubicBezTo>
                      <a:pt x="768981" y="229251"/>
                      <a:pt x="809259" y="272536"/>
                      <a:pt x="852104" y="311273"/>
                    </a:cubicBezTo>
                    <a:cubicBezTo>
                      <a:pt x="872903" y="330055"/>
                      <a:pt x="873050" y="337685"/>
                      <a:pt x="860541" y="362593"/>
                    </a:cubicBezTo>
                    <a:cubicBezTo>
                      <a:pt x="850527" y="382548"/>
                      <a:pt x="846015" y="403311"/>
                      <a:pt x="849573" y="429135"/>
                    </a:cubicBezTo>
                    <a:cubicBezTo>
                      <a:pt x="854012" y="419671"/>
                      <a:pt x="856506" y="413031"/>
                      <a:pt x="860064" y="407015"/>
                    </a:cubicBezTo>
                    <a:cubicBezTo>
                      <a:pt x="870225" y="389848"/>
                      <a:pt x="885009" y="380274"/>
                      <a:pt x="905477" y="382071"/>
                    </a:cubicBezTo>
                    <a:cubicBezTo>
                      <a:pt x="924699" y="383722"/>
                      <a:pt x="934787" y="397221"/>
                      <a:pt x="939776" y="413508"/>
                    </a:cubicBezTo>
                    <a:cubicBezTo>
                      <a:pt x="957457" y="471284"/>
                      <a:pt x="948727" y="524731"/>
                      <a:pt x="909293" y="571501"/>
                    </a:cubicBezTo>
                    <a:cubicBezTo>
                      <a:pt x="901516" y="580709"/>
                      <a:pt x="896564" y="590026"/>
                      <a:pt x="894216" y="601764"/>
                    </a:cubicBezTo>
                    <a:cubicBezTo>
                      <a:pt x="868208" y="733639"/>
                      <a:pt x="801555" y="840790"/>
                      <a:pt x="696459" y="924059"/>
                    </a:cubicBezTo>
                    <a:cubicBezTo>
                      <a:pt x="686334" y="932093"/>
                      <a:pt x="683583" y="939576"/>
                      <a:pt x="685417" y="951828"/>
                    </a:cubicBezTo>
                    <a:cubicBezTo>
                      <a:pt x="690773" y="987447"/>
                      <a:pt x="704859" y="1087592"/>
                      <a:pt x="706877" y="1092434"/>
                    </a:cubicBezTo>
                    <a:cubicBezTo>
                      <a:pt x="720156" y="1124421"/>
                      <a:pt x="740882" y="1148522"/>
                      <a:pt x="775327" y="1158683"/>
                    </a:cubicBezTo>
                    <a:cubicBezTo>
                      <a:pt x="803609" y="1167010"/>
                      <a:pt x="808121" y="1177978"/>
                      <a:pt x="793338" y="1203913"/>
                    </a:cubicBezTo>
                    <a:cubicBezTo>
                      <a:pt x="778775" y="1229444"/>
                      <a:pt x="759407" y="1251600"/>
                      <a:pt x="741212" y="1274527"/>
                    </a:cubicBezTo>
                    <a:cubicBezTo>
                      <a:pt x="685051" y="1345361"/>
                      <a:pt x="645433" y="1424303"/>
                      <a:pt x="622873" y="1511865"/>
                    </a:cubicBezTo>
                    <a:cubicBezTo>
                      <a:pt x="620012" y="1523016"/>
                      <a:pt x="615317" y="1533691"/>
                      <a:pt x="611502" y="1544586"/>
                    </a:cubicBezTo>
                    <a:cubicBezTo>
                      <a:pt x="601891" y="1558892"/>
                      <a:pt x="590592" y="1558268"/>
                      <a:pt x="578304" y="1547887"/>
                    </a:cubicBezTo>
                    <a:close/>
                  </a:path>
                </a:pathLst>
              </a:custGeom>
              <a:solidFill>
                <a:srgbClr val="F4AB93"/>
              </a:solidFill>
              <a:ln w="366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2" name="자유형: 도형 21">
                <a:extLst>
                  <a:ext uri="{FF2B5EF4-FFF2-40B4-BE49-F238E27FC236}">
                    <a16:creationId xmlns:a16="http://schemas.microsoft.com/office/drawing/2014/main" id="{5C9EBE0D-CD09-4465-AE7B-9A65331DAC88}"/>
                  </a:ext>
                </a:extLst>
              </p:cNvPr>
              <p:cNvSpPr/>
              <p:nvPr/>
            </p:nvSpPr>
            <p:spPr>
              <a:xfrm>
                <a:off x="10163345" y="2753578"/>
                <a:ext cx="241769" cy="205337"/>
              </a:xfrm>
              <a:custGeom>
                <a:avLst/>
                <a:gdLst>
                  <a:gd name="connsiteX0" fmla="*/ 221667 w 241769"/>
                  <a:gd name="connsiteY0" fmla="*/ 151096 h 205337"/>
                  <a:gd name="connsiteX1" fmla="*/ 113306 w 241769"/>
                  <a:gd name="connsiteY1" fmla="*/ 0 h 205337"/>
                  <a:gd name="connsiteX2" fmla="*/ 7109 w 241769"/>
                  <a:gd name="connsiteY2" fmla="*/ 46147 h 205337"/>
                  <a:gd name="connsiteX3" fmla="*/ 1424 w 241769"/>
                  <a:gd name="connsiteY3" fmla="*/ 65185 h 205337"/>
                  <a:gd name="connsiteX4" fmla="*/ 1424 w 241769"/>
                  <a:gd name="connsiteY4" fmla="*/ 65185 h 205337"/>
                  <a:gd name="connsiteX5" fmla="*/ 1424 w 241769"/>
                  <a:gd name="connsiteY5" fmla="*/ 65185 h 205337"/>
                  <a:gd name="connsiteX6" fmla="*/ 72588 w 241769"/>
                  <a:gd name="connsiteY6" fmla="*/ 201535 h 205337"/>
                  <a:gd name="connsiteX7" fmla="*/ 241769 w 241769"/>
                  <a:gd name="connsiteY7" fmla="*/ 168301 h 205337"/>
                  <a:gd name="connsiteX8" fmla="*/ 221667 w 241769"/>
                  <a:gd name="connsiteY8" fmla="*/ 151096 h 2053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41769" h="205337">
                    <a:moveTo>
                      <a:pt x="221667" y="151096"/>
                    </a:moveTo>
                    <a:cubicBezTo>
                      <a:pt x="185608" y="100694"/>
                      <a:pt x="149439" y="50365"/>
                      <a:pt x="113306" y="0"/>
                    </a:cubicBezTo>
                    <a:cubicBezTo>
                      <a:pt x="72258" y="2384"/>
                      <a:pt x="37372" y="18782"/>
                      <a:pt x="7109" y="46147"/>
                    </a:cubicBezTo>
                    <a:cubicBezTo>
                      <a:pt x="1056" y="51613"/>
                      <a:pt x="-1988" y="57262"/>
                      <a:pt x="1424" y="65185"/>
                    </a:cubicBezTo>
                    <a:cubicBezTo>
                      <a:pt x="1424" y="65185"/>
                      <a:pt x="1424" y="65185"/>
                      <a:pt x="1424" y="65185"/>
                    </a:cubicBezTo>
                    <a:cubicBezTo>
                      <a:pt x="1424" y="65185"/>
                      <a:pt x="1424" y="65185"/>
                      <a:pt x="1424" y="65185"/>
                    </a:cubicBezTo>
                    <a:cubicBezTo>
                      <a:pt x="43682" y="116798"/>
                      <a:pt x="51019" y="157149"/>
                      <a:pt x="72588" y="201535"/>
                    </a:cubicBezTo>
                    <a:cubicBezTo>
                      <a:pt x="133298" y="212540"/>
                      <a:pt x="189239" y="199114"/>
                      <a:pt x="241769" y="168301"/>
                    </a:cubicBezTo>
                    <a:cubicBezTo>
                      <a:pt x="231571" y="166613"/>
                      <a:pt x="227023" y="158543"/>
                      <a:pt x="221667" y="151096"/>
                    </a:cubicBezTo>
                    <a:close/>
                  </a:path>
                </a:pathLst>
              </a:custGeom>
              <a:solidFill>
                <a:schemeClr val="accent4">
                  <a:lumMod val="50000"/>
                </a:schemeClr>
              </a:solidFill>
              <a:ln w="366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</p:grpSp>
        <p:grpSp>
          <p:nvGrpSpPr>
            <p:cNvPr id="7" name="그룹 6">
              <a:extLst>
                <a:ext uri="{FF2B5EF4-FFF2-40B4-BE49-F238E27FC236}">
                  <a16:creationId xmlns:a16="http://schemas.microsoft.com/office/drawing/2014/main" id="{5F517699-9D62-4882-9392-D4B0F18DE0D6}"/>
                </a:ext>
              </a:extLst>
            </p:cNvPr>
            <p:cNvGrpSpPr/>
            <p:nvPr/>
          </p:nvGrpSpPr>
          <p:grpSpPr>
            <a:xfrm>
              <a:off x="9232273" y="2240828"/>
              <a:ext cx="1014914" cy="1246329"/>
              <a:chOff x="9232273" y="2240828"/>
              <a:chExt cx="1014914" cy="1246329"/>
            </a:xfrm>
          </p:grpSpPr>
          <p:sp>
            <p:nvSpPr>
              <p:cNvPr id="9" name="자유형: 도형 8">
                <a:extLst>
                  <a:ext uri="{FF2B5EF4-FFF2-40B4-BE49-F238E27FC236}">
                    <a16:creationId xmlns:a16="http://schemas.microsoft.com/office/drawing/2014/main" id="{7B626A27-FCD6-40CA-8DB4-0D1A6A38221C}"/>
                  </a:ext>
                </a:extLst>
              </p:cNvPr>
              <p:cNvSpPr/>
              <p:nvPr/>
            </p:nvSpPr>
            <p:spPr>
              <a:xfrm>
                <a:off x="9232273" y="2240828"/>
                <a:ext cx="1014914" cy="988012"/>
              </a:xfrm>
              <a:custGeom>
                <a:avLst/>
                <a:gdLst>
                  <a:gd name="connsiteX0" fmla="*/ 1014298 w 1014914"/>
                  <a:gd name="connsiteY0" fmla="*/ 958960 h 988012"/>
                  <a:gd name="connsiteX1" fmla="*/ 791560 w 1014914"/>
                  <a:gd name="connsiteY1" fmla="*/ 136348 h 988012"/>
                  <a:gd name="connsiteX2" fmla="*/ 791487 w 1014914"/>
                  <a:gd name="connsiteY2" fmla="*/ 130882 h 988012"/>
                  <a:gd name="connsiteX3" fmla="*/ 791487 w 1014914"/>
                  <a:gd name="connsiteY3" fmla="*/ 130882 h 988012"/>
                  <a:gd name="connsiteX4" fmla="*/ 761921 w 1014914"/>
                  <a:gd name="connsiteY4" fmla="*/ 18009 h 988012"/>
                  <a:gd name="connsiteX5" fmla="*/ 735472 w 1014914"/>
                  <a:gd name="connsiteY5" fmla="*/ 2603 h 988012"/>
                  <a:gd name="connsiteX6" fmla="*/ 634595 w 1014914"/>
                  <a:gd name="connsiteY6" fmla="*/ 34297 h 988012"/>
                  <a:gd name="connsiteX7" fmla="*/ 464313 w 1014914"/>
                  <a:gd name="connsiteY7" fmla="*/ 89247 h 988012"/>
                  <a:gd name="connsiteX8" fmla="*/ 88241 w 1014914"/>
                  <a:gd name="connsiteY8" fmla="*/ 210374 h 988012"/>
                  <a:gd name="connsiteX9" fmla="*/ 16783 w 1014914"/>
                  <a:gd name="connsiteY9" fmla="*/ 253036 h 988012"/>
                  <a:gd name="connsiteX10" fmla="*/ 6108 w 1014914"/>
                  <a:gd name="connsiteY10" fmla="*/ 316937 h 988012"/>
                  <a:gd name="connsiteX11" fmla="*/ 84426 w 1014914"/>
                  <a:gd name="connsiteY11" fmla="*/ 232457 h 988012"/>
                  <a:gd name="connsiteX12" fmla="*/ 293921 w 1014914"/>
                  <a:gd name="connsiteY12" fmla="*/ 167675 h 988012"/>
                  <a:gd name="connsiteX13" fmla="*/ 721680 w 1014914"/>
                  <a:gd name="connsiteY13" fmla="*/ 35727 h 988012"/>
                  <a:gd name="connsiteX14" fmla="*/ 741525 w 1014914"/>
                  <a:gd name="connsiteY14" fmla="*/ 46805 h 988012"/>
                  <a:gd name="connsiteX15" fmla="*/ 1000836 w 1014914"/>
                  <a:gd name="connsiteY15" fmla="*/ 988013 h 988012"/>
                  <a:gd name="connsiteX16" fmla="*/ 1014298 w 1014914"/>
                  <a:gd name="connsiteY16" fmla="*/ 958960 h 9880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014914" h="988012">
                    <a:moveTo>
                      <a:pt x="1014298" y="958960"/>
                    </a:moveTo>
                    <a:cubicBezTo>
                      <a:pt x="1004944" y="922497"/>
                      <a:pt x="830371" y="286894"/>
                      <a:pt x="791560" y="136348"/>
                    </a:cubicBezTo>
                    <a:cubicBezTo>
                      <a:pt x="791120" y="134624"/>
                      <a:pt x="791487" y="132716"/>
                      <a:pt x="791487" y="130882"/>
                    </a:cubicBezTo>
                    <a:cubicBezTo>
                      <a:pt x="791487" y="130882"/>
                      <a:pt x="791487" y="130882"/>
                      <a:pt x="791487" y="130882"/>
                    </a:cubicBezTo>
                    <a:cubicBezTo>
                      <a:pt x="781509" y="93282"/>
                      <a:pt x="770835" y="55829"/>
                      <a:pt x="761921" y="18009"/>
                    </a:cubicBezTo>
                    <a:cubicBezTo>
                      <a:pt x="758069" y="1759"/>
                      <a:pt x="753154" y="-3817"/>
                      <a:pt x="735472" y="2603"/>
                    </a:cubicBezTo>
                    <a:cubicBezTo>
                      <a:pt x="702348" y="14598"/>
                      <a:pt x="668270" y="23878"/>
                      <a:pt x="634595" y="34297"/>
                    </a:cubicBezTo>
                    <a:cubicBezTo>
                      <a:pt x="577846" y="52601"/>
                      <a:pt x="521062" y="70979"/>
                      <a:pt x="464313" y="89247"/>
                    </a:cubicBezTo>
                    <a:cubicBezTo>
                      <a:pt x="338931" y="129598"/>
                      <a:pt x="213513" y="169729"/>
                      <a:pt x="88241" y="210374"/>
                    </a:cubicBezTo>
                    <a:cubicBezTo>
                      <a:pt x="61353" y="219104"/>
                      <a:pt x="35785" y="231026"/>
                      <a:pt x="16783" y="253036"/>
                    </a:cubicBezTo>
                    <a:cubicBezTo>
                      <a:pt x="496" y="271891"/>
                      <a:pt x="-5667" y="293094"/>
                      <a:pt x="6108" y="316937"/>
                    </a:cubicBezTo>
                    <a:cubicBezTo>
                      <a:pt x="11060" y="269176"/>
                      <a:pt x="43818" y="247057"/>
                      <a:pt x="84426" y="232457"/>
                    </a:cubicBezTo>
                    <a:cubicBezTo>
                      <a:pt x="153280" y="207733"/>
                      <a:pt x="223747" y="188181"/>
                      <a:pt x="293921" y="167675"/>
                    </a:cubicBezTo>
                    <a:cubicBezTo>
                      <a:pt x="437168" y="125820"/>
                      <a:pt x="577480" y="74501"/>
                      <a:pt x="721680" y="35727"/>
                    </a:cubicBezTo>
                    <a:cubicBezTo>
                      <a:pt x="733601" y="32499"/>
                      <a:pt x="737930" y="33673"/>
                      <a:pt x="741525" y="46805"/>
                    </a:cubicBezTo>
                    <a:cubicBezTo>
                      <a:pt x="790790" y="228495"/>
                      <a:pt x="988070" y="941609"/>
                      <a:pt x="1000836" y="988013"/>
                    </a:cubicBezTo>
                    <a:cubicBezTo>
                      <a:pt x="1009603" y="977705"/>
                      <a:pt x="1017160" y="970185"/>
                      <a:pt x="1014298" y="958960"/>
                    </a:cubicBezTo>
                    <a:close/>
                  </a:path>
                </a:pathLst>
              </a:custGeom>
              <a:solidFill>
                <a:srgbClr val="AC342A"/>
              </a:solidFill>
              <a:ln w="366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0" name="자유형: 도형 9">
                <a:extLst>
                  <a:ext uri="{FF2B5EF4-FFF2-40B4-BE49-F238E27FC236}">
                    <a16:creationId xmlns:a16="http://schemas.microsoft.com/office/drawing/2014/main" id="{06C0D5A2-F7D4-4055-920C-76E4E8AF2782}"/>
                  </a:ext>
                </a:extLst>
              </p:cNvPr>
              <p:cNvSpPr/>
              <p:nvPr/>
            </p:nvSpPr>
            <p:spPr>
              <a:xfrm>
                <a:off x="9238638" y="2275035"/>
                <a:ext cx="984135" cy="1003657"/>
              </a:xfrm>
              <a:custGeom>
                <a:avLst/>
                <a:gdLst>
                  <a:gd name="connsiteX0" fmla="*/ 982879 w 984135"/>
                  <a:gd name="connsiteY0" fmla="*/ 932456 h 1003657"/>
                  <a:gd name="connsiteX1" fmla="*/ 735123 w 984135"/>
                  <a:gd name="connsiteY1" fmla="*/ 12599 h 1003657"/>
                  <a:gd name="connsiteX2" fmla="*/ 715278 w 984135"/>
                  <a:gd name="connsiteY2" fmla="*/ 1520 h 1003657"/>
                  <a:gd name="connsiteX3" fmla="*/ 287520 w 984135"/>
                  <a:gd name="connsiteY3" fmla="*/ 133468 h 1003657"/>
                  <a:gd name="connsiteX4" fmla="*/ 78024 w 984135"/>
                  <a:gd name="connsiteY4" fmla="*/ 198250 h 1003657"/>
                  <a:gd name="connsiteX5" fmla="*/ 0 w 984135"/>
                  <a:gd name="connsiteY5" fmla="*/ 280750 h 1003657"/>
                  <a:gd name="connsiteX6" fmla="*/ 652954 w 984135"/>
                  <a:gd name="connsiteY6" fmla="*/ 92017 h 1003657"/>
                  <a:gd name="connsiteX7" fmla="*/ 702586 w 984135"/>
                  <a:gd name="connsiteY7" fmla="*/ 119162 h 1003657"/>
                  <a:gd name="connsiteX8" fmla="*/ 945572 w 984135"/>
                  <a:gd name="connsiteY8" fmla="*/ 1003658 h 1003657"/>
                  <a:gd name="connsiteX9" fmla="*/ 983466 w 984135"/>
                  <a:gd name="connsiteY9" fmla="*/ 953806 h 1003657"/>
                  <a:gd name="connsiteX10" fmla="*/ 982879 w 984135"/>
                  <a:gd name="connsiteY10" fmla="*/ 932456 h 10036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984135" h="1003657">
                    <a:moveTo>
                      <a:pt x="982879" y="932456"/>
                    </a:moveTo>
                    <a:cubicBezTo>
                      <a:pt x="964868" y="863456"/>
                      <a:pt x="782114" y="185888"/>
                      <a:pt x="735123" y="12599"/>
                    </a:cubicBezTo>
                    <a:cubicBezTo>
                      <a:pt x="731565" y="-570"/>
                      <a:pt x="727236" y="-1708"/>
                      <a:pt x="715278" y="1520"/>
                    </a:cubicBezTo>
                    <a:cubicBezTo>
                      <a:pt x="571078" y="40331"/>
                      <a:pt x="430729" y="91613"/>
                      <a:pt x="287520" y="133468"/>
                    </a:cubicBezTo>
                    <a:cubicBezTo>
                      <a:pt x="217346" y="153974"/>
                      <a:pt x="146878" y="173526"/>
                      <a:pt x="78024" y="198250"/>
                    </a:cubicBezTo>
                    <a:cubicBezTo>
                      <a:pt x="38003" y="212630"/>
                      <a:pt x="5686" y="234383"/>
                      <a:pt x="0" y="280750"/>
                    </a:cubicBezTo>
                    <a:cubicBezTo>
                      <a:pt x="807" y="282180"/>
                      <a:pt x="436122" y="156322"/>
                      <a:pt x="652954" y="92017"/>
                    </a:cubicBezTo>
                    <a:cubicBezTo>
                      <a:pt x="691654" y="80535"/>
                      <a:pt x="692021" y="80498"/>
                      <a:pt x="702586" y="119162"/>
                    </a:cubicBezTo>
                    <a:cubicBezTo>
                      <a:pt x="743890" y="270295"/>
                      <a:pt x="922719" y="921672"/>
                      <a:pt x="945572" y="1003658"/>
                    </a:cubicBezTo>
                    <a:cubicBezTo>
                      <a:pt x="962960" y="988104"/>
                      <a:pt x="969343" y="972551"/>
                      <a:pt x="983466" y="953806"/>
                    </a:cubicBezTo>
                    <a:cubicBezTo>
                      <a:pt x="984163" y="946689"/>
                      <a:pt x="984750" y="939720"/>
                      <a:pt x="982879" y="932456"/>
                    </a:cubicBezTo>
                    <a:close/>
                  </a:path>
                </a:pathLst>
              </a:custGeom>
              <a:solidFill>
                <a:srgbClr val="FEFEFE"/>
              </a:solidFill>
              <a:ln w="366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1" name="자유형: 도형 10">
                <a:extLst>
                  <a:ext uri="{FF2B5EF4-FFF2-40B4-BE49-F238E27FC236}">
                    <a16:creationId xmlns:a16="http://schemas.microsoft.com/office/drawing/2014/main" id="{35543E65-B978-40F6-816C-AECA6A584570}"/>
                  </a:ext>
                </a:extLst>
              </p:cNvPr>
              <p:cNvSpPr/>
              <p:nvPr/>
            </p:nvSpPr>
            <p:spPr>
              <a:xfrm>
                <a:off x="9241022" y="2351240"/>
                <a:ext cx="943904" cy="1135917"/>
              </a:xfrm>
              <a:custGeom>
                <a:avLst/>
                <a:gdLst>
                  <a:gd name="connsiteX0" fmla="*/ 942602 w 943904"/>
                  <a:gd name="connsiteY0" fmla="*/ 897006 h 1135917"/>
                  <a:gd name="connsiteX1" fmla="*/ 704860 w 943904"/>
                  <a:gd name="connsiteY1" fmla="*/ 27110 h 1135917"/>
                  <a:gd name="connsiteX2" fmla="*/ 661941 w 943904"/>
                  <a:gd name="connsiteY2" fmla="*/ 3339 h 1135917"/>
                  <a:gd name="connsiteX3" fmla="*/ 24761 w 943904"/>
                  <a:gd name="connsiteY3" fmla="*/ 192513 h 1135917"/>
                  <a:gd name="connsiteX4" fmla="*/ 0 w 943904"/>
                  <a:gd name="connsiteY4" fmla="*/ 208800 h 1135917"/>
                  <a:gd name="connsiteX5" fmla="*/ 290565 w 943904"/>
                  <a:gd name="connsiteY5" fmla="*/ 1121431 h 1135917"/>
                  <a:gd name="connsiteX6" fmla="*/ 312904 w 943904"/>
                  <a:gd name="connsiteY6" fmla="*/ 1134050 h 1135917"/>
                  <a:gd name="connsiteX7" fmla="*/ 935815 w 943904"/>
                  <a:gd name="connsiteY7" fmla="*/ 927416 h 1135917"/>
                  <a:gd name="connsiteX8" fmla="*/ 942602 w 943904"/>
                  <a:gd name="connsiteY8" fmla="*/ 897006 h 11359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943904" h="1135917">
                    <a:moveTo>
                      <a:pt x="942602" y="897006"/>
                    </a:moveTo>
                    <a:cubicBezTo>
                      <a:pt x="923710" y="827529"/>
                      <a:pt x="743780" y="172080"/>
                      <a:pt x="704860" y="27110"/>
                    </a:cubicBezTo>
                    <a:cubicBezTo>
                      <a:pt x="697707" y="442"/>
                      <a:pt x="688720" y="-4401"/>
                      <a:pt x="661941" y="3339"/>
                    </a:cubicBezTo>
                    <a:cubicBezTo>
                      <a:pt x="616198" y="16582"/>
                      <a:pt x="82206" y="175859"/>
                      <a:pt x="24761" y="192513"/>
                    </a:cubicBezTo>
                    <a:cubicBezTo>
                      <a:pt x="15114" y="195301"/>
                      <a:pt x="3852" y="196731"/>
                      <a:pt x="0" y="208800"/>
                    </a:cubicBezTo>
                    <a:cubicBezTo>
                      <a:pt x="5282" y="242071"/>
                      <a:pt x="265070" y="1040546"/>
                      <a:pt x="290565" y="1121431"/>
                    </a:cubicBezTo>
                    <a:cubicBezTo>
                      <a:pt x="294526" y="1133977"/>
                      <a:pt x="298048" y="1138966"/>
                      <a:pt x="312904" y="1134050"/>
                    </a:cubicBezTo>
                    <a:cubicBezTo>
                      <a:pt x="429372" y="1095680"/>
                      <a:pt x="913328" y="941282"/>
                      <a:pt x="935815" y="927416"/>
                    </a:cubicBezTo>
                    <a:cubicBezTo>
                      <a:pt x="943959" y="922647"/>
                      <a:pt x="945389" y="907167"/>
                      <a:pt x="942602" y="897006"/>
                    </a:cubicBezTo>
                    <a:close/>
                  </a:path>
                </a:pathLst>
              </a:custGeom>
              <a:solidFill>
                <a:srgbClr val="DC5849"/>
              </a:solidFill>
              <a:ln w="366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2" name="자유형: 도형 11">
                <a:extLst>
                  <a:ext uri="{FF2B5EF4-FFF2-40B4-BE49-F238E27FC236}">
                    <a16:creationId xmlns:a16="http://schemas.microsoft.com/office/drawing/2014/main" id="{8A97B7CD-5E37-44DA-A4DE-D5EF768C2CB1}"/>
                  </a:ext>
                </a:extLst>
              </p:cNvPr>
              <p:cNvSpPr/>
              <p:nvPr/>
            </p:nvSpPr>
            <p:spPr>
              <a:xfrm>
                <a:off x="9449297" y="2554354"/>
                <a:ext cx="406061" cy="312708"/>
              </a:xfrm>
              <a:custGeom>
                <a:avLst/>
                <a:gdLst>
                  <a:gd name="connsiteX0" fmla="*/ 2174 w 406061"/>
                  <a:gd name="connsiteY0" fmla="*/ 136240 h 312708"/>
                  <a:gd name="connsiteX1" fmla="*/ 15710 w 406061"/>
                  <a:gd name="connsiteY1" fmla="*/ 109938 h 312708"/>
                  <a:gd name="connsiteX2" fmla="*/ 329165 w 406061"/>
                  <a:gd name="connsiteY2" fmla="*/ 2274 h 312708"/>
                  <a:gd name="connsiteX3" fmla="*/ 356310 w 406061"/>
                  <a:gd name="connsiteY3" fmla="*/ 22487 h 312708"/>
                  <a:gd name="connsiteX4" fmla="*/ 401283 w 406061"/>
                  <a:gd name="connsiteY4" fmla="*/ 170025 h 312708"/>
                  <a:gd name="connsiteX5" fmla="*/ 391746 w 406061"/>
                  <a:gd name="connsiteY5" fmla="*/ 206598 h 312708"/>
                  <a:gd name="connsiteX6" fmla="*/ 92927 w 406061"/>
                  <a:gd name="connsiteY6" fmla="*/ 311254 h 312708"/>
                  <a:gd name="connsiteX7" fmla="*/ 59253 w 406061"/>
                  <a:gd name="connsiteY7" fmla="*/ 295150 h 312708"/>
                  <a:gd name="connsiteX8" fmla="*/ 2174 w 406061"/>
                  <a:gd name="connsiteY8" fmla="*/ 136240 h 3127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406061" h="312708">
                    <a:moveTo>
                      <a:pt x="2174" y="136240"/>
                    </a:moveTo>
                    <a:cubicBezTo>
                      <a:pt x="-2888" y="120943"/>
                      <a:pt x="597" y="115074"/>
                      <a:pt x="15710" y="109938"/>
                    </a:cubicBezTo>
                    <a:cubicBezTo>
                      <a:pt x="120403" y="74613"/>
                      <a:pt x="224802" y="38480"/>
                      <a:pt x="329165" y="2274"/>
                    </a:cubicBezTo>
                    <a:cubicBezTo>
                      <a:pt x="345195" y="-3301"/>
                      <a:pt x="348533" y="624"/>
                      <a:pt x="356310" y="22487"/>
                    </a:cubicBezTo>
                    <a:cubicBezTo>
                      <a:pt x="379824" y="88589"/>
                      <a:pt x="387161" y="117935"/>
                      <a:pt x="401283" y="170025"/>
                    </a:cubicBezTo>
                    <a:cubicBezTo>
                      <a:pt x="407740" y="193869"/>
                      <a:pt x="410234" y="200691"/>
                      <a:pt x="391746" y="206598"/>
                    </a:cubicBezTo>
                    <a:cubicBezTo>
                      <a:pt x="320214" y="229414"/>
                      <a:pt x="177775" y="282017"/>
                      <a:pt x="92927" y="311254"/>
                    </a:cubicBezTo>
                    <a:cubicBezTo>
                      <a:pt x="79171" y="315986"/>
                      <a:pt x="64205" y="308796"/>
                      <a:pt x="59253" y="295150"/>
                    </a:cubicBezTo>
                    <a:cubicBezTo>
                      <a:pt x="41388" y="245812"/>
                      <a:pt x="16187" y="178498"/>
                      <a:pt x="2174" y="136240"/>
                    </a:cubicBezTo>
                    <a:close/>
                  </a:path>
                </a:pathLst>
              </a:custGeom>
              <a:solidFill>
                <a:srgbClr val="DE7265"/>
              </a:solidFill>
              <a:ln w="366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</p:grpSp>
        <p:sp>
          <p:nvSpPr>
            <p:cNvPr id="8" name="자유형: 도형 7">
              <a:extLst>
                <a:ext uri="{FF2B5EF4-FFF2-40B4-BE49-F238E27FC236}">
                  <a16:creationId xmlns:a16="http://schemas.microsoft.com/office/drawing/2014/main" id="{5EF2C35C-202C-4E6A-872F-2FAED9D6B2E9}"/>
                </a:ext>
              </a:extLst>
            </p:cNvPr>
            <p:cNvSpPr/>
            <p:nvPr/>
          </p:nvSpPr>
          <p:spPr>
            <a:xfrm>
              <a:off x="9341642" y="2816026"/>
              <a:ext cx="894641" cy="410257"/>
            </a:xfrm>
            <a:custGeom>
              <a:avLst/>
              <a:gdLst>
                <a:gd name="connsiteX0" fmla="*/ 825805 w 894641"/>
                <a:gd name="connsiteY0" fmla="*/ 244 h 410257"/>
                <a:gd name="connsiteX1" fmla="*/ 633550 w 894641"/>
                <a:gd name="connsiteY1" fmla="*/ 62054 h 410257"/>
                <a:gd name="connsiteX2" fmla="*/ 434546 w 894641"/>
                <a:gd name="connsiteY2" fmla="*/ 124305 h 410257"/>
                <a:gd name="connsiteX3" fmla="*/ 403989 w 894641"/>
                <a:gd name="connsiteY3" fmla="*/ 116822 h 410257"/>
                <a:gd name="connsiteX4" fmla="*/ 252783 w 894641"/>
                <a:gd name="connsiteY4" fmla="*/ 31974 h 410257"/>
                <a:gd name="connsiteX5" fmla="*/ 252783 w 894641"/>
                <a:gd name="connsiteY5" fmla="*/ 31974 h 410257"/>
                <a:gd name="connsiteX6" fmla="*/ 252783 w 894641"/>
                <a:gd name="connsiteY6" fmla="*/ 31974 h 410257"/>
                <a:gd name="connsiteX7" fmla="*/ 157151 w 894641"/>
                <a:gd name="connsiteY7" fmla="*/ 24748 h 410257"/>
                <a:gd name="connsiteX8" fmla="*/ 157151 w 894641"/>
                <a:gd name="connsiteY8" fmla="*/ 24748 h 410257"/>
                <a:gd name="connsiteX9" fmla="*/ 157151 w 894641"/>
                <a:gd name="connsiteY9" fmla="*/ 24748 h 410257"/>
                <a:gd name="connsiteX10" fmla="*/ 157664 w 894641"/>
                <a:gd name="connsiteY10" fmla="*/ 45657 h 410257"/>
                <a:gd name="connsiteX11" fmla="*/ 207590 w 894641"/>
                <a:gd name="connsiteY11" fmla="*/ 82597 h 410257"/>
                <a:gd name="connsiteX12" fmla="*/ 262651 w 894641"/>
                <a:gd name="connsiteY12" fmla="*/ 124782 h 410257"/>
                <a:gd name="connsiteX13" fmla="*/ 255461 w 894641"/>
                <a:gd name="connsiteY13" fmla="*/ 154568 h 410257"/>
                <a:gd name="connsiteX14" fmla="*/ 162176 w 894641"/>
                <a:gd name="connsiteY14" fmla="*/ 170635 h 410257"/>
                <a:gd name="connsiteX15" fmla="*/ 72450 w 894641"/>
                <a:gd name="connsiteY15" fmla="*/ 171699 h 410257"/>
                <a:gd name="connsiteX16" fmla="*/ 25863 w 894641"/>
                <a:gd name="connsiteY16" fmla="*/ 147048 h 410257"/>
                <a:gd name="connsiteX17" fmla="*/ 25863 w 894641"/>
                <a:gd name="connsiteY17" fmla="*/ 147048 h 410257"/>
                <a:gd name="connsiteX18" fmla="*/ 13171 w 894641"/>
                <a:gd name="connsiteY18" fmla="*/ 221991 h 410257"/>
                <a:gd name="connsiteX19" fmla="*/ 12841 w 894641"/>
                <a:gd name="connsiteY19" fmla="*/ 237215 h 410257"/>
                <a:gd name="connsiteX20" fmla="*/ 39876 w 894641"/>
                <a:gd name="connsiteY20" fmla="*/ 295173 h 410257"/>
                <a:gd name="connsiteX21" fmla="*/ 51101 w 894641"/>
                <a:gd name="connsiteY21" fmla="*/ 312708 h 410257"/>
                <a:gd name="connsiteX22" fmla="*/ 85986 w 894641"/>
                <a:gd name="connsiteY22" fmla="*/ 362780 h 410257"/>
                <a:gd name="connsiteX23" fmla="*/ 102897 w 894641"/>
                <a:gd name="connsiteY23" fmla="*/ 382589 h 410257"/>
                <a:gd name="connsiteX24" fmla="*/ 107996 w 894641"/>
                <a:gd name="connsiteY24" fmla="*/ 396088 h 410257"/>
                <a:gd name="connsiteX25" fmla="*/ 150511 w 894641"/>
                <a:gd name="connsiteY25" fmla="*/ 410174 h 410257"/>
                <a:gd name="connsiteX26" fmla="*/ 260229 w 894641"/>
                <a:gd name="connsiteY26" fmla="*/ 393520 h 410257"/>
                <a:gd name="connsiteX27" fmla="*/ 433299 w 894641"/>
                <a:gd name="connsiteY27" fmla="*/ 303574 h 410257"/>
                <a:gd name="connsiteX28" fmla="*/ 503620 w 894641"/>
                <a:gd name="connsiteY28" fmla="*/ 261499 h 410257"/>
                <a:gd name="connsiteX29" fmla="*/ 725257 w 894641"/>
                <a:gd name="connsiteY29" fmla="*/ 192755 h 410257"/>
                <a:gd name="connsiteX30" fmla="*/ 894291 w 894641"/>
                <a:gd name="connsiteY30" fmla="*/ 139052 h 410257"/>
                <a:gd name="connsiteX31" fmla="*/ 825805 w 894641"/>
                <a:gd name="connsiteY31" fmla="*/ 244 h 4102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894641" h="410257">
                  <a:moveTo>
                    <a:pt x="825805" y="244"/>
                  </a:moveTo>
                  <a:cubicBezTo>
                    <a:pt x="815827" y="-4158"/>
                    <a:pt x="663557" y="52407"/>
                    <a:pt x="633550" y="62054"/>
                  </a:cubicBezTo>
                  <a:cubicBezTo>
                    <a:pt x="567374" y="83257"/>
                    <a:pt x="500722" y="103102"/>
                    <a:pt x="434546" y="124305"/>
                  </a:cubicBezTo>
                  <a:cubicBezTo>
                    <a:pt x="421670" y="128450"/>
                    <a:pt x="413527" y="126286"/>
                    <a:pt x="403989" y="116822"/>
                  </a:cubicBezTo>
                  <a:cubicBezTo>
                    <a:pt x="361474" y="74746"/>
                    <a:pt x="311365" y="45657"/>
                    <a:pt x="252783" y="31974"/>
                  </a:cubicBezTo>
                  <a:cubicBezTo>
                    <a:pt x="252783" y="31974"/>
                    <a:pt x="252783" y="31974"/>
                    <a:pt x="252783" y="31974"/>
                  </a:cubicBezTo>
                  <a:cubicBezTo>
                    <a:pt x="252783" y="31974"/>
                    <a:pt x="252783" y="31974"/>
                    <a:pt x="252783" y="31974"/>
                  </a:cubicBezTo>
                  <a:cubicBezTo>
                    <a:pt x="221236" y="25005"/>
                    <a:pt x="189835" y="16384"/>
                    <a:pt x="157151" y="24748"/>
                  </a:cubicBezTo>
                  <a:lnTo>
                    <a:pt x="157151" y="24748"/>
                  </a:lnTo>
                  <a:lnTo>
                    <a:pt x="157151" y="24748"/>
                  </a:lnTo>
                  <a:cubicBezTo>
                    <a:pt x="146660" y="31974"/>
                    <a:pt x="150841" y="38797"/>
                    <a:pt x="157664" y="45657"/>
                  </a:cubicBezTo>
                  <a:cubicBezTo>
                    <a:pt x="172447" y="60514"/>
                    <a:pt x="190532" y="70858"/>
                    <a:pt x="207590" y="82597"/>
                  </a:cubicBezTo>
                  <a:cubicBezTo>
                    <a:pt x="226665" y="95729"/>
                    <a:pt x="247097" y="107101"/>
                    <a:pt x="262651" y="124782"/>
                  </a:cubicBezTo>
                  <a:cubicBezTo>
                    <a:pt x="275416" y="139308"/>
                    <a:pt x="273325" y="147158"/>
                    <a:pt x="255461" y="154568"/>
                  </a:cubicBezTo>
                  <a:cubicBezTo>
                    <a:pt x="225564" y="166967"/>
                    <a:pt x="193834" y="169205"/>
                    <a:pt x="162176" y="170635"/>
                  </a:cubicBezTo>
                  <a:cubicBezTo>
                    <a:pt x="132316" y="171993"/>
                    <a:pt x="102347" y="171552"/>
                    <a:pt x="72450" y="171699"/>
                  </a:cubicBezTo>
                  <a:cubicBezTo>
                    <a:pt x="52642" y="171809"/>
                    <a:pt x="37455" y="162712"/>
                    <a:pt x="25863" y="147048"/>
                  </a:cubicBezTo>
                  <a:cubicBezTo>
                    <a:pt x="25863" y="147048"/>
                    <a:pt x="25863" y="147048"/>
                    <a:pt x="25863" y="147048"/>
                  </a:cubicBezTo>
                  <a:cubicBezTo>
                    <a:pt x="-4584" y="174634"/>
                    <a:pt x="-7262" y="188757"/>
                    <a:pt x="13171" y="221991"/>
                  </a:cubicBezTo>
                  <a:cubicBezTo>
                    <a:pt x="16913" y="228081"/>
                    <a:pt x="14235" y="232189"/>
                    <a:pt x="12841" y="237215"/>
                  </a:cubicBezTo>
                  <a:cubicBezTo>
                    <a:pt x="5577" y="263516"/>
                    <a:pt x="14822" y="284939"/>
                    <a:pt x="39876" y="295173"/>
                  </a:cubicBezTo>
                  <a:cubicBezTo>
                    <a:pt x="49193" y="298988"/>
                    <a:pt x="51358" y="303794"/>
                    <a:pt x="51101" y="312708"/>
                  </a:cubicBezTo>
                  <a:cubicBezTo>
                    <a:pt x="50404" y="337762"/>
                    <a:pt x="63573" y="354086"/>
                    <a:pt x="85986" y="362780"/>
                  </a:cubicBezTo>
                  <a:cubicBezTo>
                    <a:pt x="95890" y="366632"/>
                    <a:pt x="103080" y="370373"/>
                    <a:pt x="102897" y="382589"/>
                  </a:cubicBezTo>
                  <a:cubicBezTo>
                    <a:pt x="102824" y="387064"/>
                    <a:pt x="106198" y="391576"/>
                    <a:pt x="107996" y="396088"/>
                  </a:cubicBezTo>
                  <a:cubicBezTo>
                    <a:pt x="120431" y="406139"/>
                    <a:pt x="134774" y="409771"/>
                    <a:pt x="150511" y="410174"/>
                  </a:cubicBezTo>
                  <a:cubicBezTo>
                    <a:pt x="188111" y="411091"/>
                    <a:pt x="224464" y="404342"/>
                    <a:pt x="260229" y="393520"/>
                  </a:cubicBezTo>
                  <a:cubicBezTo>
                    <a:pt x="323544" y="374372"/>
                    <a:pt x="377505" y="337285"/>
                    <a:pt x="433299" y="303574"/>
                  </a:cubicBezTo>
                  <a:cubicBezTo>
                    <a:pt x="456666" y="289451"/>
                    <a:pt x="477098" y="269936"/>
                    <a:pt x="503620" y="261499"/>
                  </a:cubicBezTo>
                  <a:cubicBezTo>
                    <a:pt x="577352" y="238095"/>
                    <a:pt x="651232" y="215168"/>
                    <a:pt x="725257" y="192755"/>
                  </a:cubicBezTo>
                  <a:cubicBezTo>
                    <a:pt x="738317" y="188793"/>
                    <a:pt x="880682" y="143674"/>
                    <a:pt x="894291" y="139052"/>
                  </a:cubicBezTo>
                  <a:cubicBezTo>
                    <a:pt x="900014" y="128670"/>
                    <a:pt x="833692" y="5820"/>
                    <a:pt x="825805" y="244"/>
                  </a:cubicBezTo>
                  <a:close/>
                </a:path>
              </a:pathLst>
            </a:custGeom>
            <a:solidFill>
              <a:srgbClr val="EBAE93"/>
            </a:solidFill>
            <a:ln w="366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</p:grp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5667" y="1405654"/>
            <a:ext cx="9046675" cy="4179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59612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735F7F3-C1B5-4B60-A00A-4EB618DDFB5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607127" y="374041"/>
            <a:ext cx="9585215" cy="561036"/>
          </a:xfrm>
        </p:spPr>
        <p:txBody>
          <a:bodyPr/>
          <a:lstStyle/>
          <a:p>
            <a:r>
              <a:rPr lang="en-US" sz="4800" b="1" u="sng" dirty="0" smtClean="0">
                <a:solidFill>
                  <a:srgbClr val="C00000"/>
                </a:solidFill>
              </a:rPr>
              <a:t>SKILL SHEET KEYS</a:t>
            </a:r>
            <a:endParaRPr lang="en-US" sz="4800" b="1" u="sng" dirty="0">
              <a:solidFill>
                <a:srgbClr val="C00000"/>
              </a:solidFill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331A8A57-B6B4-428F-BE6B-FA8BCEF38EA4}"/>
              </a:ext>
            </a:extLst>
          </p:cNvPr>
          <p:cNvGrpSpPr/>
          <p:nvPr/>
        </p:nvGrpSpPr>
        <p:grpSpPr>
          <a:xfrm flipH="1">
            <a:off x="0" y="1785483"/>
            <a:ext cx="2050473" cy="2764544"/>
            <a:chOff x="6957846" y="390184"/>
            <a:chExt cx="3835060" cy="3644618"/>
          </a:xfrm>
        </p:grpSpPr>
        <p:grpSp>
          <p:nvGrpSpPr>
            <p:cNvPr id="6" name="그룹 5">
              <a:extLst>
                <a:ext uri="{FF2B5EF4-FFF2-40B4-BE49-F238E27FC236}">
                  <a16:creationId xmlns:a16="http://schemas.microsoft.com/office/drawing/2014/main" id="{6974F655-37C0-474B-B53D-536705169473}"/>
                </a:ext>
              </a:extLst>
            </p:cNvPr>
            <p:cNvGrpSpPr/>
            <p:nvPr/>
          </p:nvGrpSpPr>
          <p:grpSpPr>
            <a:xfrm>
              <a:off x="6957846" y="390184"/>
              <a:ext cx="3835060" cy="3644618"/>
              <a:chOff x="6957846" y="390184"/>
              <a:chExt cx="3835060" cy="3644618"/>
            </a:xfrm>
          </p:grpSpPr>
          <p:sp>
            <p:nvSpPr>
              <p:cNvPr id="13" name="자유형: 도형 12">
                <a:extLst>
                  <a:ext uri="{FF2B5EF4-FFF2-40B4-BE49-F238E27FC236}">
                    <a16:creationId xmlns:a16="http://schemas.microsoft.com/office/drawing/2014/main" id="{B70DE6EE-F4D0-4529-8D1D-8804F24145D6}"/>
                  </a:ext>
                </a:extLst>
              </p:cNvPr>
              <p:cNvSpPr/>
              <p:nvPr/>
            </p:nvSpPr>
            <p:spPr>
              <a:xfrm>
                <a:off x="9741118" y="1802306"/>
                <a:ext cx="1051788" cy="1120687"/>
              </a:xfrm>
              <a:custGeom>
                <a:avLst/>
                <a:gdLst>
                  <a:gd name="connsiteX0" fmla="*/ 1038197 w 1051788"/>
                  <a:gd name="connsiteY0" fmla="*/ 861877 h 1120687"/>
                  <a:gd name="connsiteX1" fmla="*/ 977598 w 1051788"/>
                  <a:gd name="connsiteY1" fmla="*/ 774938 h 1120687"/>
                  <a:gd name="connsiteX2" fmla="*/ 575884 w 1051788"/>
                  <a:gd name="connsiteY2" fmla="*/ 363798 h 1120687"/>
                  <a:gd name="connsiteX3" fmla="*/ 218630 w 1051788"/>
                  <a:gd name="connsiteY3" fmla="*/ 72976 h 1120687"/>
                  <a:gd name="connsiteX4" fmla="*/ 189871 w 1051788"/>
                  <a:gd name="connsiteY4" fmla="*/ 48325 h 1120687"/>
                  <a:gd name="connsiteX5" fmla="*/ 164303 w 1051788"/>
                  <a:gd name="connsiteY5" fmla="*/ 31268 h 1120687"/>
                  <a:gd name="connsiteX6" fmla="*/ 28980 w 1051788"/>
                  <a:gd name="connsiteY6" fmla="*/ 4783 h 1120687"/>
                  <a:gd name="connsiteX7" fmla="*/ 38 w 1051788"/>
                  <a:gd name="connsiteY7" fmla="*/ 136108 h 1120687"/>
                  <a:gd name="connsiteX8" fmla="*/ 63609 w 1051788"/>
                  <a:gd name="connsiteY8" fmla="*/ 363871 h 1120687"/>
                  <a:gd name="connsiteX9" fmla="*/ 110563 w 1051788"/>
                  <a:gd name="connsiteY9" fmla="*/ 450626 h 1120687"/>
                  <a:gd name="connsiteX10" fmla="*/ 125713 w 1051788"/>
                  <a:gd name="connsiteY10" fmla="*/ 470398 h 1120687"/>
                  <a:gd name="connsiteX11" fmla="*/ 282568 w 1051788"/>
                  <a:gd name="connsiteY11" fmla="*/ 568304 h 1120687"/>
                  <a:gd name="connsiteX12" fmla="*/ 282605 w 1051788"/>
                  <a:gd name="connsiteY12" fmla="*/ 566984 h 1120687"/>
                  <a:gd name="connsiteX13" fmla="*/ 644884 w 1051788"/>
                  <a:gd name="connsiteY13" fmla="*/ 780881 h 1120687"/>
                  <a:gd name="connsiteX14" fmla="*/ 712234 w 1051788"/>
                  <a:gd name="connsiteY14" fmla="*/ 830916 h 1120687"/>
                  <a:gd name="connsiteX15" fmla="*/ 701596 w 1051788"/>
                  <a:gd name="connsiteY15" fmla="*/ 895735 h 1120687"/>
                  <a:gd name="connsiteX16" fmla="*/ 535496 w 1051788"/>
                  <a:gd name="connsiteY16" fmla="*/ 951309 h 1120687"/>
                  <a:gd name="connsiteX17" fmla="*/ 532855 w 1051788"/>
                  <a:gd name="connsiteY17" fmla="*/ 951529 h 1120687"/>
                  <a:gd name="connsiteX18" fmla="*/ 539788 w 1051788"/>
                  <a:gd name="connsiteY18" fmla="*/ 970311 h 1120687"/>
                  <a:gd name="connsiteX19" fmla="*/ 639125 w 1051788"/>
                  <a:gd name="connsiteY19" fmla="*/ 1109706 h 1120687"/>
                  <a:gd name="connsiteX20" fmla="*/ 663960 w 1051788"/>
                  <a:gd name="connsiteY20" fmla="*/ 1119610 h 1120687"/>
                  <a:gd name="connsiteX21" fmla="*/ 767221 w 1051788"/>
                  <a:gd name="connsiteY21" fmla="*/ 1082634 h 1120687"/>
                  <a:gd name="connsiteX22" fmla="*/ 1007861 w 1051788"/>
                  <a:gd name="connsiteY22" fmla="*/ 971705 h 1120687"/>
                  <a:gd name="connsiteX23" fmla="*/ 1038197 w 1051788"/>
                  <a:gd name="connsiteY23" fmla="*/ 861877 h 11206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1051788" h="1120687">
                    <a:moveTo>
                      <a:pt x="1038197" y="861877"/>
                    </a:moveTo>
                    <a:cubicBezTo>
                      <a:pt x="1022240" y="829999"/>
                      <a:pt x="1000377" y="802047"/>
                      <a:pt x="977598" y="774938"/>
                    </a:cubicBezTo>
                    <a:cubicBezTo>
                      <a:pt x="853903" y="627914"/>
                      <a:pt x="718434" y="492444"/>
                      <a:pt x="575884" y="363798"/>
                    </a:cubicBezTo>
                    <a:cubicBezTo>
                      <a:pt x="461727" y="260756"/>
                      <a:pt x="351642" y="152871"/>
                      <a:pt x="218630" y="72976"/>
                    </a:cubicBezTo>
                    <a:cubicBezTo>
                      <a:pt x="207956" y="66557"/>
                      <a:pt x="196841" y="59587"/>
                      <a:pt x="189871" y="48325"/>
                    </a:cubicBezTo>
                    <a:cubicBezTo>
                      <a:pt x="179637" y="45171"/>
                      <a:pt x="172777" y="36991"/>
                      <a:pt x="164303" y="31268"/>
                    </a:cubicBezTo>
                    <a:cubicBezTo>
                      <a:pt x="122925" y="3206"/>
                      <a:pt x="78098" y="-6919"/>
                      <a:pt x="28980" y="4783"/>
                    </a:cubicBezTo>
                    <a:cubicBezTo>
                      <a:pt x="12693" y="47078"/>
                      <a:pt x="698" y="90437"/>
                      <a:pt x="38" y="136108"/>
                    </a:cubicBezTo>
                    <a:cubicBezTo>
                      <a:pt x="-1100" y="218204"/>
                      <a:pt x="23588" y="293220"/>
                      <a:pt x="63609" y="363871"/>
                    </a:cubicBezTo>
                    <a:cubicBezTo>
                      <a:pt x="79823" y="392484"/>
                      <a:pt x="97467" y="420399"/>
                      <a:pt x="110563" y="450626"/>
                    </a:cubicBezTo>
                    <a:cubicBezTo>
                      <a:pt x="114121" y="458843"/>
                      <a:pt x="119073" y="465042"/>
                      <a:pt x="125713" y="470398"/>
                    </a:cubicBezTo>
                    <a:cubicBezTo>
                      <a:pt x="128170" y="473369"/>
                      <a:pt x="194970" y="514454"/>
                      <a:pt x="282568" y="568304"/>
                    </a:cubicBezTo>
                    <a:cubicBezTo>
                      <a:pt x="282605" y="567864"/>
                      <a:pt x="282605" y="567424"/>
                      <a:pt x="282605" y="566984"/>
                    </a:cubicBezTo>
                    <a:cubicBezTo>
                      <a:pt x="402485" y="639799"/>
                      <a:pt x="522768" y="711881"/>
                      <a:pt x="644884" y="780881"/>
                    </a:cubicBezTo>
                    <a:cubicBezTo>
                      <a:pt x="669352" y="794711"/>
                      <a:pt x="692829" y="810227"/>
                      <a:pt x="712234" y="830916"/>
                    </a:cubicBezTo>
                    <a:cubicBezTo>
                      <a:pt x="738059" y="858502"/>
                      <a:pt x="735271" y="878824"/>
                      <a:pt x="701596" y="895735"/>
                    </a:cubicBezTo>
                    <a:cubicBezTo>
                      <a:pt x="657246" y="918038"/>
                      <a:pt x="544190" y="948558"/>
                      <a:pt x="535496" y="951309"/>
                    </a:cubicBezTo>
                    <a:cubicBezTo>
                      <a:pt x="534616" y="951346"/>
                      <a:pt x="533736" y="951456"/>
                      <a:pt x="532855" y="951529"/>
                    </a:cubicBezTo>
                    <a:cubicBezTo>
                      <a:pt x="531534" y="959013"/>
                      <a:pt x="535900" y="964845"/>
                      <a:pt x="539788" y="970311"/>
                    </a:cubicBezTo>
                    <a:cubicBezTo>
                      <a:pt x="572766" y="1016898"/>
                      <a:pt x="606074" y="1063192"/>
                      <a:pt x="639125" y="1109706"/>
                    </a:cubicBezTo>
                    <a:cubicBezTo>
                      <a:pt x="645178" y="1118216"/>
                      <a:pt x="653028" y="1122948"/>
                      <a:pt x="663960" y="1119610"/>
                    </a:cubicBezTo>
                    <a:cubicBezTo>
                      <a:pt x="699175" y="1109559"/>
                      <a:pt x="733253" y="1096133"/>
                      <a:pt x="767221" y="1082634"/>
                    </a:cubicBezTo>
                    <a:cubicBezTo>
                      <a:pt x="849391" y="1049949"/>
                      <a:pt x="932074" y="1018072"/>
                      <a:pt x="1007861" y="971705"/>
                    </a:cubicBezTo>
                    <a:cubicBezTo>
                      <a:pt x="1054741" y="943056"/>
                      <a:pt x="1062812" y="911105"/>
                      <a:pt x="1038197" y="861877"/>
                    </a:cubicBezTo>
                    <a:close/>
                  </a:path>
                </a:pathLst>
              </a:custGeom>
              <a:solidFill>
                <a:schemeClr val="accent4">
                  <a:lumMod val="75000"/>
                </a:schemeClr>
              </a:solidFill>
              <a:ln w="366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4" name="자유형: 도형 13">
                <a:extLst>
                  <a:ext uri="{FF2B5EF4-FFF2-40B4-BE49-F238E27FC236}">
                    <a16:creationId xmlns:a16="http://schemas.microsoft.com/office/drawing/2014/main" id="{39BE19EB-8DDA-4B33-8DB5-6F14AFAB6BCC}"/>
                  </a:ext>
                </a:extLst>
              </p:cNvPr>
              <p:cNvSpPr/>
              <p:nvPr/>
            </p:nvSpPr>
            <p:spPr>
              <a:xfrm>
                <a:off x="8762612" y="1805011"/>
                <a:ext cx="1202235" cy="1454239"/>
              </a:xfrm>
              <a:custGeom>
                <a:avLst/>
                <a:gdLst>
                  <a:gd name="connsiteX0" fmla="*/ 1106236 w 1202235"/>
                  <a:gd name="connsiteY0" fmla="*/ 466812 h 1454239"/>
                  <a:gd name="connsiteX1" fmla="*/ 1058365 w 1202235"/>
                  <a:gd name="connsiteY1" fmla="*/ 372501 h 1454239"/>
                  <a:gd name="connsiteX2" fmla="*/ 986833 w 1202235"/>
                  <a:gd name="connsiteY2" fmla="*/ 133659 h 1454239"/>
                  <a:gd name="connsiteX3" fmla="*/ 1006679 w 1202235"/>
                  <a:gd name="connsiteY3" fmla="*/ 29847 h 1454239"/>
                  <a:gd name="connsiteX4" fmla="*/ 1007449 w 1202235"/>
                  <a:gd name="connsiteY4" fmla="*/ 2005 h 1454239"/>
                  <a:gd name="connsiteX5" fmla="*/ 923849 w 1202235"/>
                  <a:gd name="connsiteY5" fmla="*/ 13046 h 1454239"/>
                  <a:gd name="connsiteX6" fmla="*/ 911780 w 1202235"/>
                  <a:gd name="connsiteY6" fmla="*/ 32158 h 1454239"/>
                  <a:gd name="connsiteX7" fmla="*/ 860388 w 1202235"/>
                  <a:gd name="connsiteY7" fmla="*/ 188390 h 1454239"/>
                  <a:gd name="connsiteX8" fmla="*/ 765416 w 1202235"/>
                  <a:gd name="connsiteY8" fmla="*/ 386073 h 1454239"/>
                  <a:gd name="connsiteX9" fmla="*/ 735776 w 1202235"/>
                  <a:gd name="connsiteY9" fmla="*/ 392676 h 1454239"/>
                  <a:gd name="connsiteX10" fmla="*/ 626755 w 1202235"/>
                  <a:gd name="connsiteY10" fmla="*/ 352802 h 1454239"/>
                  <a:gd name="connsiteX11" fmla="*/ 519385 w 1202235"/>
                  <a:gd name="connsiteY11" fmla="*/ 375912 h 1454239"/>
                  <a:gd name="connsiteX12" fmla="*/ 491396 w 1202235"/>
                  <a:gd name="connsiteY12" fmla="*/ 368136 h 1454239"/>
                  <a:gd name="connsiteX13" fmla="*/ 353725 w 1202235"/>
                  <a:gd name="connsiteY13" fmla="*/ 430019 h 1454239"/>
                  <a:gd name="connsiteX14" fmla="*/ 331826 w 1202235"/>
                  <a:gd name="connsiteY14" fmla="*/ 430460 h 1454239"/>
                  <a:gd name="connsiteX15" fmla="*/ 264182 w 1202235"/>
                  <a:gd name="connsiteY15" fmla="*/ 278996 h 1454239"/>
                  <a:gd name="connsiteX16" fmla="*/ 234323 w 1202235"/>
                  <a:gd name="connsiteY16" fmla="*/ 103066 h 1454239"/>
                  <a:gd name="connsiteX17" fmla="*/ 226399 w 1202235"/>
                  <a:gd name="connsiteY17" fmla="*/ 85935 h 1454239"/>
                  <a:gd name="connsiteX18" fmla="*/ 149292 w 1202235"/>
                  <a:gd name="connsiteY18" fmla="*/ 122361 h 1454239"/>
                  <a:gd name="connsiteX19" fmla="*/ 114003 w 1202235"/>
                  <a:gd name="connsiteY19" fmla="*/ 177532 h 1454239"/>
                  <a:gd name="connsiteX20" fmla="*/ 49258 w 1202235"/>
                  <a:gd name="connsiteY20" fmla="*/ 322649 h 1454239"/>
                  <a:gd name="connsiteX21" fmla="*/ 2451 w 1202235"/>
                  <a:gd name="connsiteY21" fmla="*/ 604483 h 1454239"/>
                  <a:gd name="connsiteX22" fmla="*/ 17380 w 1202235"/>
                  <a:gd name="connsiteY22" fmla="*/ 643183 h 1454239"/>
                  <a:gd name="connsiteX23" fmla="*/ 54577 w 1202235"/>
                  <a:gd name="connsiteY23" fmla="*/ 726453 h 1454239"/>
                  <a:gd name="connsiteX24" fmla="*/ 107107 w 1202235"/>
                  <a:gd name="connsiteY24" fmla="*/ 805945 h 1454239"/>
                  <a:gd name="connsiteX25" fmla="*/ 201418 w 1202235"/>
                  <a:gd name="connsiteY25" fmla="*/ 1276879 h 1454239"/>
                  <a:gd name="connsiteX26" fmla="*/ 168147 w 1202235"/>
                  <a:gd name="connsiteY26" fmla="*/ 1402260 h 1454239"/>
                  <a:gd name="connsiteX27" fmla="*/ 604305 w 1202235"/>
                  <a:gd name="connsiteY27" fmla="*/ 1454240 h 1454239"/>
                  <a:gd name="connsiteX28" fmla="*/ 1202235 w 1202235"/>
                  <a:gd name="connsiteY28" fmla="*/ 1347860 h 1454239"/>
                  <a:gd name="connsiteX29" fmla="*/ 1040831 w 1202235"/>
                  <a:gd name="connsiteY29" fmla="*/ 1069070 h 1454239"/>
                  <a:gd name="connsiteX30" fmla="*/ 1055504 w 1202235"/>
                  <a:gd name="connsiteY30" fmla="*/ 760935 h 1454239"/>
                  <a:gd name="connsiteX31" fmla="*/ 1106236 w 1202235"/>
                  <a:gd name="connsiteY31" fmla="*/ 466812 h 14542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1202235" h="1454239">
                    <a:moveTo>
                      <a:pt x="1106236" y="466812"/>
                    </a:moveTo>
                    <a:cubicBezTo>
                      <a:pt x="1094571" y="433211"/>
                      <a:pt x="1076450" y="402801"/>
                      <a:pt x="1058365" y="372501"/>
                    </a:cubicBezTo>
                    <a:cubicBezTo>
                      <a:pt x="1014419" y="298842"/>
                      <a:pt x="986173" y="220451"/>
                      <a:pt x="986833" y="133659"/>
                    </a:cubicBezTo>
                    <a:cubicBezTo>
                      <a:pt x="987127" y="98077"/>
                      <a:pt x="994867" y="63485"/>
                      <a:pt x="1006679" y="29847"/>
                    </a:cubicBezTo>
                    <a:cubicBezTo>
                      <a:pt x="1009797" y="20896"/>
                      <a:pt x="1014822" y="11469"/>
                      <a:pt x="1007449" y="2005"/>
                    </a:cubicBezTo>
                    <a:cubicBezTo>
                      <a:pt x="978397" y="-3461"/>
                      <a:pt x="950884" y="2922"/>
                      <a:pt x="923849" y="13046"/>
                    </a:cubicBezTo>
                    <a:cubicBezTo>
                      <a:pt x="915082" y="16421"/>
                      <a:pt x="913872" y="24564"/>
                      <a:pt x="911780" y="32158"/>
                    </a:cubicBezTo>
                    <a:cubicBezTo>
                      <a:pt x="897144" y="85054"/>
                      <a:pt x="880453" y="137254"/>
                      <a:pt x="860388" y="188390"/>
                    </a:cubicBezTo>
                    <a:cubicBezTo>
                      <a:pt x="833573" y="256657"/>
                      <a:pt x="801292" y="322245"/>
                      <a:pt x="765416" y="386073"/>
                    </a:cubicBezTo>
                    <a:cubicBezTo>
                      <a:pt x="756135" y="402617"/>
                      <a:pt x="752871" y="407570"/>
                      <a:pt x="735776" y="392676"/>
                    </a:cubicBezTo>
                    <a:cubicBezTo>
                      <a:pt x="704853" y="365714"/>
                      <a:pt x="668427" y="352509"/>
                      <a:pt x="626755" y="352802"/>
                    </a:cubicBezTo>
                    <a:cubicBezTo>
                      <a:pt x="599683" y="352986"/>
                      <a:pt x="530793" y="381085"/>
                      <a:pt x="519385" y="375912"/>
                    </a:cubicBezTo>
                    <a:cubicBezTo>
                      <a:pt x="509444" y="375545"/>
                      <a:pt x="501300" y="368979"/>
                      <a:pt x="491396" y="368136"/>
                    </a:cubicBezTo>
                    <a:cubicBezTo>
                      <a:pt x="433950" y="363183"/>
                      <a:pt x="387327" y="382038"/>
                      <a:pt x="353725" y="430019"/>
                    </a:cubicBezTo>
                    <a:cubicBezTo>
                      <a:pt x="342683" y="445756"/>
                      <a:pt x="341436" y="445976"/>
                      <a:pt x="331826" y="430460"/>
                    </a:cubicBezTo>
                    <a:cubicBezTo>
                      <a:pt x="302406" y="383065"/>
                      <a:pt x="280690" y="332150"/>
                      <a:pt x="264182" y="278996"/>
                    </a:cubicBezTo>
                    <a:cubicBezTo>
                      <a:pt x="246391" y="221698"/>
                      <a:pt x="237367" y="162859"/>
                      <a:pt x="234323" y="103066"/>
                    </a:cubicBezTo>
                    <a:cubicBezTo>
                      <a:pt x="233993" y="96353"/>
                      <a:pt x="233846" y="89420"/>
                      <a:pt x="226399" y="85935"/>
                    </a:cubicBezTo>
                    <a:cubicBezTo>
                      <a:pt x="193165" y="82156"/>
                      <a:pt x="171412" y="102589"/>
                      <a:pt x="149292" y="122361"/>
                    </a:cubicBezTo>
                    <a:cubicBezTo>
                      <a:pt x="136343" y="140005"/>
                      <a:pt x="123834" y="157650"/>
                      <a:pt x="114003" y="177532"/>
                    </a:cubicBezTo>
                    <a:cubicBezTo>
                      <a:pt x="90526" y="225109"/>
                      <a:pt x="67562" y="272797"/>
                      <a:pt x="49258" y="322649"/>
                    </a:cubicBezTo>
                    <a:cubicBezTo>
                      <a:pt x="15803" y="413659"/>
                      <a:pt x="-7894" y="506320"/>
                      <a:pt x="2451" y="604483"/>
                    </a:cubicBezTo>
                    <a:cubicBezTo>
                      <a:pt x="3918" y="618275"/>
                      <a:pt x="1350" y="634599"/>
                      <a:pt x="17380" y="643183"/>
                    </a:cubicBezTo>
                    <a:cubicBezTo>
                      <a:pt x="25964" y="672639"/>
                      <a:pt x="37629" y="700775"/>
                      <a:pt x="54577" y="726453"/>
                    </a:cubicBezTo>
                    <a:cubicBezTo>
                      <a:pt x="72075" y="752975"/>
                      <a:pt x="90783" y="778726"/>
                      <a:pt x="107107" y="805945"/>
                    </a:cubicBezTo>
                    <a:cubicBezTo>
                      <a:pt x="194559" y="951612"/>
                      <a:pt x="228930" y="1107918"/>
                      <a:pt x="201418" y="1276879"/>
                    </a:cubicBezTo>
                    <a:cubicBezTo>
                      <a:pt x="194412" y="1319907"/>
                      <a:pt x="178895" y="1360369"/>
                      <a:pt x="168147" y="1402260"/>
                    </a:cubicBezTo>
                    <a:cubicBezTo>
                      <a:pt x="274600" y="1424160"/>
                      <a:pt x="495467" y="1454313"/>
                      <a:pt x="604305" y="1454240"/>
                    </a:cubicBezTo>
                    <a:cubicBezTo>
                      <a:pt x="671362" y="1454203"/>
                      <a:pt x="1135729" y="1357544"/>
                      <a:pt x="1202235" y="1347860"/>
                    </a:cubicBezTo>
                    <a:cubicBezTo>
                      <a:pt x="1139874" y="1215802"/>
                      <a:pt x="1092187" y="1171782"/>
                      <a:pt x="1040831" y="1069070"/>
                    </a:cubicBezTo>
                    <a:cubicBezTo>
                      <a:pt x="1015153" y="1021383"/>
                      <a:pt x="963797" y="900330"/>
                      <a:pt x="1055504" y="760935"/>
                    </a:cubicBezTo>
                    <a:cubicBezTo>
                      <a:pt x="1189836" y="556795"/>
                      <a:pt x="1104439" y="477230"/>
                      <a:pt x="1106236" y="466812"/>
                    </a:cubicBezTo>
                    <a:close/>
                  </a:path>
                </a:pathLst>
              </a:custGeom>
              <a:solidFill>
                <a:schemeClr val="accent4"/>
              </a:solidFill>
              <a:ln w="366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5" name="자유형: 도형 14">
                <a:extLst>
                  <a:ext uri="{FF2B5EF4-FFF2-40B4-BE49-F238E27FC236}">
                    <a16:creationId xmlns:a16="http://schemas.microsoft.com/office/drawing/2014/main" id="{BDEDFFC3-1798-4CDC-A474-5D92F48864A3}"/>
                  </a:ext>
                </a:extLst>
              </p:cNvPr>
              <p:cNvSpPr/>
              <p:nvPr/>
            </p:nvSpPr>
            <p:spPr>
              <a:xfrm>
                <a:off x="8805827" y="3138198"/>
                <a:ext cx="1734940" cy="896604"/>
              </a:xfrm>
              <a:custGeom>
                <a:avLst/>
                <a:gdLst>
                  <a:gd name="connsiteX0" fmla="*/ 283 w 1734940"/>
                  <a:gd name="connsiteY0" fmla="*/ 1167320 h 1170479"/>
                  <a:gd name="connsiteX1" fmla="*/ 27 w 1734940"/>
                  <a:gd name="connsiteY1" fmla="*/ 1079502 h 1170479"/>
                  <a:gd name="connsiteX2" fmla="*/ 35719 w 1734940"/>
                  <a:gd name="connsiteY2" fmla="*/ 535679 h 1170479"/>
                  <a:gd name="connsiteX3" fmla="*/ 124968 w 1734940"/>
                  <a:gd name="connsiteY3" fmla="*/ 69074 h 1170479"/>
                  <a:gd name="connsiteX4" fmla="*/ 646598 w 1734940"/>
                  <a:gd name="connsiteY4" fmla="*/ 87195 h 1170479"/>
                  <a:gd name="connsiteX5" fmla="*/ 1151720 w 1734940"/>
                  <a:gd name="connsiteY5" fmla="*/ 0 h 1170479"/>
                  <a:gd name="connsiteX6" fmla="*/ 1469283 w 1734940"/>
                  <a:gd name="connsiteY6" fmla="*/ 451639 h 1170479"/>
                  <a:gd name="connsiteX7" fmla="*/ 1649506 w 1734940"/>
                  <a:gd name="connsiteY7" fmla="*/ 877966 h 1170479"/>
                  <a:gd name="connsiteX8" fmla="*/ 1734720 w 1734940"/>
                  <a:gd name="connsiteY8" fmla="*/ 1167504 h 1170479"/>
                  <a:gd name="connsiteX9" fmla="*/ 283 w 1734940"/>
                  <a:gd name="connsiteY9" fmla="*/ 1167320 h 11704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734940" h="1170479">
                    <a:moveTo>
                      <a:pt x="283" y="1167320"/>
                    </a:moveTo>
                    <a:cubicBezTo>
                      <a:pt x="174" y="1138047"/>
                      <a:pt x="-83" y="1108774"/>
                      <a:pt x="27" y="1079502"/>
                    </a:cubicBezTo>
                    <a:cubicBezTo>
                      <a:pt x="724" y="897481"/>
                      <a:pt x="11912" y="716232"/>
                      <a:pt x="35719" y="535679"/>
                    </a:cubicBezTo>
                    <a:cubicBezTo>
                      <a:pt x="55821" y="383225"/>
                      <a:pt x="123611" y="73769"/>
                      <a:pt x="124968" y="69074"/>
                    </a:cubicBezTo>
                    <a:cubicBezTo>
                      <a:pt x="131975" y="62067"/>
                      <a:pt x="586218" y="88112"/>
                      <a:pt x="646598" y="87195"/>
                    </a:cubicBezTo>
                    <a:cubicBezTo>
                      <a:pt x="655108" y="90020"/>
                      <a:pt x="1101685" y="13719"/>
                      <a:pt x="1151720" y="0"/>
                    </a:cubicBezTo>
                    <a:cubicBezTo>
                      <a:pt x="1313124" y="179746"/>
                      <a:pt x="1430179" y="370863"/>
                      <a:pt x="1469283" y="451639"/>
                    </a:cubicBezTo>
                    <a:cubicBezTo>
                      <a:pt x="1536559" y="590667"/>
                      <a:pt x="1597343" y="732519"/>
                      <a:pt x="1649506" y="877966"/>
                    </a:cubicBezTo>
                    <a:cubicBezTo>
                      <a:pt x="1680649" y="964721"/>
                      <a:pt x="1738975" y="1158626"/>
                      <a:pt x="1734720" y="1167504"/>
                    </a:cubicBezTo>
                    <a:cubicBezTo>
                      <a:pt x="1728557" y="1171465"/>
                      <a:pt x="6410" y="1171539"/>
                      <a:pt x="283" y="116732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366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6" name="자유형: 도형 15">
                <a:extLst>
                  <a:ext uri="{FF2B5EF4-FFF2-40B4-BE49-F238E27FC236}">
                    <a16:creationId xmlns:a16="http://schemas.microsoft.com/office/drawing/2014/main" id="{1E10310C-D47D-4A4D-86D5-3058798B835C}"/>
                  </a:ext>
                </a:extLst>
              </p:cNvPr>
              <p:cNvSpPr/>
              <p:nvPr/>
            </p:nvSpPr>
            <p:spPr>
              <a:xfrm>
                <a:off x="8339708" y="390184"/>
                <a:ext cx="1625541" cy="1373519"/>
              </a:xfrm>
              <a:custGeom>
                <a:avLst/>
                <a:gdLst>
                  <a:gd name="connsiteX0" fmla="*/ 159808 w 1625541"/>
                  <a:gd name="connsiteY0" fmla="*/ 1084449 h 1373519"/>
                  <a:gd name="connsiteX1" fmla="*/ 242822 w 1625541"/>
                  <a:gd name="connsiteY1" fmla="*/ 1197469 h 1373519"/>
                  <a:gd name="connsiteX2" fmla="*/ 159808 w 1625541"/>
                  <a:gd name="connsiteY2" fmla="*/ 1084449 h 1373519"/>
                  <a:gd name="connsiteX3" fmla="*/ 1457389 w 1625541"/>
                  <a:gd name="connsiteY3" fmla="*/ 985808 h 1373519"/>
                  <a:gd name="connsiteX4" fmla="*/ 1398843 w 1625541"/>
                  <a:gd name="connsiteY4" fmla="*/ 1056790 h 1373519"/>
                  <a:gd name="connsiteX5" fmla="*/ 1375659 w 1625541"/>
                  <a:gd name="connsiteY5" fmla="*/ 1140573 h 1373519"/>
                  <a:gd name="connsiteX6" fmla="*/ 1457902 w 1625541"/>
                  <a:gd name="connsiteY6" fmla="*/ 1070619 h 1373519"/>
                  <a:gd name="connsiteX7" fmla="*/ 1457205 w 1625541"/>
                  <a:gd name="connsiteY7" fmla="*/ 1067024 h 1373519"/>
                  <a:gd name="connsiteX8" fmla="*/ 1453684 w 1625541"/>
                  <a:gd name="connsiteY8" fmla="*/ 1034340 h 1373519"/>
                  <a:gd name="connsiteX9" fmla="*/ 1480499 w 1625541"/>
                  <a:gd name="connsiteY9" fmla="*/ 997767 h 1373519"/>
                  <a:gd name="connsiteX10" fmla="*/ 1502435 w 1625541"/>
                  <a:gd name="connsiteY10" fmla="*/ 992008 h 1373519"/>
                  <a:gd name="connsiteX11" fmla="*/ 1457389 w 1625541"/>
                  <a:gd name="connsiteY11" fmla="*/ 985808 h 1373519"/>
                  <a:gd name="connsiteX12" fmla="*/ 79457 w 1625541"/>
                  <a:gd name="connsiteY12" fmla="*/ 882109 h 1373519"/>
                  <a:gd name="connsiteX13" fmla="*/ 66180 w 1625541"/>
                  <a:gd name="connsiteY13" fmla="*/ 891190 h 1373519"/>
                  <a:gd name="connsiteX14" fmla="*/ 52145 w 1625541"/>
                  <a:gd name="connsiteY14" fmla="*/ 902759 h 1373519"/>
                  <a:gd name="connsiteX15" fmla="*/ 43231 w 1625541"/>
                  <a:gd name="connsiteY15" fmla="*/ 985955 h 1373519"/>
                  <a:gd name="connsiteX16" fmla="*/ 28521 w 1625541"/>
                  <a:gd name="connsiteY16" fmla="*/ 928363 h 1373519"/>
                  <a:gd name="connsiteX17" fmla="*/ 47738 w 1625541"/>
                  <a:gd name="connsiteY17" fmla="*/ 896954 h 1373519"/>
                  <a:gd name="connsiteX18" fmla="*/ 216484 w 1625541"/>
                  <a:gd name="connsiteY18" fmla="*/ 273429 h 1373519"/>
                  <a:gd name="connsiteX19" fmla="*/ 185519 w 1625541"/>
                  <a:gd name="connsiteY19" fmla="*/ 306943 h 1373519"/>
                  <a:gd name="connsiteX20" fmla="*/ 169050 w 1625541"/>
                  <a:gd name="connsiteY20" fmla="*/ 348907 h 1373519"/>
                  <a:gd name="connsiteX21" fmla="*/ 161386 w 1625541"/>
                  <a:gd name="connsiteY21" fmla="*/ 353769 h 1373519"/>
                  <a:gd name="connsiteX22" fmla="*/ 158745 w 1625541"/>
                  <a:gd name="connsiteY22" fmla="*/ 345107 h 1373519"/>
                  <a:gd name="connsiteX23" fmla="*/ 188054 w 1625541"/>
                  <a:gd name="connsiteY23" fmla="*/ 285461 h 1373519"/>
                  <a:gd name="connsiteX24" fmla="*/ 216484 w 1625541"/>
                  <a:gd name="connsiteY24" fmla="*/ 273429 h 1373519"/>
                  <a:gd name="connsiteX25" fmla="*/ 1080854 w 1625541"/>
                  <a:gd name="connsiteY25" fmla="*/ 12696 h 1373519"/>
                  <a:gd name="connsiteX26" fmla="*/ 1045294 w 1625541"/>
                  <a:gd name="connsiteY26" fmla="*/ 24425 h 1373519"/>
                  <a:gd name="connsiteX27" fmla="*/ 1080106 w 1625541"/>
                  <a:gd name="connsiteY27" fmla="*/ 62466 h 1373519"/>
                  <a:gd name="connsiteX28" fmla="*/ 1124529 w 1625541"/>
                  <a:gd name="connsiteY28" fmla="*/ 67234 h 1373519"/>
                  <a:gd name="connsiteX29" fmla="*/ 1121044 w 1625541"/>
                  <a:gd name="connsiteY29" fmla="*/ 29158 h 1373519"/>
                  <a:gd name="connsiteX30" fmla="*/ 1115175 w 1625541"/>
                  <a:gd name="connsiteY30" fmla="*/ 22811 h 1373519"/>
                  <a:gd name="connsiteX31" fmla="*/ 1115285 w 1625541"/>
                  <a:gd name="connsiteY31" fmla="*/ 22848 h 1373519"/>
                  <a:gd name="connsiteX32" fmla="*/ 1114955 w 1625541"/>
                  <a:gd name="connsiteY32" fmla="*/ 22555 h 1373519"/>
                  <a:gd name="connsiteX33" fmla="*/ 1115175 w 1625541"/>
                  <a:gd name="connsiteY33" fmla="*/ 22811 h 1373519"/>
                  <a:gd name="connsiteX34" fmla="*/ 1080854 w 1625541"/>
                  <a:gd name="connsiteY34" fmla="*/ 12696 h 1373519"/>
                  <a:gd name="connsiteX35" fmla="*/ 1076438 w 1625541"/>
                  <a:gd name="connsiteY35" fmla="*/ 518 h 1373519"/>
                  <a:gd name="connsiteX36" fmla="*/ 1114991 w 1625541"/>
                  <a:gd name="connsiteY36" fmla="*/ 22518 h 1373519"/>
                  <a:gd name="connsiteX37" fmla="*/ 1226434 w 1625541"/>
                  <a:gd name="connsiteY37" fmla="*/ 47205 h 1373519"/>
                  <a:gd name="connsiteX38" fmla="*/ 1293197 w 1625541"/>
                  <a:gd name="connsiteY38" fmla="*/ 100102 h 1373519"/>
                  <a:gd name="connsiteX39" fmla="*/ 1325661 w 1625541"/>
                  <a:gd name="connsiteY39" fmla="*/ 185316 h 1373519"/>
                  <a:gd name="connsiteX40" fmla="*/ 1405849 w 1625541"/>
                  <a:gd name="connsiteY40" fmla="*/ 235572 h 1373519"/>
                  <a:gd name="connsiteX41" fmla="*/ 1490403 w 1625541"/>
                  <a:gd name="connsiteY41" fmla="*/ 257361 h 1373519"/>
                  <a:gd name="connsiteX42" fmla="*/ 1511496 w 1625541"/>
                  <a:gd name="connsiteY42" fmla="*/ 313009 h 1373519"/>
                  <a:gd name="connsiteX43" fmla="*/ 1511679 w 1625541"/>
                  <a:gd name="connsiteY43" fmla="*/ 369427 h 1373519"/>
                  <a:gd name="connsiteX44" fmla="*/ 1498400 w 1625541"/>
                  <a:gd name="connsiteY44" fmla="*/ 370821 h 1373519"/>
                  <a:gd name="connsiteX45" fmla="*/ 1477711 w 1625541"/>
                  <a:gd name="connsiteY45" fmla="*/ 394078 h 1373519"/>
                  <a:gd name="connsiteX46" fmla="*/ 1487982 w 1625541"/>
                  <a:gd name="connsiteY46" fmla="*/ 412566 h 1373519"/>
                  <a:gd name="connsiteX47" fmla="*/ 1564832 w 1625541"/>
                  <a:gd name="connsiteY47" fmla="*/ 495433 h 1373519"/>
                  <a:gd name="connsiteX48" fmla="*/ 1516815 w 1625541"/>
                  <a:gd name="connsiteY48" fmla="*/ 376837 h 1373519"/>
                  <a:gd name="connsiteX49" fmla="*/ 1569455 w 1625541"/>
                  <a:gd name="connsiteY49" fmla="*/ 509812 h 1373519"/>
                  <a:gd name="connsiteX50" fmla="*/ 1558853 w 1625541"/>
                  <a:gd name="connsiteY50" fmla="*/ 571733 h 1373519"/>
                  <a:gd name="connsiteX51" fmla="*/ 1552104 w 1625541"/>
                  <a:gd name="connsiteY51" fmla="*/ 584755 h 1373519"/>
                  <a:gd name="connsiteX52" fmla="*/ 1544951 w 1625541"/>
                  <a:gd name="connsiteY52" fmla="*/ 612231 h 1373519"/>
                  <a:gd name="connsiteX53" fmla="*/ 1567950 w 1625541"/>
                  <a:gd name="connsiteY53" fmla="*/ 635928 h 1373519"/>
                  <a:gd name="connsiteX54" fmla="*/ 1590621 w 1625541"/>
                  <a:gd name="connsiteY54" fmla="*/ 661973 h 1373519"/>
                  <a:gd name="connsiteX55" fmla="*/ 1572463 w 1625541"/>
                  <a:gd name="connsiteY55" fmla="*/ 595650 h 1373519"/>
                  <a:gd name="connsiteX56" fmla="*/ 1596233 w 1625541"/>
                  <a:gd name="connsiteY56" fmla="*/ 652655 h 1373519"/>
                  <a:gd name="connsiteX57" fmla="*/ 1602653 w 1625541"/>
                  <a:gd name="connsiteY57" fmla="*/ 681304 h 1373519"/>
                  <a:gd name="connsiteX58" fmla="*/ 1591244 w 1625541"/>
                  <a:gd name="connsiteY58" fmla="*/ 824404 h 1373519"/>
                  <a:gd name="connsiteX59" fmla="*/ 1586989 w 1625541"/>
                  <a:gd name="connsiteY59" fmla="*/ 840728 h 1373519"/>
                  <a:gd name="connsiteX60" fmla="*/ 1592015 w 1625541"/>
                  <a:gd name="connsiteY60" fmla="*/ 920953 h 1373519"/>
                  <a:gd name="connsiteX61" fmla="*/ 1536550 w 1625541"/>
                  <a:gd name="connsiteY61" fmla="*/ 987312 h 1373519"/>
                  <a:gd name="connsiteX62" fmla="*/ 1486882 w 1625541"/>
                  <a:gd name="connsiteY62" fmla="*/ 1005507 h 1373519"/>
                  <a:gd name="connsiteX63" fmla="*/ 1473052 w 1625541"/>
                  <a:gd name="connsiteY63" fmla="*/ 1031222 h 1373519"/>
                  <a:gd name="connsiteX64" fmla="*/ 1471768 w 1625541"/>
                  <a:gd name="connsiteY64" fmla="*/ 1118893 h 1373519"/>
                  <a:gd name="connsiteX65" fmla="*/ 1424227 w 1625541"/>
                  <a:gd name="connsiteY65" fmla="*/ 1159465 h 1373519"/>
                  <a:gd name="connsiteX66" fmla="*/ 1367773 w 1625541"/>
                  <a:gd name="connsiteY66" fmla="*/ 1143398 h 1373519"/>
                  <a:gd name="connsiteX67" fmla="*/ 1362014 w 1625541"/>
                  <a:gd name="connsiteY67" fmla="*/ 1141417 h 1373519"/>
                  <a:gd name="connsiteX68" fmla="*/ 1313482 w 1625541"/>
                  <a:gd name="connsiteY68" fmla="*/ 1154843 h 1373519"/>
                  <a:gd name="connsiteX69" fmla="*/ 1240007 w 1625541"/>
                  <a:gd name="connsiteY69" fmla="*/ 1211077 h 1373519"/>
                  <a:gd name="connsiteX70" fmla="*/ 1159231 w 1625541"/>
                  <a:gd name="connsiteY70" fmla="*/ 1302014 h 1373519"/>
                  <a:gd name="connsiteX71" fmla="*/ 1151381 w 1625541"/>
                  <a:gd name="connsiteY71" fmla="*/ 1313496 h 1373519"/>
                  <a:gd name="connsiteX72" fmla="*/ 1075484 w 1625541"/>
                  <a:gd name="connsiteY72" fmla="*/ 1334992 h 1373519"/>
                  <a:gd name="connsiteX73" fmla="*/ 1057986 w 1625541"/>
                  <a:gd name="connsiteY73" fmla="*/ 1318485 h 1373519"/>
                  <a:gd name="connsiteX74" fmla="*/ 863971 w 1625541"/>
                  <a:gd name="connsiteY74" fmla="*/ 1357662 h 1373519"/>
                  <a:gd name="connsiteX75" fmla="*/ 832240 w 1625541"/>
                  <a:gd name="connsiteY75" fmla="*/ 1356635 h 1373519"/>
                  <a:gd name="connsiteX76" fmla="*/ 825051 w 1625541"/>
                  <a:gd name="connsiteY76" fmla="*/ 1363054 h 1373519"/>
                  <a:gd name="connsiteX77" fmla="*/ 748347 w 1625541"/>
                  <a:gd name="connsiteY77" fmla="*/ 1368740 h 1373519"/>
                  <a:gd name="connsiteX78" fmla="*/ 554662 w 1625541"/>
                  <a:gd name="connsiteY78" fmla="*/ 1310855 h 1373519"/>
                  <a:gd name="connsiteX79" fmla="*/ 504113 w 1625541"/>
                  <a:gd name="connsiteY79" fmla="*/ 1251428 h 1373519"/>
                  <a:gd name="connsiteX80" fmla="*/ 477444 w 1625541"/>
                  <a:gd name="connsiteY80" fmla="*/ 1241047 h 1373519"/>
                  <a:gd name="connsiteX81" fmla="*/ 399016 w 1625541"/>
                  <a:gd name="connsiteY81" fmla="*/ 1257738 h 1373519"/>
                  <a:gd name="connsiteX82" fmla="*/ 300377 w 1625541"/>
                  <a:gd name="connsiteY82" fmla="*/ 1210784 h 1373519"/>
                  <a:gd name="connsiteX83" fmla="*/ 268096 w 1625541"/>
                  <a:gd name="connsiteY83" fmla="*/ 1180117 h 1373519"/>
                  <a:gd name="connsiteX84" fmla="*/ 214759 w 1625541"/>
                  <a:gd name="connsiteY84" fmla="*/ 1133750 h 1373519"/>
                  <a:gd name="connsiteX85" fmla="*/ 197371 w 1625541"/>
                  <a:gd name="connsiteY85" fmla="*/ 1085659 h 1373519"/>
                  <a:gd name="connsiteX86" fmla="*/ 125473 w 1625541"/>
                  <a:gd name="connsiteY86" fmla="*/ 1036651 h 1373519"/>
                  <a:gd name="connsiteX87" fmla="*/ 55922 w 1625541"/>
                  <a:gd name="connsiteY87" fmla="*/ 1000115 h 1373519"/>
                  <a:gd name="connsiteX88" fmla="*/ 106104 w 1625541"/>
                  <a:gd name="connsiteY88" fmla="*/ 1018456 h 1373519"/>
                  <a:gd name="connsiteX89" fmla="*/ 159551 w 1625541"/>
                  <a:gd name="connsiteY89" fmla="*/ 1004406 h 1373519"/>
                  <a:gd name="connsiteX90" fmla="*/ 167071 w 1625541"/>
                  <a:gd name="connsiteY90" fmla="*/ 992595 h 1373519"/>
                  <a:gd name="connsiteX91" fmla="*/ 155333 w 1625541"/>
                  <a:gd name="connsiteY91" fmla="*/ 985662 h 1373519"/>
                  <a:gd name="connsiteX92" fmla="*/ 124556 w 1625541"/>
                  <a:gd name="connsiteY92" fmla="*/ 981296 h 1373519"/>
                  <a:gd name="connsiteX93" fmla="*/ 78372 w 1625541"/>
                  <a:gd name="connsiteY93" fmla="*/ 911709 h 1373519"/>
                  <a:gd name="connsiteX94" fmla="*/ 83604 w 1625541"/>
                  <a:gd name="connsiteY94" fmla="*/ 896738 h 1373519"/>
                  <a:gd name="connsiteX95" fmla="*/ 81210 w 1625541"/>
                  <a:gd name="connsiteY95" fmla="*/ 881289 h 1373519"/>
                  <a:gd name="connsiteX96" fmla="*/ 79457 w 1625541"/>
                  <a:gd name="connsiteY96" fmla="*/ 882109 h 1373519"/>
                  <a:gd name="connsiteX97" fmla="*/ 81124 w 1625541"/>
                  <a:gd name="connsiteY97" fmla="*/ 880969 h 1373519"/>
                  <a:gd name="connsiteX98" fmla="*/ 81168 w 1625541"/>
                  <a:gd name="connsiteY98" fmla="*/ 881020 h 1373519"/>
                  <a:gd name="connsiteX99" fmla="*/ 81160 w 1625541"/>
                  <a:gd name="connsiteY99" fmla="*/ 880969 h 1373519"/>
                  <a:gd name="connsiteX100" fmla="*/ 81417 w 1625541"/>
                  <a:gd name="connsiteY100" fmla="*/ 881262 h 1373519"/>
                  <a:gd name="connsiteX101" fmla="*/ 98254 w 1625541"/>
                  <a:gd name="connsiteY101" fmla="*/ 849825 h 1373519"/>
                  <a:gd name="connsiteX102" fmla="*/ 88240 w 1625541"/>
                  <a:gd name="connsiteY102" fmla="*/ 837060 h 1373519"/>
                  <a:gd name="connsiteX103" fmla="*/ 38792 w 1625541"/>
                  <a:gd name="connsiteY103" fmla="*/ 779761 h 1373519"/>
                  <a:gd name="connsiteX104" fmla="*/ 46128 w 1625541"/>
                  <a:gd name="connsiteY104" fmla="*/ 698325 h 1373519"/>
                  <a:gd name="connsiteX105" fmla="*/ 41579 w 1625541"/>
                  <a:gd name="connsiteY105" fmla="*/ 662303 h 1373519"/>
                  <a:gd name="connsiteX106" fmla="*/ 2585 w 1625541"/>
                  <a:gd name="connsiteY106" fmla="*/ 594843 h 1373519"/>
                  <a:gd name="connsiteX107" fmla="*/ 6767 w 1625541"/>
                  <a:gd name="connsiteY107" fmla="*/ 551264 h 1373519"/>
                  <a:gd name="connsiteX108" fmla="*/ 58160 w 1625541"/>
                  <a:gd name="connsiteY108" fmla="*/ 669382 h 1373519"/>
                  <a:gd name="connsiteX109" fmla="*/ 64543 w 1625541"/>
                  <a:gd name="connsiteY109" fmla="*/ 644585 h 1373519"/>
                  <a:gd name="connsiteX110" fmla="*/ 68651 w 1625541"/>
                  <a:gd name="connsiteY110" fmla="*/ 544808 h 1373519"/>
                  <a:gd name="connsiteX111" fmla="*/ 57463 w 1625541"/>
                  <a:gd name="connsiteY111" fmla="*/ 523055 h 1373519"/>
                  <a:gd name="connsiteX112" fmla="*/ 105114 w 1625541"/>
                  <a:gd name="connsiteY112" fmla="*/ 509299 h 1373519"/>
                  <a:gd name="connsiteX113" fmla="*/ 164943 w 1625541"/>
                  <a:gd name="connsiteY113" fmla="*/ 421407 h 1373519"/>
                  <a:gd name="connsiteX114" fmla="*/ 169236 w 1625541"/>
                  <a:gd name="connsiteY114" fmla="*/ 348775 h 1373519"/>
                  <a:gd name="connsiteX115" fmla="*/ 169185 w 1625541"/>
                  <a:gd name="connsiteY115" fmla="*/ 348833 h 1373519"/>
                  <a:gd name="connsiteX116" fmla="*/ 168943 w 1625541"/>
                  <a:gd name="connsiteY116" fmla="*/ 349179 h 1373519"/>
                  <a:gd name="connsiteX117" fmla="*/ 168996 w 1625541"/>
                  <a:gd name="connsiteY117" fmla="*/ 349045 h 1373519"/>
                  <a:gd name="connsiteX118" fmla="*/ 168942 w 1625541"/>
                  <a:gd name="connsiteY118" fmla="*/ 349105 h 1373519"/>
                  <a:gd name="connsiteX119" fmla="*/ 169011 w 1625541"/>
                  <a:gd name="connsiteY119" fmla="*/ 349005 h 1373519"/>
                  <a:gd name="connsiteX120" fmla="*/ 169050 w 1625541"/>
                  <a:gd name="connsiteY120" fmla="*/ 348907 h 1373519"/>
                  <a:gd name="connsiteX121" fmla="*/ 169103 w 1625541"/>
                  <a:gd name="connsiteY121" fmla="*/ 348873 h 1373519"/>
                  <a:gd name="connsiteX122" fmla="*/ 194890 w 1625541"/>
                  <a:gd name="connsiteY122" fmla="*/ 311725 h 1373519"/>
                  <a:gd name="connsiteX123" fmla="*/ 229946 w 1625541"/>
                  <a:gd name="connsiteY123" fmla="*/ 282599 h 1373519"/>
                  <a:gd name="connsiteX124" fmla="*/ 233137 w 1625541"/>
                  <a:gd name="connsiteY124" fmla="*/ 270053 h 1373519"/>
                  <a:gd name="connsiteX125" fmla="*/ 240914 w 1625541"/>
                  <a:gd name="connsiteY125" fmla="*/ 265505 h 1373519"/>
                  <a:gd name="connsiteX126" fmla="*/ 297075 w 1625541"/>
                  <a:gd name="connsiteY126" fmla="*/ 257398 h 1373519"/>
                  <a:gd name="connsiteX127" fmla="*/ 353310 w 1625541"/>
                  <a:gd name="connsiteY127" fmla="*/ 151091 h 1373519"/>
                  <a:gd name="connsiteX128" fmla="*/ 349531 w 1625541"/>
                  <a:gd name="connsiteY128" fmla="*/ 145552 h 1373519"/>
                  <a:gd name="connsiteX129" fmla="*/ 341425 w 1625541"/>
                  <a:gd name="connsiteY129" fmla="*/ 151385 h 1373519"/>
                  <a:gd name="connsiteX130" fmla="*/ 316223 w 1625541"/>
                  <a:gd name="connsiteY130" fmla="*/ 206225 h 1373519"/>
                  <a:gd name="connsiteX131" fmla="*/ 302247 w 1625541"/>
                  <a:gd name="connsiteY131" fmla="*/ 232527 h 1373519"/>
                  <a:gd name="connsiteX132" fmla="*/ 365415 w 1625541"/>
                  <a:gd name="connsiteY132" fmla="*/ 114849 h 1373519"/>
                  <a:gd name="connsiteX133" fmla="*/ 441458 w 1625541"/>
                  <a:gd name="connsiteY133" fmla="*/ 108869 h 1373519"/>
                  <a:gd name="connsiteX134" fmla="*/ 518566 w 1625541"/>
                  <a:gd name="connsiteY134" fmla="*/ 129008 h 1373519"/>
                  <a:gd name="connsiteX135" fmla="*/ 640610 w 1625541"/>
                  <a:gd name="connsiteY135" fmla="*/ 50177 h 1373519"/>
                  <a:gd name="connsiteX136" fmla="*/ 519996 w 1625541"/>
                  <a:gd name="connsiteY136" fmla="*/ 109493 h 1373519"/>
                  <a:gd name="connsiteX137" fmla="*/ 525242 w 1625541"/>
                  <a:gd name="connsiteY137" fmla="*/ 99002 h 1373519"/>
                  <a:gd name="connsiteX138" fmla="*/ 600479 w 1625541"/>
                  <a:gd name="connsiteY138" fmla="*/ 51351 h 1373519"/>
                  <a:gd name="connsiteX139" fmla="*/ 705721 w 1625541"/>
                  <a:gd name="connsiteY139" fmla="*/ 72847 h 1373519"/>
                  <a:gd name="connsiteX140" fmla="*/ 796585 w 1625541"/>
                  <a:gd name="connsiteY140" fmla="*/ 59934 h 1373519"/>
                  <a:gd name="connsiteX141" fmla="*/ 909935 w 1625541"/>
                  <a:gd name="connsiteY141" fmla="*/ 16759 h 1373519"/>
                  <a:gd name="connsiteX142" fmla="*/ 979412 w 1625541"/>
                  <a:gd name="connsiteY142" fmla="*/ 49296 h 1373519"/>
                  <a:gd name="connsiteX143" fmla="*/ 999734 w 1625541"/>
                  <a:gd name="connsiteY143" fmla="*/ 47976 h 1373519"/>
                  <a:gd name="connsiteX144" fmla="*/ 1043056 w 1625541"/>
                  <a:gd name="connsiteY144" fmla="*/ 12027 h 1373519"/>
                  <a:gd name="connsiteX145" fmla="*/ 1076438 w 1625541"/>
                  <a:gd name="connsiteY145" fmla="*/ 518 h 13735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</a:cxnLst>
                <a:rect l="l" t="t" r="r" b="b"/>
                <a:pathLst>
                  <a:path w="1625541" h="1373519">
                    <a:moveTo>
                      <a:pt x="159808" y="1084449"/>
                    </a:moveTo>
                    <a:cubicBezTo>
                      <a:pt x="171547" y="1136135"/>
                      <a:pt x="195684" y="1174615"/>
                      <a:pt x="242822" y="1197469"/>
                    </a:cubicBezTo>
                    <a:cubicBezTo>
                      <a:pt x="185156" y="1193030"/>
                      <a:pt x="146456" y="1141417"/>
                      <a:pt x="159808" y="1084449"/>
                    </a:cubicBezTo>
                    <a:close/>
                    <a:moveTo>
                      <a:pt x="1457389" y="985808"/>
                    </a:moveTo>
                    <a:cubicBezTo>
                      <a:pt x="1409077" y="985221"/>
                      <a:pt x="1388278" y="1009542"/>
                      <a:pt x="1398843" y="1056790"/>
                    </a:cubicBezTo>
                    <a:cubicBezTo>
                      <a:pt x="1406033" y="1088850"/>
                      <a:pt x="1399686" y="1115629"/>
                      <a:pt x="1375659" y="1140573"/>
                    </a:cubicBezTo>
                    <a:cubicBezTo>
                      <a:pt x="1445687" y="1153632"/>
                      <a:pt x="1464579" y="1146589"/>
                      <a:pt x="1457902" y="1070619"/>
                    </a:cubicBezTo>
                    <a:cubicBezTo>
                      <a:pt x="1457792" y="1069408"/>
                      <a:pt x="1457352" y="1068235"/>
                      <a:pt x="1457205" y="1067024"/>
                    </a:cubicBezTo>
                    <a:cubicBezTo>
                      <a:pt x="1455958" y="1056129"/>
                      <a:pt x="1454051" y="1045271"/>
                      <a:pt x="1453684" y="1034340"/>
                    </a:cubicBezTo>
                    <a:cubicBezTo>
                      <a:pt x="1453023" y="1015448"/>
                      <a:pt x="1462451" y="1003233"/>
                      <a:pt x="1480499" y="997767"/>
                    </a:cubicBezTo>
                    <a:cubicBezTo>
                      <a:pt x="1486771" y="995896"/>
                      <a:pt x="1493191" y="994429"/>
                      <a:pt x="1502435" y="992008"/>
                    </a:cubicBezTo>
                    <a:cubicBezTo>
                      <a:pt x="1486148" y="985368"/>
                      <a:pt x="1471512" y="985992"/>
                      <a:pt x="1457389" y="985808"/>
                    </a:cubicBezTo>
                    <a:close/>
                    <a:moveTo>
                      <a:pt x="79457" y="882109"/>
                    </a:moveTo>
                    <a:lnTo>
                      <a:pt x="66180" y="891190"/>
                    </a:lnTo>
                    <a:cubicBezTo>
                      <a:pt x="61105" y="894468"/>
                      <a:pt x="56180" y="897972"/>
                      <a:pt x="52145" y="902759"/>
                    </a:cubicBezTo>
                    <a:cubicBezTo>
                      <a:pt x="30539" y="928437"/>
                      <a:pt x="27934" y="956022"/>
                      <a:pt x="43231" y="985955"/>
                    </a:cubicBezTo>
                    <a:cubicBezTo>
                      <a:pt x="26650" y="969448"/>
                      <a:pt x="21258" y="949969"/>
                      <a:pt x="28521" y="928363"/>
                    </a:cubicBezTo>
                    <a:cubicBezTo>
                      <a:pt x="32795" y="915726"/>
                      <a:pt x="39068" y="905033"/>
                      <a:pt x="47738" y="896954"/>
                    </a:cubicBezTo>
                    <a:close/>
                    <a:moveTo>
                      <a:pt x="216484" y="273429"/>
                    </a:moveTo>
                    <a:cubicBezTo>
                      <a:pt x="204214" y="283461"/>
                      <a:pt x="193667" y="294475"/>
                      <a:pt x="185519" y="306943"/>
                    </a:cubicBezTo>
                    <a:lnTo>
                      <a:pt x="169050" y="348907"/>
                    </a:lnTo>
                    <a:lnTo>
                      <a:pt x="161386" y="353769"/>
                    </a:lnTo>
                    <a:cubicBezTo>
                      <a:pt x="159653" y="352975"/>
                      <a:pt x="158782" y="349912"/>
                      <a:pt x="158745" y="345107"/>
                    </a:cubicBezTo>
                    <a:cubicBezTo>
                      <a:pt x="158598" y="320456"/>
                      <a:pt x="167769" y="300134"/>
                      <a:pt x="188054" y="285461"/>
                    </a:cubicBezTo>
                    <a:cubicBezTo>
                      <a:pt x="196418" y="279408"/>
                      <a:pt x="205846" y="275483"/>
                      <a:pt x="216484" y="273429"/>
                    </a:cubicBezTo>
                    <a:close/>
                    <a:moveTo>
                      <a:pt x="1080854" y="12696"/>
                    </a:moveTo>
                    <a:cubicBezTo>
                      <a:pt x="1069285" y="12256"/>
                      <a:pt x="1057510" y="15457"/>
                      <a:pt x="1045294" y="24425"/>
                    </a:cubicBezTo>
                    <a:cubicBezTo>
                      <a:pt x="1065726" y="30221"/>
                      <a:pt x="1070165" y="48599"/>
                      <a:pt x="1080106" y="62466"/>
                    </a:cubicBezTo>
                    <a:cubicBezTo>
                      <a:pt x="1091074" y="77799"/>
                      <a:pt x="1109893" y="79560"/>
                      <a:pt x="1124529" y="67234"/>
                    </a:cubicBezTo>
                    <a:cubicBezTo>
                      <a:pt x="1137955" y="55936"/>
                      <a:pt x="1136928" y="44711"/>
                      <a:pt x="1121044" y="29158"/>
                    </a:cubicBezTo>
                    <a:cubicBezTo>
                      <a:pt x="1118990" y="27140"/>
                      <a:pt x="1117119" y="24939"/>
                      <a:pt x="1115175" y="22811"/>
                    </a:cubicBezTo>
                    <a:cubicBezTo>
                      <a:pt x="1115212" y="22848"/>
                      <a:pt x="1115248" y="22848"/>
                      <a:pt x="1115285" y="22848"/>
                    </a:cubicBezTo>
                    <a:cubicBezTo>
                      <a:pt x="1115285" y="22848"/>
                      <a:pt x="1114955" y="22555"/>
                      <a:pt x="1114955" y="22555"/>
                    </a:cubicBezTo>
                    <a:cubicBezTo>
                      <a:pt x="1115028" y="22665"/>
                      <a:pt x="1115101" y="22738"/>
                      <a:pt x="1115175" y="22811"/>
                    </a:cubicBezTo>
                    <a:cubicBezTo>
                      <a:pt x="1103785" y="17217"/>
                      <a:pt x="1092422" y="13136"/>
                      <a:pt x="1080854" y="12696"/>
                    </a:cubicBezTo>
                    <a:close/>
                    <a:moveTo>
                      <a:pt x="1076438" y="518"/>
                    </a:moveTo>
                    <a:cubicBezTo>
                      <a:pt x="1088800" y="2489"/>
                      <a:pt x="1102024" y="10046"/>
                      <a:pt x="1114991" y="22518"/>
                    </a:cubicBezTo>
                    <a:cubicBezTo>
                      <a:pt x="1149033" y="44821"/>
                      <a:pt x="1185569" y="51901"/>
                      <a:pt x="1226434" y="47205"/>
                    </a:cubicBezTo>
                    <a:cubicBezTo>
                      <a:pt x="1255266" y="43867"/>
                      <a:pt x="1286080" y="71306"/>
                      <a:pt x="1293197" y="100102"/>
                    </a:cubicBezTo>
                    <a:cubicBezTo>
                      <a:pt x="1300570" y="129852"/>
                      <a:pt x="1309557" y="158941"/>
                      <a:pt x="1325661" y="185316"/>
                    </a:cubicBezTo>
                    <a:cubicBezTo>
                      <a:pt x="1344002" y="215359"/>
                      <a:pt x="1369423" y="233334"/>
                      <a:pt x="1405849" y="235572"/>
                    </a:cubicBezTo>
                    <a:cubicBezTo>
                      <a:pt x="1435159" y="237406"/>
                      <a:pt x="1464065" y="243348"/>
                      <a:pt x="1490403" y="257361"/>
                    </a:cubicBezTo>
                    <a:cubicBezTo>
                      <a:pt x="1516008" y="270971"/>
                      <a:pt x="1521730" y="285754"/>
                      <a:pt x="1511496" y="313009"/>
                    </a:cubicBezTo>
                    <a:cubicBezTo>
                      <a:pt x="1504489" y="331681"/>
                      <a:pt x="1505773" y="349985"/>
                      <a:pt x="1511679" y="369427"/>
                    </a:cubicBezTo>
                    <a:cubicBezTo>
                      <a:pt x="1506654" y="369941"/>
                      <a:pt x="1502472" y="370087"/>
                      <a:pt x="1498400" y="370821"/>
                    </a:cubicBezTo>
                    <a:cubicBezTo>
                      <a:pt x="1485451" y="373132"/>
                      <a:pt x="1481966" y="383770"/>
                      <a:pt x="1477711" y="394078"/>
                    </a:cubicBezTo>
                    <a:cubicBezTo>
                      <a:pt x="1473236" y="405009"/>
                      <a:pt x="1482186" y="407907"/>
                      <a:pt x="1487982" y="412566"/>
                    </a:cubicBezTo>
                    <a:cubicBezTo>
                      <a:pt x="1516962" y="435823"/>
                      <a:pt x="1544657" y="460290"/>
                      <a:pt x="1564832" y="495433"/>
                    </a:cubicBezTo>
                    <a:cubicBezTo>
                      <a:pt x="1573526" y="443893"/>
                      <a:pt x="1547592" y="409411"/>
                      <a:pt x="1516815" y="376837"/>
                    </a:cubicBezTo>
                    <a:cubicBezTo>
                      <a:pt x="1568574" y="394445"/>
                      <a:pt x="1590180" y="459740"/>
                      <a:pt x="1569455" y="509812"/>
                    </a:cubicBezTo>
                    <a:cubicBezTo>
                      <a:pt x="1562228" y="527200"/>
                      <a:pt x="1552654" y="549540"/>
                      <a:pt x="1558853" y="571733"/>
                    </a:cubicBezTo>
                    <a:cubicBezTo>
                      <a:pt x="1560614" y="578079"/>
                      <a:pt x="1563805" y="582811"/>
                      <a:pt x="1552104" y="584755"/>
                    </a:cubicBezTo>
                    <a:cubicBezTo>
                      <a:pt x="1535707" y="587470"/>
                      <a:pt x="1533285" y="600199"/>
                      <a:pt x="1544951" y="612231"/>
                    </a:cubicBezTo>
                    <a:cubicBezTo>
                      <a:pt x="1552617" y="620154"/>
                      <a:pt x="1560504" y="627858"/>
                      <a:pt x="1567950" y="635928"/>
                    </a:cubicBezTo>
                    <a:cubicBezTo>
                      <a:pt x="1574884" y="643411"/>
                      <a:pt x="1581376" y="651298"/>
                      <a:pt x="1590621" y="661973"/>
                    </a:cubicBezTo>
                    <a:cubicBezTo>
                      <a:pt x="1592161" y="635854"/>
                      <a:pt x="1584605" y="616119"/>
                      <a:pt x="1572463" y="595650"/>
                    </a:cubicBezTo>
                    <a:cubicBezTo>
                      <a:pt x="1592345" y="607609"/>
                      <a:pt x="1600488" y="626390"/>
                      <a:pt x="1596233" y="652655"/>
                    </a:cubicBezTo>
                    <a:cubicBezTo>
                      <a:pt x="1594436" y="663843"/>
                      <a:pt x="1596820" y="672024"/>
                      <a:pt x="1602653" y="681304"/>
                    </a:cubicBezTo>
                    <a:cubicBezTo>
                      <a:pt x="1634090" y="731486"/>
                      <a:pt x="1635741" y="780165"/>
                      <a:pt x="1591244" y="824404"/>
                    </a:cubicBezTo>
                    <a:cubicBezTo>
                      <a:pt x="1586219" y="829393"/>
                      <a:pt x="1585742" y="834125"/>
                      <a:pt x="1586989" y="840728"/>
                    </a:cubicBezTo>
                    <a:cubicBezTo>
                      <a:pt x="1592381" y="867213"/>
                      <a:pt x="1594472" y="893991"/>
                      <a:pt x="1592015" y="920953"/>
                    </a:cubicBezTo>
                    <a:cubicBezTo>
                      <a:pt x="1588640" y="957783"/>
                      <a:pt x="1571986" y="976968"/>
                      <a:pt x="1536550" y="987312"/>
                    </a:cubicBezTo>
                    <a:cubicBezTo>
                      <a:pt x="1519639" y="992228"/>
                      <a:pt x="1503206" y="998831"/>
                      <a:pt x="1486882" y="1005507"/>
                    </a:cubicBezTo>
                    <a:cubicBezTo>
                      <a:pt x="1475767" y="1010056"/>
                      <a:pt x="1471218" y="1017062"/>
                      <a:pt x="1473052" y="1031222"/>
                    </a:cubicBezTo>
                    <a:cubicBezTo>
                      <a:pt x="1476867" y="1060238"/>
                      <a:pt x="1472062" y="1089621"/>
                      <a:pt x="1471768" y="1118893"/>
                    </a:cubicBezTo>
                    <a:cubicBezTo>
                      <a:pt x="1471548" y="1140903"/>
                      <a:pt x="1447888" y="1158804"/>
                      <a:pt x="1424227" y="1159465"/>
                    </a:cubicBezTo>
                    <a:cubicBezTo>
                      <a:pt x="1404015" y="1160015"/>
                      <a:pt x="1384243" y="1156934"/>
                      <a:pt x="1367773" y="1143398"/>
                    </a:cubicBezTo>
                    <a:cubicBezTo>
                      <a:pt x="1366012" y="1141930"/>
                      <a:pt x="1363921" y="1139106"/>
                      <a:pt x="1362014" y="1141417"/>
                    </a:cubicBezTo>
                    <a:cubicBezTo>
                      <a:pt x="1348991" y="1157374"/>
                      <a:pt x="1329769" y="1151981"/>
                      <a:pt x="1313482" y="1154843"/>
                    </a:cubicBezTo>
                    <a:cubicBezTo>
                      <a:pt x="1278560" y="1161005"/>
                      <a:pt x="1254203" y="1178906"/>
                      <a:pt x="1240007" y="1211077"/>
                    </a:cubicBezTo>
                    <a:cubicBezTo>
                      <a:pt x="1222729" y="1249961"/>
                      <a:pt x="1196611" y="1280995"/>
                      <a:pt x="1159231" y="1302014"/>
                    </a:cubicBezTo>
                    <a:cubicBezTo>
                      <a:pt x="1158717" y="1307260"/>
                      <a:pt x="1156003" y="1311258"/>
                      <a:pt x="1151381" y="1313496"/>
                    </a:cubicBezTo>
                    <a:cubicBezTo>
                      <a:pt x="1127354" y="1325124"/>
                      <a:pt x="1103106" y="1336019"/>
                      <a:pt x="1075484" y="1334992"/>
                    </a:cubicBezTo>
                    <a:cubicBezTo>
                      <a:pt x="1065616" y="1332718"/>
                      <a:pt x="1060517" y="1326665"/>
                      <a:pt x="1057986" y="1318485"/>
                    </a:cubicBezTo>
                    <a:cubicBezTo>
                      <a:pt x="997900" y="1343759"/>
                      <a:pt x="932458" y="1357662"/>
                      <a:pt x="863971" y="1357662"/>
                    </a:cubicBezTo>
                    <a:cubicBezTo>
                      <a:pt x="853333" y="1357662"/>
                      <a:pt x="842732" y="1357295"/>
                      <a:pt x="832240" y="1356635"/>
                    </a:cubicBezTo>
                    <a:cubicBezTo>
                      <a:pt x="830479" y="1359092"/>
                      <a:pt x="828205" y="1361293"/>
                      <a:pt x="825051" y="1363054"/>
                    </a:cubicBezTo>
                    <a:cubicBezTo>
                      <a:pt x="799923" y="1371088"/>
                      <a:pt x="774795" y="1378791"/>
                      <a:pt x="748347" y="1368740"/>
                    </a:cubicBezTo>
                    <a:cubicBezTo>
                      <a:pt x="678173" y="1368263"/>
                      <a:pt x="611190" y="1357478"/>
                      <a:pt x="554662" y="1310855"/>
                    </a:cubicBezTo>
                    <a:cubicBezTo>
                      <a:pt x="534156" y="1293944"/>
                      <a:pt x="516952" y="1274465"/>
                      <a:pt x="504113" y="1251428"/>
                    </a:cubicBezTo>
                    <a:cubicBezTo>
                      <a:pt x="497620" y="1239763"/>
                      <a:pt x="489953" y="1236352"/>
                      <a:pt x="477444" y="1241047"/>
                    </a:cubicBezTo>
                    <a:cubicBezTo>
                      <a:pt x="452206" y="1250475"/>
                      <a:pt x="425611" y="1254913"/>
                      <a:pt x="399016" y="1257738"/>
                    </a:cubicBezTo>
                    <a:cubicBezTo>
                      <a:pt x="356134" y="1262250"/>
                      <a:pt x="314059" y="1251355"/>
                      <a:pt x="300377" y="1210784"/>
                    </a:cubicBezTo>
                    <a:cubicBezTo>
                      <a:pt x="300120" y="1189398"/>
                      <a:pt x="289702" y="1182171"/>
                      <a:pt x="268096" y="1180117"/>
                    </a:cubicBezTo>
                    <a:cubicBezTo>
                      <a:pt x="241500" y="1177623"/>
                      <a:pt x="222829" y="1160785"/>
                      <a:pt x="214759" y="1133750"/>
                    </a:cubicBezTo>
                    <a:cubicBezTo>
                      <a:pt x="209880" y="1117389"/>
                      <a:pt x="205258" y="1100589"/>
                      <a:pt x="197371" y="1085659"/>
                    </a:cubicBezTo>
                    <a:cubicBezTo>
                      <a:pt x="182368" y="1057230"/>
                      <a:pt x="161385" y="1036761"/>
                      <a:pt x="125473" y="1036651"/>
                    </a:cubicBezTo>
                    <a:cubicBezTo>
                      <a:pt x="96970" y="1036541"/>
                      <a:pt x="75658" y="1019190"/>
                      <a:pt x="55922" y="1000115"/>
                    </a:cubicBezTo>
                    <a:cubicBezTo>
                      <a:pt x="72319" y="1007304"/>
                      <a:pt x="88056" y="1015888"/>
                      <a:pt x="106104" y="1018456"/>
                    </a:cubicBezTo>
                    <a:cubicBezTo>
                      <a:pt x="126023" y="1021281"/>
                      <a:pt x="143521" y="1015741"/>
                      <a:pt x="159551" y="1004406"/>
                    </a:cubicBezTo>
                    <a:cubicBezTo>
                      <a:pt x="163513" y="1001582"/>
                      <a:pt x="167952" y="997803"/>
                      <a:pt x="167071" y="992595"/>
                    </a:cubicBezTo>
                    <a:cubicBezTo>
                      <a:pt x="166117" y="986835"/>
                      <a:pt x="159991" y="986469"/>
                      <a:pt x="155333" y="985662"/>
                    </a:cubicBezTo>
                    <a:cubicBezTo>
                      <a:pt x="145135" y="983937"/>
                      <a:pt x="134717" y="983240"/>
                      <a:pt x="124556" y="981296"/>
                    </a:cubicBezTo>
                    <a:cubicBezTo>
                      <a:pt x="83801" y="973520"/>
                      <a:pt x="70779" y="952941"/>
                      <a:pt x="78372" y="911709"/>
                    </a:cubicBezTo>
                    <a:cubicBezTo>
                      <a:pt x="79289" y="906739"/>
                      <a:pt x="82086" y="901805"/>
                      <a:pt x="83604" y="896738"/>
                    </a:cubicBezTo>
                    <a:lnTo>
                      <a:pt x="81210" y="881289"/>
                    </a:lnTo>
                    <a:lnTo>
                      <a:pt x="79457" y="882109"/>
                    </a:lnTo>
                    <a:lnTo>
                      <a:pt x="81124" y="880969"/>
                    </a:lnTo>
                    <a:lnTo>
                      <a:pt x="81168" y="881020"/>
                    </a:lnTo>
                    <a:lnTo>
                      <a:pt x="81160" y="880969"/>
                    </a:lnTo>
                    <a:lnTo>
                      <a:pt x="81417" y="881262"/>
                    </a:lnTo>
                    <a:cubicBezTo>
                      <a:pt x="93155" y="874146"/>
                      <a:pt x="93339" y="860573"/>
                      <a:pt x="98254" y="849825"/>
                    </a:cubicBezTo>
                    <a:cubicBezTo>
                      <a:pt x="101886" y="841938"/>
                      <a:pt x="92679" y="840214"/>
                      <a:pt x="88240" y="837060"/>
                    </a:cubicBezTo>
                    <a:cubicBezTo>
                      <a:pt x="67111" y="821909"/>
                      <a:pt x="48366" y="804852"/>
                      <a:pt x="38792" y="779761"/>
                    </a:cubicBezTo>
                    <a:cubicBezTo>
                      <a:pt x="27970" y="751405"/>
                      <a:pt x="33619" y="724113"/>
                      <a:pt x="46128" y="698325"/>
                    </a:cubicBezTo>
                    <a:cubicBezTo>
                      <a:pt x="53024" y="684056"/>
                      <a:pt x="53868" y="674848"/>
                      <a:pt x="41579" y="662303"/>
                    </a:cubicBezTo>
                    <a:cubicBezTo>
                      <a:pt x="23201" y="643558"/>
                      <a:pt x="9482" y="620851"/>
                      <a:pt x="2585" y="594843"/>
                    </a:cubicBezTo>
                    <a:cubicBezTo>
                      <a:pt x="-1083" y="580977"/>
                      <a:pt x="-1780" y="567294"/>
                      <a:pt x="6767" y="551264"/>
                    </a:cubicBezTo>
                    <a:cubicBezTo>
                      <a:pt x="12600" y="597264"/>
                      <a:pt x="35600" y="632626"/>
                      <a:pt x="58160" y="669382"/>
                    </a:cubicBezTo>
                    <a:cubicBezTo>
                      <a:pt x="67001" y="661202"/>
                      <a:pt x="70449" y="655003"/>
                      <a:pt x="64543" y="644585"/>
                    </a:cubicBezTo>
                    <a:cubicBezTo>
                      <a:pt x="45358" y="610800"/>
                      <a:pt x="40075" y="577235"/>
                      <a:pt x="68651" y="544808"/>
                    </a:cubicBezTo>
                    <a:cubicBezTo>
                      <a:pt x="79766" y="532189"/>
                      <a:pt x="65276" y="529254"/>
                      <a:pt x="57463" y="523055"/>
                    </a:cubicBezTo>
                    <a:cubicBezTo>
                      <a:pt x="74154" y="518286"/>
                      <a:pt x="89927" y="514654"/>
                      <a:pt x="105114" y="509299"/>
                    </a:cubicBezTo>
                    <a:cubicBezTo>
                      <a:pt x="146749" y="494626"/>
                      <a:pt x="166778" y="465573"/>
                      <a:pt x="164943" y="421407"/>
                    </a:cubicBezTo>
                    <a:cubicBezTo>
                      <a:pt x="163953" y="396939"/>
                      <a:pt x="162486" y="372692"/>
                      <a:pt x="169236" y="348775"/>
                    </a:cubicBezTo>
                    <a:lnTo>
                      <a:pt x="169185" y="348833"/>
                    </a:lnTo>
                    <a:lnTo>
                      <a:pt x="168943" y="349179"/>
                    </a:lnTo>
                    <a:lnTo>
                      <a:pt x="168996" y="349045"/>
                    </a:lnTo>
                    <a:lnTo>
                      <a:pt x="168942" y="349105"/>
                    </a:lnTo>
                    <a:lnTo>
                      <a:pt x="169011" y="349005"/>
                    </a:lnTo>
                    <a:lnTo>
                      <a:pt x="169050" y="348907"/>
                    </a:lnTo>
                    <a:lnTo>
                      <a:pt x="169103" y="348873"/>
                    </a:lnTo>
                    <a:lnTo>
                      <a:pt x="194890" y="311725"/>
                    </a:lnTo>
                    <a:cubicBezTo>
                      <a:pt x="205020" y="300619"/>
                      <a:pt x="216667" y="290889"/>
                      <a:pt x="229946" y="282599"/>
                    </a:cubicBezTo>
                    <a:cubicBezTo>
                      <a:pt x="233504" y="280361"/>
                      <a:pt x="243738" y="277867"/>
                      <a:pt x="233137" y="270053"/>
                    </a:cubicBezTo>
                    <a:cubicBezTo>
                      <a:pt x="231303" y="268733"/>
                      <a:pt x="237869" y="265982"/>
                      <a:pt x="240914" y="265505"/>
                    </a:cubicBezTo>
                    <a:cubicBezTo>
                      <a:pt x="259622" y="262644"/>
                      <a:pt x="278550" y="261030"/>
                      <a:pt x="297075" y="257398"/>
                    </a:cubicBezTo>
                    <a:cubicBezTo>
                      <a:pt x="337866" y="249401"/>
                      <a:pt x="369377" y="189278"/>
                      <a:pt x="353310" y="151091"/>
                    </a:cubicBezTo>
                    <a:cubicBezTo>
                      <a:pt x="352429" y="149000"/>
                      <a:pt x="351182" y="146029"/>
                      <a:pt x="349531" y="145552"/>
                    </a:cubicBezTo>
                    <a:cubicBezTo>
                      <a:pt x="345093" y="144305"/>
                      <a:pt x="343295" y="148413"/>
                      <a:pt x="341425" y="151385"/>
                    </a:cubicBezTo>
                    <a:cubicBezTo>
                      <a:pt x="330603" y="168515"/>
                      <a:pt x="324000" y="187664"/>
                      <a:pt x="316223" y="206225"/>
                    </a:cubicBezTo>
                    <a:cubicBezTo>
                      <a:pt x="313069" y="213782"/>
                      <a:pt x="312188" y="222476"/>
                      <a:pt x="302247" y="232527"/>
                    </a:cubicBezTo>
                    <a:cubicBezTo>
                      <a:pt x="315306" y="185169"/>
                      <a:pt x="328916" y="143718"/>
                      <a:pt x="365415" y="114849"/>
                    </a:cubicBezTo>
                    <a:cubicBezTo>
                      <a:pt x="388965" y="96214"/>
                      <a:pt x="414863" y="96984"/>
                      <a:pt x="441458" y="108869"/>
                    </a:cubicBezTo>
                    <a:cubicBezTo>
                      <a:pt x="465999" y="119837"/>
                      <a:pt x="490613" y="131392"/>
                      <a:pt x="518566" y="129008"/>
                    </a:cubicBezTo>
                    <a:cubicBezTo>
                      <a:pt x="572966" y="124349"/>
                      <a:pt x="612400" y="96104"/>
                      <a:pt x="640610" y="50177"/>
                    </a:cubicBezTo>
                    <a:cubicBezTo>
                      <a:pt x="596847" y="62245"/>
                      <a:pt x="560788" y="89868"/>
                      <a:pt x="519996" y="109493"/>
                    </a:cubicBezTo>
                    <a:cubicBezTo>
                      <a:pt x="518015" y="103550"/>
                      <a:pt x="522638" y="101496"/>
                      <a:pt x="525242" y="99002"/>
                    </a:cubicBezTo>
                    <a:cubicBezTo>
                      <a:pt x="547068" y="77982"/>
                      <a:pt x="571646" y="61402"/>
                      <a:pt x="600479" y="51351"/>
                    </a:cubicBezTo>
                    <a:cubicBezTo>
                      <a:pt x="639949" y="37558"/>
                      <a:pt x="674651" y="44711"/>
                      <a:pt x="705721" y="72847"/>
                    </a:cubicBezTo>
                    <a:cubicBezTo>
                      <a:pt x="749484" y="112464"/>
                      <a:pt x="765881" y="109860"/>
                      <a:pt x="796585" y="59934"/>
                    </a:cubicBezTo>
                    <a:cubicBezTo>
                      <a:pt x="825381" y="13127"/>
                      <a:pt x="857405" y="875"/>
                      <a:pt x="909935" y="16759"/>
                    </a:cubicBezTo>
                    <a:cubicBezTo>
                      <a:pt x="934659" y="24242"/>
                      <a:pt x="957696" y="35504"/>
                      <a:pt x="979412" y="49296"/>
                    </a:cubicBezTo>
                    <a:cubicBezTo>
                      <a:pt x="987189" y="54249"/>
                      <a:pt x="992581" y="55386"/>
                      <a:pt x="999734" y="47976"/>
                    </a:cubicBezTo>
                    <a:cubicBezTo>
                      <a:pt x="1012793" y="34513"/>
                      <a:pt x="1029704" y="25856"/>
                      <a:pt x="1043056" y="12027"/>
                    </a:cubicBezTo>
                    <a:cubicBezTo>
                      <a:pt x="1052575" y="2159"/>
                      <a:pt x="1064076" y="-1454"/>
                      <a:pt x="1076438" y="518"/>
                    </a:cubicBezTo>
                    <a:close/>
                  </a:path>
                </a:pathLst>
              </a:custGeom>
              <a:solidFill>
                <a:srgbClr val="693723"/>
              </a:solidFill>
              <a:ln w="366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7" name="자유형: 도형 16">
                <a:extLst>
                  <a:ext uri="{FF2B5EF4-FFF2-40B4-BE49-F238E27FC236}">
                    <a16:creationId xmlns:a16="http://schemas.microsoft.com/office/drawing/2014/main" id="{9A9C1565-C9B6-43D0-AA3D-72FD46CD09E0}"/>
                  </a:ext>
                </a:extLst>
              </p:cNvPr>
              <p:cNvSpPr/>
              <p:nvPr/>
            </p:nvSpPr>
            <p:spPr>
              <a:xfrm>
                <a:off x="7940651" y="1937869"/>
                <a:ext cx="969670" cy="1131758"/>
              </a:xfrm>
              <a:custGeom>
                <a:avLst/>
                <a:gdLst>
                  <a:gd name="connsiteX0" fmla="*/ 967768 w 969670"/>
                  <a:gd name="connsiteY0" fmla="*/ 764 h 1131758"/>
                  <a:gd name="connsiteX1" fmla="*/ 967842 w 969670"/>
                  <a:gd name="connsiteY1" fmla="*/ 874 h 1131758"/>
                  <a:gd name="connsiteX2" fmla="*/ 845285 w 969670"/>
                  <a:gd name="connsiteY2" fmla="*/ 303984 h 1131758"/>
                  <a:gd name="connsiteX3" fmla="*/ 839379 w 969670"/>
                  <a:gd name="connsiteY3" fmla="*/ 510288 h 1131758"/>
                  <a:gd name="connsiteX4" fmla="*/ 693748 w 969670"/>
                  <a:gd name="connsiteY4" fmla="*/ 693482 h 1131758"/>
                  <a:gd name="connsiteX5" fmla="*/ 445736 w 969670"/>
                  <a:gd name="connsiteY5" fmla="*/ 1017648 h 1131758"/>
                  <a:gd name="connsiteX6" fmla="*/ 380917 w 969670"/>
                  <a:gd name="connsiteY6" fmla="*/ 1087199 h 1131758"/>
                  <a:gd name="connsiteX7" fmla="*/ 205537 w 969670"/>
                  <a:gd name="connsiteY7" fmla="*/ 1118342 h 1131758"/>
                  <a:gd name="connsiteX8" fmla="*/ 2901 w 969670"/>
                  <a:gd name="connsiteY8" fmla="*/ 969410 h 1131758"/>
                  <a:gd name="connsiteX9" fmla="*/ 11888 w 969670"/>
                  <a:gd name="connsiteY9" fmla="*/ 940724 h 1131758"/>
                  <a:gd name="connsiteX10" fmla="*/ 68636 w 969670"/>
                  <a:gd name="connsiteY10" fmla="*/ 869083 h 1131758"/>
                  <a:gd name="connsiteX11" fmla="*/ 105906 w 969670"/>
                  <a:gd name="connsiteY11" fmla="*/ 814792 h 1131758"/>
                  <a:gd name="connsiteX12" fmla="*/ 124394 w 969670"/>
                  <a:gd name="connsiteY12" fmla="*/ 803934 h 1131758"/>
                  <a:gd name="connsiteX13" fmla="*/ 204803 w 969670"/>
                  <a:gd name="connsiteY13" fmla="*/ 858151 h 1131758"/>
                  <a:gd name="connsiteX14" fmla="*/ 279783 w 969670"/>
                  <a:gd name="connsiteY14" fmla="*/ 848320 h 1131758"/>
                  <a:gd name="connsiteX15" fmla="*/ 398635 w 969670"/>
                  <a:gd name="connsiteY15" fmla="*/ 688457 h 1131758"/>
                  <a:gd name="connsiteX16" fmla="*/ 853979 w 969670"/>
                  <a:gd name="connsiteY16" fmla="*/ 91591 h 1131758"/>
                  <a:gd name="connsiteX17" fmla="*/ 967768 w 969670"/>
                  <a:gd name="connsiteY17" fmla="*/ 764 h 11317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969670" h="1131758">
                    <a:moveTo>
                      <a:pt x="967768" y="764"/>
                    </a:moveTo>
                    <a:cubicBezTo>
                      <a:pt x="970850" y="5790"/>
                      <a:pt x="969676" y="-2611"/>
                      <a:pt x="967842" y="874"/>
                    </a:cubicBezTo>
                    <a:cubicBezTo>
                      <a:pt x="917366" y="98010"/>
                      <a:pt x="869862" y="196357"/>
                      <a:pt x="845285" y="303984"/>
                    </a:cubicBezTo>
                    <a:cubicBezTo>
                      <a:pt x="829658" y="372361"/>
                      <a:pt x="823532" y="441031"/>
                      <a:pt x="839379" y="510288"/>
                    </a:cubicBezTo>
                    <a:cubicBezTo>
                      <a:pt x="788536" y="569531"/>
                      <a:pt x="741436" y="631745"/>
                      <a:pt x="693748" y="693482"/>
                    </a:cubicBezTo>
                    <a:cubicBezTo>
                      <a:pt x="610588" y="801146"/>
                      <a:pt x="528565" y="909727"/>
                      <a:pt x="445736" y="1017648"/>
                    </a:cubicBezTo>
                    <a:cubicBezTo>
                      <a:pt x="426404" y="1042849"/>
                      <a:pt x="404798" y="1066069"/>
                      <a:pt x="380917" y="1087199"/>
                    </a:cubicBezTo>
                    <a:cubicBezTo>
                      <a:pt x="328718" y="1133419"/>
                      <a:pt x="269768" y="1143470"/>
                      <a:pt x="205537" y="1118342"/>
                    </a:cubicBezTo>
                    <a:cubicBezTo>
                      <a:pt x="124944" y="1086832"/>
                      <a:pt x="57815" y="1036246"/>
                      <a:pt x="2901" y="969410"/>
                    </a:cubicBezTo>
                    <a:cubicBezTo>
                      <a:pt x="-5059" y="956498"/>
                      <a:pt x="5175" y="948171"/>
                      <a:pt x="11888" y="940724"/>
                    </a:cubicBezTo>
                    <a:cubicBezTo>
                      <a:pt x="32357" y="918018"/>
                      <a:pt x="50075" y="893257"/>
                      <a:pt x="68636" y="869083"/>
                    </a:cubicBezTo>
                    <a:cubicBezTo>
                      <a:pt x="82026" y="851622"/>
                      <a:pt x="93251" y="832730"/>
                      <a:pt x="105906" y="814792"/>
                    </a:cubicBezTo>
                    <a:cubicBezTo>
                      <a:pt x="110418" y="808409"/>
                      <a:pt x="114160" y="800596"/>
                      <a:pt x="124394" y="803934"/>
                    </a:cubicBezTo>
                    <a:cubicBezTo>
                      <a:pt x="151173" y="822055"/>
                      <a:pt x="177731" y="840507"/>
                      <a:pt x="204803" y="858151"/>
                    </a:cubicBezTo>
                    <a:cubicBezTo>
                      <a:pt x="236680" y="878950"/>
                      <a:pt x="256196" y="877410"/>
                      <a:pt x="279783" y="848320"/>
                    </a:cubicBezTo>
                    <a:cubicBezTo>
                      <a:pt x="321601" y="796744"/>
                      <a:pt x="363529" y="745535"/>
                      <a:pt x="398635" y="688457"/>
                    </a:cubicBezTo>
                    <a:cubicBezTo>
                      <a:pt x="530326" y="474339"/>
                      <a:pt x="675150" y="269833"/>
                      <a:pt x="853979" y="91591"/>
                    </a:cubicBezTo>
                    <a:cubicBezTo>
                      <a:pt x="890735" y="54981"/>
                      <a:pt x="926464" y="32238"/>
                      <a:pt x="967768" y="764"/>
                    </a:cubicBezTo>
                    <a:close/>
                  </a:path>
                </a:pathLst>
              </a:custGeom>
              <a:solidFill>
                <a:schemeClr val="accent4">
                  <a:lumMod val="75000"/>
                </a:schemeClr>
              </a:solidFill>
              <a:ln w="366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8" name="자유형: 도형 17">
                <a:extLst>
                  <a:ext uri="{FF2B5EF4-FFF2-40B4-BE49-F238E27FC236}">
                    <a16:creationId xmlns:a16="http://schemas.microsoft.com/office/drawing/2014/main" id="{175363C1-C20F-443C-BB6E-E782D9179061}"/>
                  </a:ext>
                </a:extLst>
              </p:cNvPr>
              <p:cNvSpPr/>
              <p:nvPr/>
            </p:nvSpPr>
            <p:spPr>
              <a:xfrm>
                <a:off x="6957846" y="2094246"/>
                <a:ext cx="962414" cy="681932"/>
              </a:xfrm>
              <a:custGeom>
                <a:avLst/>
                <a:gdLst>
                  <a:gd name="connsiteX0" fmla="*/ 846568 w 962414"/>
                  <a:gd name="connsiteY0" fmla="*/ 681086 h 681932"/>
                  <a:gd name="connsiteX1" fmla="*/ 552225 w 962414"/>
                  <a:gd name="connsiteY1" fmla="*/ 450938 h 681932"/>
                  <a:gd name="connsiteX2" fmla="*/ 517780 w 962414"/>
                  <a:gd name="connsiteY2" fmla="*/ 435054 h 681932"/>
                  <a:gd name="connsiteX3" fmla="*/ 176814 w 962414"/>
                  <a:gd name="connsiteY3" fmla="*/ 398408 h 681932"/>
                  <a:gd name="connsiteX4" fmla="*/ 100110 w 962414"/>
                  <a:gd name="connsiteY4" fmla="*/ 395767 h 681932"/>
                  <a:gd name="connsiteX5" fmla="*/ 77770 w 962414"/>
                  <a:gd name="connsiteY5" fmla="*/ 337001 h 681932"/>
                  <a:gd name="connsiteX6" fmla="*/ 87711 w 962414"/>
                  <a:gd name="connsiteY6" fmla="*/ 323832 h 681932"/>
                  <a:gd name="connsiteX7" fmla="*/ 67426 w 962414"/>
                  <a:gd name="connsiteY7" fmla="*/ 322145 h 681932"/>
                  <a:gd name="connsiteX8" fmla="*/ 33384 w 962414"/>
                  <a:gd name="connsiteY8" fmla="*/ 316239 h 681932"/>
                  <a:gd name="connsiteX9" fmla="*/ 14822 w 962414"/>
                  <a:gd name="connsiteY9" fmla="*/ 260004 h 681932"/>
                  <a:gd name="connsiteX10" fmla="*/ 14346 w 962414"/>
                  <a:gd name="connsiteY10" fmla="*/ 239645 h 681932"/>
                  <a:gd name="connsiteX11" fmla="*/ 39547 w 962414"/>
                  <a:gd name="connsiteY11" fmla="*/ 164152 h 681932"/>
                  <a:gd name="connsiteX12" fmla="*/ 47507 w 962414"/>
                  <a:gd name="connsiteY12" fmla="*/ 148268 h 681932"/>
                  <a:gd name="connsiteX13" fmla="*/ 65848 w 962414"/>
                  <a:gd name="connsiteY13" fmla="*/ 98820 h 681932"/>
                  <a:gd name="connsiteX14" fmla="*/ 115517 w 962414"/>
                  <a:gd name="connsiteY14" fmla="*/ 87081 h 681932"/>
                  <a:gd name="connsiteX15" fmla="*/ 287412 w 962414"/>
                  <a:gd name="connsiteY15" fmla="*/ 92327 h 681932"/>
                  <a:gd name="connsiteX16" fmla="*/ 377872 w 962414"/>
                  <a:gd name="connsiteY16" fmla="*/ 102781 h 681932"/>
                  <a:gd name="connsiteX17" fmla="*/ 355202 w 962414"/>
                  <a:gd name="connsiteY17" fmla="*/ 84733 h 681932"/>
                  <a:gd name="connsiteX18" fmla="*/ 349883 w 962414"/>
                  <a:gd name="connsiteY18" fmla="*/ 19842 h 681932"/>
                  <a:gd name="connsiteX19" fmla="*/ 422882 w 962414"/>
                  <a:gd name="connsiteY19" fmla="*/ 13312 h 681932"/>
                  <a:gd name="connsiteX20" fmla="*/ 458868 w 962414"/>
                  <a:gd name="connsiteY20" fmla="*/ 49848 h 681932"/>
                  <a:gd name="connsiteX21" fmla="*/ 592723 w 962414"/>
                  <a:gd name="connsiteY21" fmla="*/ 165839 h 681932"/>
                  <a:gd name="connsiteX22" fmla="*/ 673792 w 962414"/>
                  <a:gd name="connsiteY22" fmla="*/ 314551 h 681932"/>
                  <a:gd name="connsiteX23" fmla="*/ 685604 w 962414"/>
                  <a:gd name="connsiteY23" fmla="*/ 337735 h 681932"/>
                  <a:gd name="connsiteX24" fmla="*/ 942971 w 962414"/>
                  <a:gd name="connsiteY24" fmla="*/ 549578 h 681932"/>
                  <a:gd name="connsiteX25" fmla="*/ 961899 w 962414"/>
                  <a:gd name="connsiteY25" fmla="*/ 566819 h 681932"/>
                  <a:gd name="connsiteX26" fmla="*/ 954269 w 962414"/>
                  <a:gd name="connsiteY26" fmla="*/ 584060 h 681932"/>
                  <a:gd name="connsiteX27" fmla="*/ 864653 w 962414"/>
                  <a:gd name="connsiteY27" fmla="*/ 672135 h 681932"/>
                  <a:gd name="connsiteX28" fmla="*/ 846568 w 962414"/>
                  <a:gd name="connsiteY28" fmla="*/ 681086 h 6819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962414" h="681932">
                    <a:moveTo>
                      <a:pt x="846568" y="681086"/>
                    </a:moveTo>
                    <a:cubicBezTo>
                      <a:pt x="748442" y="604419"/>
                      <a:pt x="650205" y="527825"/>
                      <a:pt x="552225" y="450938"/>
                    </a:cubicBezTo>
                    <a:cubicBezTo>
                      <a:pt x="541771" y="442721"/>
                      <a:pt x="530289" y="438356"/>
                      <a:pt x="517780" y="435054"/>
                    </a:cubicBezTo>
                    <a:cubicBezTo>
                      <a:pt x="405934" y="405855"/>
                      <a:pt x="292328" y="393786"/>
                      <a:pt x="176814" y="398408"/>
                    </a:cubicBezTo>
                    <a:cubicBezTo>
                      <a:pt x="151246" y="399435"/>
                      <a:pt x="125421" y="401343"/>
                      <a:pt x="100110" y="395767"/>
                    </a:cubicBezTo>
                    <a:cubicBezTo>
                      <a:pt x="62583" y="387513"/>
                      <a:pt x="55540" y="368548"/>
                      <a:pt x="77770" y="337001"/>
                    </a:cubicBezTo>
                    <a:cubicBezTo>
                      <a:pt x="80851" y="332636"/>
                      <a:pt x="84190" y="328491"/>
                      <a:pt x="87711" y="323832"/>
                    </a:cubicBezTo>
                    <a:cubicBezTo>
                      <a:pt x="80448" y="319430"/>
                      <a:pt x="73772" y="322255"/>
                      <a:pt x="67426" y="322145"/>
                    </a:cubicBezTo>
                    <a:cubicBezTo>
                      <a:pt x="55724" y="321961"/>
                      <a:pt x="44242" y="321044"/>
                      <a:pt x="33384" y="316239"/>
                    </a:cubicBezTo>
                    <a:cubicBezTo>
                      <a:pt x="7302" y="304720"/>
                      <a:pt x="296" y="284508"/>
                      <a:pt x="14822" y="260004"/>
                    </a:cubicBezTo>
                    <a:cubicBezTo>
                      <a:pt x="19298" y="252447"/>
                      <a:pt x="21682" y="247678"/>
                      <a:pt x="14346" y="239645"/>
                    </a:cubicBezTo>
                    <a:cubicBezTo>
                      <a:pt x="-12506" y="210115"/>
                      <a:pt x="-291" y="173066"/>
                      <a:pt x="39547" y="164152"/>
                    </a:cubicBezTo>
                    <a:cubicBezTo>
                      <a:pt x="51762" y="161400"/>
                      <a:pt x="52862" y="159273"/>
                      <a:pt x="47507" y="148268"/>
                    </a:cubicBezTo>
                    <a:cubicBezTo>
                      <a:pt x="36759" y="126295"/>
                      <a:pt x="43655" y="109201"/>
                      <a:pt x="65848" y="98820"/>
                    </a:cubicBezTo>
                    <a:cubicBezTo>
                      <a:pt x="81548" y="91483"/>
                      <a:pt x="98569" y="87998"/>
                      <a:pt x="115517" y="87081"/>
                    </a:cubicBezTo>
                    <a:cubicBezTo>
                      <a:pt x="172925" y="84073"/>
                      <a:pt x="230260" y="85320"/>
                      <a:pt x="287412" y="92327"/>
                    </a:cubicBezTo>
                    <a:cubicBezTo>
                      <a:pt x="316869" y="95958"/>
                      <a:pt x="346325" y="99150"/>
                      <a:pt x="377872" y="102781"/>
                    </a:cubicBezTo>
                    <a:cubicBezTo>
                      <a:pt x="369142" y="95922"/>
                      <a:pt x="361548" y="90933"/>
                      <a:pt x="355202" y="84733"/>
                    </a:cubicBezTo>
                    <a:cubicBezTo>
                      <a:pt x="333706" y="63788"/>
                      <a:pt x="331909" y="39650"/>
                      <a:pt x="349883" y="19842"/>
                    </a:cubicBezTo>
                    <a:cubicBezTo>
                      <a:pt x="371269" y="-3782"/>
                      <a:pt x="400469" y="-6753"/>
                      <a:pt x="422882" y="13312"/>
                    </a:cubicBezTo>
                    <a:cubicBezTo>
                      <a:pt x="435574" y="24720"/>
                      <a:pt x="447753" y="36899"/>
                      <a:pt x="458868" y="49848"/>
                    </a:cubicBezTo>
                    <a:cubicBezTo>
                      <a:pt x="497825" y="95115"/>
                      <a:pt x="542321" y="134292"/>
                      <a:pt x="592723" y="165839"/>
                    </a:cubicBezTo>
                    <a:cubicBezTo>
                      <a:pt x="648444" y="200724"/>
                      <a:pt x="672472" y="251163"/>
                      <a:pt x="673792" y="314551"/>
                    </a:cubicBezTo>
                    <a:cubicBezTo>
                      <a:pt x="674012" y="324932"/>
                      <a:pt x="678121" y="331609"/>
                      <a:pt x="685604" y="337735"/>
                    </a:cubicBezTo>
                    <a:cubicBezTo>
                      <a:pt x="771478" y="408276"/>
                      <a:pt x="857243" y="478890"/>
                      <a:pt x="942971" y="549578"/>
                    </a:cubicBezTo>
                    <a:cubicBezTo>
                      <a:pt x="949537" y="555007"/>
                      <a:pt x="955589" y="561059"/>
                      <a:pt x="961899" y="566819"/>
                    </a:cubicBezTo>
                    <a:cubicBezTo>
                      <a:pt x="963953" y="574595"/>
                      <a:pt x="959551" y="579694"/>
                      <a:pt x="954269" y="584060"/>
                    </a:cubicBezTo>
                    <a:cubicBezTo>
                      <a:pt x="921951" y="610948"/>
                      <a:pt x="891028" y="639194"/>
                      <a:pt x="864653" y="672135"/>
                    </a:cubicBezTo>
                    <a:cubicBezTo>
                      <a:pt x="860251" y="677821"/>
                      <a:pt x="855555" y="684277"/>
                      <a:pt x="846568" y="681086"/>
                    </a:cubicBezTo>
                    <a:close/>
                  </a:path>
                </a:pathLst>
              </a:custGeom>
              <a:solidFill>
                <a:srgbClr val="F4AB92"/>
              </a:solidFill>
              <a:ln w="366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9" name="자유형: 도형 18">
                <a:extLst>
                  <a:ext uri="{FF2B5EF4-FFF2-40B4-BE49-F238E27FC236}">
                    <a16:creationId xmlns:a16="http://schemas.microsoft.com/office/drawing/2014/main" id="{151A7C95-B90A-4500-B397-32E965BEC009}"/>
                  </a:ext>
                </a:extLst>
              </p:cNvPr>
              <p:cNvSpPr/>
              <p:nvPr/>
            </p:nvSpPr>
            <p:spPr>
              <a:xfrm>
                <a:off x="7787994" y="2641952"/>
                <a:ext cx="279522" cy="296708"/>
              </a:xfrm>
              <a:custGeom>
                <a:avLst/>
                <a:gdLst>
                  <a:gd name="connsiteX0" fmla="*/ 16420 w 279522"/>
                  <a:gd name="connsiteY0" fmla="*/ 133380 h 296708"/>
                  <a:gd name="connsiteX1" fmla="*/ 131787 w 279522"/>
                  <a:gd name="connsiteY1" fmla="*/ 19260 h 296708"/>
                  <a:gd name="connsiteX2" fmla="*/ 135126 w 279522"/>
                  <a:gd name="connsiteY2" fmla="*/ 17792 h 296708"/>
                  <a:gd name="connsiteX3" fmla="*/ 205666 w 279522"/>
                  <a:gd name="connsiteY3" fmla="*/ 18526 h 296708"/>
                  <a:gd name="connsiteX4" fmla="*/ 271035 w 279522"/>
                  <a:gd name="connsiteY4" fmla="*/ 73330 h 296708"/>
                  <a:gd name="connsiteX5" fmla="*/ 277088 w 279522"/>
                  <a:gd name="connsiteY5" fmla="*/ 99852 h 296708"/>
                  <a:gd name="connsiteX6" fmla="*/ 224742 w 279522"/>
                  <a:gd name="connsiteY6" fmla="*/ 174171 h 296708"/>
                  <a:gd name="connsiteX7" fmla="*/ 162381 w 279522"/>
                  <a:gd name="connsiteY7" fmla="*/ 252672 h 296708"/>
                  <a:gd name="connsiteX8" fmla="*/ 155595 w 279522"/>
                  <a:gd name="connsiteY8" fmla="*/ 265328 h 296708"/>
                  <a:gd name="connsiteX9" fmla="*/ 126138 w 279522"/>
                  <a:gd name="connsiteY9" fmla="*/ 290419 h 296708"/>
                  <a:gd name="connsiteX10" fmla="*/ 105559 w 279522"/>
                  <a:gd name="connsiteY10" fmla="*/ 291409 h 296708"/>
                  <a:gd name="connsiteX11" fmla="*/ 3838 w 279522"/>
                  <a:gd name="connsiteY11" fmla="*/ 170283 h 296708"/>
                  <a:gd name="connsiteX12" fmla="*/ 4975 w 279522"/>
                  <a:gd name="connsiteY12" fmla="*/ 149704 h 296708"/>
                  <a:gd name="connsiteX13" fmla="*/ 16420 w 279522"/>
                  <a:gd name="connsiteY13" fmla="*/ 133380 h 2967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79522" h="296708">
                    <a:moveTo>
                      <a:pt x="16420" y="133380"/>
                    </a:moveTo>
                    <a:cubicBezTo>
                      <a:pt x="50755" y="91158"/>
                      <a:pt x="89566" y="53521"/>
                      <a:pt x="131787" y="19260"/>
                    </a:cubicBezTo>
                    <a:cubicBezTo>
                      <a:pt x="132924" y="18783"/>
                      <a:pt x="134135" y="18452"/>
                      <a:pt x="135126" y="17792"/>
                    </a:cubicBezTo>
                    <a:cubicBezTo>
                      <a:pt x="170268" y="-6052"/>
                      <a:pt x="170268" y="-6052"/>
                      <a:pt x="205666" y="18526"/>
                    </a:cubicBezTo>
                    <a:cubicBezTo>
                      <a:pt x="229107" y="34813"/>
                      <a:pt x="250309" y="53705"/>
                      <a:pt x="271035" y="73330"/>
                    </a:cubicBezTo>
                    <a:cubicBezTo>
                      <a:pt x="279986" y="81804"/>
                      <a:pt x="281600" y="89507"/>
                      <a:pt x="277088" y="99852"/>
                    </a:cubicBezTo>
                    <a:cubicBezTo>
                      <a:pt x="259700" y="124686"/>
                      <a:pt x="242936" y="149960"/>
                      <a:pt x="224742" y="174171"/>
                    </a:cubicBezTo>
                    <a:cubicBezTo>
                      <a:pt x="204676" y="200876"/>
                      <a:pt x="183290" y="226591"/>
                      <a:pt x="162381" y="252672"/>
                    </a:cubicBezTo>
                    <a:cubicBezTo>
                      <a:pt x="159299" y="256524"/>
                      <a:pt x="156218" y="260229"/>
                      <a:pt x="155595" y="265328"/>
                    </a:cubicBezTo>
                    <a:cubicBezTo>
                      <a:pt x="140921" y="267859"/>
                      <a:pt x="135639" y="281798"/>
                      <a:pt x="126138" y="290419"/>
                    </a:cubicBezTo>
                    <a:cubicBezTo>
                      <a:pt x="118545" y="297315"/>
                      <a:pt x="114180" y="299773"/>
                      <a:pt x="105559" y="291409"/>
                    </a:cubicBezTo>
                    <a:cubicBezTo>
                      <a:pt x="67446" y="254506"/>
                      <a:pt x="33294" y="214449"/>
                      <a:pt x="3838" y="170283"/>
                    </a:cubicBezTo>
                    <a:cubicBezTo>
                      <a:pt x="-1628" y="162102"/>
                      <a:pt x="-1261" y="156600"/>
                      <a:pt x="4975" y="149704"/>
                    </a:cubicBezTo>
                    <a:cubicBezTo>
                      <a:pt x="9377" y="144825"/>
                      <a:pt x="12642" y="138882"/>
                      <a:pt x="16420" y="133380"/>
                    </a:cubicBezTo>
                    <a:close/>
                  </a:path>
                </a:pathLst>
              </a:custGeom>
              <a:solidFill>
                <a:schemeClr val="accent4">
                  <a:lumMod val="50000"/>
                </a:schemeClr>
              </a:solidFill>
              <a:ln w="366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0" name="자유형: 도형 19">
                <a:extLst>
                  <a:ext uri="{FF2B5EF4-FFF2-40B4-BE49-F238E27FC236}">
                    <a16:creationId xmlns:a16="http://schemas.microsoft.com/office/drawing/2014/main" id="{5B2A4472-458C-4213-8240-4B48916AA59B}"/>
                  </a:ext>
                </a:extLst>
              </p:cNvPr>
              <p:cNvSpPr/>
              <p:nvPr/>
            </p:nvSpPr>
            <p:spPr>
              <a:xfrm>
                <a:off x="8989048" y="1692235"/>
                <a:ext cx="697450" cy="575626"/>
              </a:xfrm>
              <a:custGeom>
                <a:avLst/>
                <a:gdLst>
                  <a:gd name="connsiteX0" fmla="*/ 509964 w 697450"/>
                  <a:gd name="connsiteY0" fmla="*/ 0 h 575626"/>
                  <a:gd name="connsiteX1" fmla="*/ 424530 w 697450"/>
                  <a:gd name="connsiteY1" fmla="*/ 27512 h 575626"/>
                  <a:gd name="connsiteX2" fmla="*/ 170391 w 697450"/>
                  <a:gd name="connsiteY2" fmla="*/ 55795 h 575626"/>
                  <a:gd name="connsiteX3" fmla="*/ 99044 w 697450"/>
                  <a:gd name="connsiteY3" fmla="*/ 66726 h 575626"/>
                  <a:gd name="connsiteX4" fmla="*/ 55574 w 697450"/>
                  <a:gd name="connsiteY4" fmla="*/ 112690 h 575626"/>
                  <a:gd name="connsiteX5" fmla="*/ 0 w 697450"/>
                  <a:gd name="connsiteY5" fmla="*/ 198711 h 575626"/>
                  <a:gd name="connsiteX6" fmla="*/ 115844 w 697450"/>
                  <a:gd name="connsiteY6" fmla="*/ 575627 h 575626"/>
                  <a:gd name="connsiteX7" fmla="*/ 293462 w 697450"/>
                  <a:gd name="connsiteY7" fmla="*/ 495585 h 575626"/>
                  <a:gd name="connsiteX8" fmla="*/ 330255 w 697450"/>
                  <a:gd name="connsiteY8" fmla="*/ 488541 h 575626"/>
                  <a:gd name="connsiteX9" fmla="*/ 385169 w 697450"/>
                  <a:gd name="connsiteY9" fmla="*/ 474602 h 575626"/>
                  <a:gd name="connsiteX10" fmla="*/ 514990 w 697450"/>
                  <a:gd name="connsiteY10" fmla="*/ 522473 h 575626"/>
                  <a:gd name="connsiteX11" fmla="*/ 537476 w 697450"/>
                  <a:gd name="connsiteY11" fmla="*/ 518548 h 575626"/>
                  <a:gd name="connsiteX12" fmla="*/ 652440 w 697450"/>
                  <a:gd name="connsiteY12" fmla="*/ 276148 h 575626"/>
                  <a:gd name="connsiteX13" fmla="*/ 697450 w 697450"/>
                  <a:gd name="connsiteY13" fmla="*/ 125895 h 575626"/>
                  <a:gd name="connsiteX14" fmla="*/ 509964 w 697450"/>
                  <a:gd name="connsiteY14" fmla="*/ 0 h 5756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697450" h="575626">
                    <a:moveTo>
                      <a:pt x="509964" y="0"/>
                    </a:moveTo>
                    <a:cubicBezTo>
                      <a:pt x="482525" y="12436"/>
                      <a:pt x="454426" y="22780"/>
                      <a:pt x="424530" y="27512"/>
                    </a:cubicBezTo>
                    <a:cubicBezTo>
                      <a:pt x="409160" y="31547"/>
                      <a:pt x="200251" y="45487"/>
                      <a:pt x="170391" y="55795"/>
                    </a:cubicBezTo>
                    <a:cubicBezTo>
                      <a:pt x="146621" y="59426"/>
                      <a:pt x="122814" y="63058"/>
                      <a:pt x="99044" y="66726"/>
                    </a:cubicBezTo>
                    <a:cubicBezTo>
                      <a:pt x="84554" y="82059"/>
                      <a:pt x="70064" y="97356"/>
                      <a:pt x="55574" y="112690"/>
                    </a:cubicBezTo>
                    <a:cubicBezTo>
                      <a:pt x="41965" y="127106"/>
                      <a:pt x="6199" y="185468"/>
                      <a:pt x="0" y="198711"/>
                    </a:cubicBezTo>
                    <a:cubicBezTo>
                      <a:pt x="1321" y="335538"/>
                      <a:pt x="40131" y="460663"/>
                      <a:pt x="115844" y="575627"/>
                    </a:cubicBezTo>
                    <a:cubicBezTo>
                      <a:pt x="169731" y="495218"/>
                      <a:pt x="215108" y="475079"/>
                      <a:pt x="293462" y="495585"/>
                    </a:cubicBezTo>
                    <a:cubicBezTo>
                      <a:pt x="315582" y="514219"/>
                      <a:pt x="322919" y="499546"/>
                      <a:pt x="330255" y="488541"/>
                    </a:cubicBezTo>
                    <a:cubicBezTo>
                      <a:pt x="346432" y="486524"/>
                      <a:pt x="370239" y="480912"/>
                      <a:pt x="385169" y="474602"/>
                    </a:cubicBezTo>
                    <a:cubicBezTo>
                      <a:pt x="432123" y="468549"/>
                      <a:pt x="475666" y="484030"/>
                      <a:pt x="514990" y="522473"/>
                    </a:cubicBezTo>
                    <a:cubicBezTo>
                      <a:pt x="527499" y="534689"/>
                      <a:pt x="530910" y="529736"/>
                      <a:pt x="537476" y="518548"/>
                    </a:cubicBezTo>
                    <a:cubicBezTo>
                      <a:pt x="582963" y="441111"/>
                      <a:pt x="621810" y="360555"/>
                      <a:pt x="652440" y="276148"/>
                    </a:cubicBezTo>
                    <a:cubicBezTo>
                      <a:pt x="670305" y="226956"/>
                      <a:pt x="687619" y="177545"/>
                      <a:pt x="697450" y="125895"/>
                    </a:cubicBezTo>
                    <a:cubicBezTo>
                      <a:pt x="644076" y="70321"/>
                      <a:pt x="581716" y="28136"/>
                      <a:pt x="509964" y="0"/>
                    </a:cubicBezTo>
                    <a:close/>
                  </a:path>
                </a:pathLst>
              </a:custGeom>
              <a:solidFill>
                <a:srgbClr val="FEFCFC"/>
              </a:solidFill>
              <a:ln w="366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1" name="자유형: 도형 20">
                <a:extLst>
                  <a:ext uri="{FF2B5EF4-FFF2-40B4-BE49-F238E27FC236}">
                    <a16:creationId xmlns:a16="http://schemas.microsoft.com/office/drawing/2014/main" id="{DCF6F6E9-B527-482F-B191-FEE9F3AF9D48}"/>
                  </a:ext>
                </a:extLst>
              </p:cNvPr>
              <p:cNvSpPr/>
              <p:nvPr/>
            </p:nvSpPr>
            <p:spPr>
              <a:xfrm>
                <a:off x="8704170" y="639896"/>
                <a:ext cx="948498" cy="1555521"/>
              </a:xfrm>
              <a:custGeom>
                <a:avLst/>
                <a:gdLst>
                  <a:gd name="connsiteX0" fmla="*/ 578304 w 948498"/>
                  <a:gd name="connsiteY0" fmla="*/ 1547887 h 1555521"/>
                  <a:gd name="connsiteX1" fmla="*/ 477573 w 948498"/>
                  <a:gd name="connsiteY1" fmla="*/ 1363373 h 1555521"/>
                  <a:gd name="connsiteX2" fmla="*/ 421375 w 948498"/>
                  <a:gd name="connsiteY2" fmla="*/ 1279883 h 1555521"/>
                  <a:gd name="connsiteX3" fmla="*/ 406592 w 948498"/>
                  <a:gd name="connsiteY3" fmla="*/ 1252554 h 1555521"/>
                  <a:gd name="connsiteX4" fmla="*/ 422218 w 948498"/>
                  <a:gd name="connsiteY4" fmla="*/ 1190340 h 1555521"/>
                  <a:gd name="connsiteX5" fmla="*/ 463413 w 948498"/>
                  <a:gd name="connsiteY5" fmla="*/ 1121120 h 1555521"/>
                  <a:gd name="connsiteX6" fmla="*/ 459195 w 948498"/>
                  <a:gd name="connsiteY6" fmla="*/ 1007476 h 1555521"/>
                  <a:gd name="connsiteX7" fmla="*/ 438359 w 948498"/>
                  <a:gd name="connsiteY7" fmla="*/ 978020 h 1555521"/>
                  <a:gd name="connsiteX8" fmla="*/ 312610 w 948498"/>
                  <a:gd name="connsiteY8" fmla="*/ 906709 h 1555521"/>
                  <a:gd name="connsiteX9" fmla="*/ 126738 w 948498"/>
                  <a:gd name="connsiteY9" fmla="*/ 703192 h 1555521"/>
                  <a:gd name="connsiteX10" fmla="*/ 104692 w 948498"/>
                  <a:gd name="connsiteY10" fmla="*/ 688042 h 1555521"/>
                  <a:gd name="connsiteX11" fmla="*/ 3154 w 948498"/>
                  <a:gd name="connsiteY11" fmla="*/ 537570 h 1555521"/>
                  <a:gd name="connsiteX12" fmla="*/ 71788 w 948498"/>
                  <a:gd name="connsiteY12" fmla="*/ 523777 h 1555521"/>
                  <a:gd name="connsiteX13" fmla="*/ 93320 w 948498"/>
                  <a:gd name="connsiteY13" fmla="*/ 557892 h 1555521"/>
                  <a:gd name="connsiteX14" fmla="*/ 92037 w 948498"/>
                  <a:gd name="connsiteY14" fmla="*/ 537863 h 1555521"/>
                  <a:gd name="connsiteX15" fmla="*/ 76813 w 948498"/>
                  <a:gd name="connsiteY15" fmla="*/ 460719 h 1555521"/>
                  <a:gd name="connsiteX16" fmla="*/ 137670 w 948498"/>
                  <a:gd name="connsiteY16" fmla="*/ 332659 h 1555521"/>
                  <a:gd name="connsiteX17" fmla="*/ 234439 w 948498"/>
                  <a:gd name="connsiteY17" fmla="*/ 191284 h 1555521"/>
                  <a:gd name="connsiteX18" fmla="*/ 288620 w 948498"/>
                  <a:gd name="connsiteY18" fmla="*/ 95835 h 1555521"/>
                  <a:gd name="connsiteX19" fmla="*/ 309639 w 948498"/>
                  <a:gd name="connsiteY19" fmla="*/ 87362 h 1555521"/>
                  <a:gd name="connsiteX20" fmla="*/ 318003 w 948498"/>
                  <a:gd name="connsiteY20" fmla="*/ 107721 h 1555521"/>
                  <a:gd name="connsiteX21" fmla="*/ 386709 w 948498"/>
                  <a:gd name="connsiteY21" fmla="*/ 200455 h 1555521"/>
                  <a:gd name="connsiteX22" fmla="*/ 393863 w 948498"/>
                  <a:gd name="connsiteY22" fmla="*/ 218319 h 1555521"/>
                  <a:gd name="connsiteX23" fmla="*/ 374898 w 948498"/>
                  <a:gd name="connsiteY23" fmla="*/ 263622 h 1555521"/>
                  <a:gd name="connsiteX24" fmla="*/ 402006 w 948498"/>
                  <a:gd name="connsiteY24" fmla="*/ 325360 h 1555521"/>
                  <a:gd name="connsiteX25" fmla="*/ 437955 w 948498"/>
                  <a:gd name="connsiteY25" fmla="*/ 236184 h 1555521"/>
                  <a:gd name="connsiteX26" fmla="*/ 435167 w 948498"/>
                  <a:gd name="connsiteY26" fmla="*/ 169421 h 1555521"/>
                  <a:gd name="connsiteX27" fmla="*/ 404134 w 948498"/>
                  <a:gd name="connsiteY27" fmla="*/ 153904 h 1555521"/>
                  <a:gd name="connsiteX28" fmla="*/ 384985 w 948498"/>
                  <a:gd name="connsiteY28" fmla="*/ 42682 h 1555521"/>
                  <a:gd name="connsiteX29" fmla="*/ 447713 w 948498"/>
                  <a:gd name="connsiteY29" fmla="*/ 9337 h 1555521"/>
                  <a:gd name="connsiteX30" fmla="*/ 504865 w 948498"/>
                  <a:gd name="connsiteY30" fmla="*/ 37106 h 1555521"/>
                  <a:gd name="connsiteX31" fmla="*/ 519391 w 948498"/>
                  <a:gd name="connsiteY31" fmla="*/ 128997 h 1555521"/>
                  <a:gd name="connsiteX32" fmla="*/ 520932 w 948498"/>
                  <a:gd name="connsiteY32" fmla="*/ 143523 h 1555521"/>
                  <a:gd name="connsiteX33" fmla="*/ 529185 w 948498"/>
                  <a:gd name="connsiteY33" fmla="*/ 161681 h 1555521"/>
                  <a:gd name="connsiteX34" fmla="*/ 544776 w 948498"/>
                  <a:gd name="connsiteY34" fmla="*/ 147778 h 1555521"/>
                  <a:gd name="connsiteX35" fmla="*/ 563227 w 948498"/>
                  <a:gd name="connsiteY35" fmla="*/ 24561 h 1555521"/>
                  <a:gd name="connsiteX36" fmla="*/ 563814 w 948498"/>
                  <a:gd name="connsiteY36" fmla="*/ 2588 h 1555521"/>
                  <a:gd name="connsiteX37" fmla="*/ 586411 w 948498"/>
                  <a:gd name="connsiteY37" fmla="*/ 4935 h 1555521"/>
                  <a:gd name="connsiteX38" fmla="*/ 699100 w 948498"/>
                  <a:gd name="connsiteY38" fmla="*/ 161974 h 1555521"/>
                  <a:gd name="connsiteX39" fmla="*/ 694515 w 948498"/>
                  <a:gd name="connsiteY39" fmla="*/ 198620 h 1555521"/>
                  <a:gd name="connsiteX40" fmla="*/ 706950 w 948498"/>
                  <a:gd name="connsiteY40" fmla="*/ 220814 h 1555521"/>
                  <a:gd name="connsiteX41" fmla="*/ 852104 w 948498"/>
                  <a:gd name="connsiteY41" fmla="*/ 311273 h 1555521"/>
                  <a:gd name="connsiteX42" fmla="*/ 860541 w 948498"/>
                  <a:gd name="connsiteY42" fmla="*/ 362593 h 1555521"/>
                  <a:gd name="connsiteX43" fmla="*/ 849573 w 948498"/>
                  <a:gd name="connsiteY43" fmla="*/ 429135 h 1555521"/>
                  <a:gd name="connsiteX44" fmla="*/ 860064 w 948498"/>
                  <a:gd name="connsiteY44" fmla="*/ 407015 h 1555521"/>
                  <a:gd name="connsiteX45" fmla="*/ 905477 w 948498"/>
                  <a:gd name="connsiteY45" fmla="*/ 382071 h 1555521"/>
                  <a:gd name="connsiteX46" fmla="*/ 939776 w 948498"/>
                  <a:gd name="connsiteY46" fmla="*/ 413508 h 1555521"/>
                  <a:gd name="connsiteX47" fmla="*/ 909293 w 948498"/>
                  <a:gd name="connsiteY47" fmla="*/ 571501 h 1555521"/>
                  <a:gd name="connsiteX48" fmla="*/ 894216 w 948498"/>
                  <a:gd name="connsiteY48" fmla="*/ 601764 h 1555521"/>
                  <a:gd name="connsiteX49" fmla="*/ 696459 w 948498"/>
                  <a:gd name="connsiteY49" fmla="*/ 924059 h 1555521"/>
                  <a:gd name="connsiteX50" fmla="*/ 685417 w 948498"/>
                  <a:gd name="connsiteY50" fmla="*/ 951828 h 1555521"/>
                  <a:gd name="connsiteX51" fmla="*/ 706877 w 948498"/>
                  <a:gd name="connsiteY51" fmla="*/ 1092434 h 1555521"/>
                  <a:gd name="connsiteX52" fmla="*/ 775327 w 948498"/>
                  <a:gd name="connsiteY52" fmla="*/ 1158683 h 1555521"/>
                  <a:gd name="connsiteX53" fmla="*/ 793338 w 948498"/>
                  <a:gd name="connsiteY53" fmla="*/ 1203913 h 1555521"/>
                  <a:gd name="connsiteX54" fmla="*/ 741212 w 948498"/>
                  <a:gd name="connsiteY54" fmla="*/ 1274527 h 1555521"/>
                  <a:gd name="connsiteX55" fmla="*/ 622873 w 948498"/>
                  <a:gd name="connsiteY55" fmla="*/ 1511865 h 1555521"/>
                  <a:gd name="connsiteX56" fmla="*/ 611502 w 948498"/>
                  <a:gd name="connsiteY56" fmla="*/ 1544586 h 1555521"/>
                  <a:gd name="connsiteX57" fmla="*/ 578304 w 948498"/>
                  <a:gd name="connsiteY57" fmla="*/ 1547887 h 15555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</a:cxnLst>
                <a:rect l="l" t="t" r="r" b="b"/>
                <a:pathLst>
                  <a:path w="948498" h="1555521">
                    <a:moveTo>
                      <a:pt x="578304" y="1547887"/>
                    </a:moveTo>
                    <a:cubicBezTo>
                      <a:pt x="545509" y="1485967"/>
                      <a:pt x="518034" y="1421148"/>
                      <a:pt x="477573" y="1363373"/>
                    </a:cubicBezTo>
                    <a:cubicBezTo>
                      <a:pt x="458351" y="1335897"/>
                      <a:pt x="439826" y="1307908"/>
                      <a:pt x="421375" y="1279883"/>
                    </a:cubicBezTo>
                    <a:cubicBezTo>
                      <a:pt x="415689" y="1271262"/>
                      <a:pt x="410700" y="1262018"/>
                      <a:pt x="406592" y="1252554"/>
                    </a:cubicBezTo>
                    <a:cubicBezTo>
                      <a:pt x="394266" y="1224088"/>
                      <a:pt x="397751" y="1209342"/>
                      <a:pt x="422218" y="1190340"/>
                    </a:cubicBezTo>
                    <a:cubicBezTo>
                      <a:pt x="445145" y="1172512"/>
                      <a:pt x="457177" y="1148668"/>
                      <a:pt x="463413" y="1121120"/>
                    </a:cubicBezTo>
                    <a:cubicBezTo>
                      <a:pt x="464514" y="1116204"/>
                      <a:pt x="459671" y="1034328"/>
                      <a:pt x="459195" y="1007476"/>
                    </a:cubicBezTo>
                    <a:cubicBezTo>
                      <a:pt x="458901" y="991629"/>
                      <a:pt x="452225" y="984403"/>
                      <a:pt x="438359" y="978020"/>
                    </a:cubicBezTo>
                    <a:cubicBezTo>
                      <a:pt x="394523" y="957808"/>
                      <a:pt x="353035" y="933157"/>
                      <a:pt x="312610" y="906709"/>
                    </a:cubicBezTo>
                    <a:cubicBezTo>
                      <a:pt x="233118" y="854766"/>
                      <a:pt x="171602" y="786536"/>
                      <a:pt x="126738" y="703192"/>
                    </a:cubicBezTo>
                    <a:cubicBezTo>
                      <a:pt x="121603" y="693692"/>
                      <a:pt x="115844" y="689510"/>
                      <a:pt x="104692" y="688042"/>
                    </a:cubicBezTo>
                    <a:cubicBezTo>
                      <a:pt x="36572" y="679202"/>
                      <a:pt x="-13280" y="604626"/>
                      <a:pt x="3154" y="537570"/>
                    </a:cubicBezTo>
                    <a:cubicBezTo>
                      <a:pt x="10564" y="507416"/>
                      <a:pt x="45999" y="500226"/>
                      <a:pt x="71788" y="523777"/>
                    </a:cubicBezTo>
                    <a:cubicBezTo>
                      <a:pt x="81252" y="532434"/>
                      <a:pt x="87011" y="543769"/>
                      <a:pt x="93320" y="557892"/>
                    </a:cubicBezTo>
                    <a:cubicBezTo>
                      <a:pt x="96512" y="548684"/>
                      <a:pt x="93761" y="543292"/>
                      <a:pt x="92037" y="537863"/>
                    </a:cubicBezTo>
                    <a:cubicBezTo>
                      <a:pt x="83966" y="512735"/>
                      <a:pt x="79674" y="486837"/>
                      <a:pt x="76813" y="460719"/>
                    </a:cubicBezTo>
                    <a:cubicBezTo>
                      <a:pt x="70724" y="405658"/>
                      <a:pt x="90753" y="361676"/>
                      <a:pt x="137670" y="332659"/>
                    </a:cubicBezTo>
                    <a:cubicBezTo>
                      <a:pt x="191337" y="299498"/>
                      <a:pt x="224755" y="254635"/>
                      <a:pt x="234439" y="191284"/>
                    </a:cubicBezTo>
                    <a:cubicBezTo>
                      <a:pt x="240198" y="153391"/>
                      <a:pt x="260337" y="121770"/>
                      <a:pt x="288620" y="95835"/>
                    </a:cubicBezTo>
                    <a:cubicBezTo>
                      <a:pt x="294379" y="90553"/>
                      <a:pt x="301018" y="84464"/>
                      <a:pt x="309639" y="87362"/>
                    </a:cubicBezTo>
                    <a:cubicBezTo>
                      <a:pt x="319250" y="90590"/>
                      <a:pt x="317929" y="99980"/>
                      <a:pt x="318003" y="107721"/>
                    </a:cubicBezTo>
                    <a:cubicBezTo>
                      <a:pt x="318516" y="155298"/>
                      <a:pt x="342213" y="185965"/>
                      <a:pt x="386709" y="200455"/>
                    </a:cubicBezTo>
                    <a:cubicBezTo>
                      <a:pt x="398338" y="204233"/>
                      <a:pt x="401786" y="207021"/>
                      <a:pt x="393863" y="218319"/>
                    </a:cubicBezTo>
                    <a:cubicBezTo>
                      <a:pt x="384362" y="231818"/>
                      <a:pt x="378052" y="247152"/>
                      <a:pt x="374898" y="263622"/>
                    </a:cubicBezTo>
                    <a:cubicBezTo>
                      <a:pt x="369945" y="289667"/>
                      <a:pt x="378089" y="309072"/>
                      <a:pt x="402006" y="325360"/>
                    </a:cubicBezTo>
                    <a:cubicBezTo>
                      <a:pt x="390011" y="285375"/>
                      <a:pt x="410590" y="259220"/>
                      <a:pt x="437955" y="236184"/>
                    </a:cubicBezTo>
                    <a:cubicBezTo>
                      <a:pt x="464367" y="213954"/>
                      <a:pt x="463560" y="189376"/>
                      <a:pt x="435167" y="169421"/>
                    </a:cubicBezTo>
                    <a:cubicBezTo>
                      <a:pt x="425630" y="162708"/>
                      <a:pt x="415029" y="158049"/>
                      <a:pt x="404134" y="153904"/>
                    </a:cubicBezTo>
                    <a:cubicBezTo>
                      <a:pt x="357033" y="136003"/>
                      <a:pt x="346395" y="75146"/>
                      <a:pt x="384985" y="42682"/>
                    </a:cubicBezTo>
                    <a:cubicBezTo>
                      <a:pt x="403400" y="27202"/>
                      <a:pt x="424860" y="16454"/>
                      <a:pt x="447713" y="9337"/>
                    </a:cubicBezTo>
                    <a:cubicBezTo>
                      <a:pt x="475408" y="717"/>
                      <a:pt x="493566" y="10364"/>
                      <a:pt x="504865" y="37106"/>
                    </a:cubicBezTo>
                    <a:cubicBezTo>
                      <a:pt x="517337" y="66599"/>
                      <a:pt x="515026" y="98293"/>
                      <a:pt x="519391" y="128997"/>
                    </a:cubicBezTo>
                    <a:cubicBezTo>
                      <a:pt x="520088" y="133839"/>
                      <a:pt x="519391" y="139011"/>
                      <a:pt x="520932" y="143523"/>
                    </a:cubicBezTo>
                    <a:cubicBezTo>
                      <a:pt x="523096" y="149906"/>
                      <a:pt x="519721" y="160580"/>
                      <a:pt x="529185" y="161681"/>
                    </a:cubicBezTo>
                    <a:cubicBezTo>
                      <a:pt x="536999" y="162598"/>
                      <a:pt x="541071" y="153867"/>
                      <a:pt x="544776" y="147778"/>
                    </a:cubicBezTo>
                    <a:cubicBezTo>
                      <a:pt x="568216" y="109371"/>
                      <a:pt x="574415" y="68250"/>
                      <a:pt x="563227" y="24561"/>
                    </a:cubicBezTo>
                    <a:cubicBezTo>
                      <a:pt x="561356" y="17224"/>
                      <a:pt x="555597" y="8787"/>
                      <a:pt x="563814" y="2588"/>
                    </a:cubicBezTo>
                    <a:cubicBezTo>
                      <a:pt x="571114" y="-2915"/>
                      <a:pt x="579478" y="1560"/>
                      <a:pt x="586411" y="4935"/>
                    </a:cubicBezTo>
                    <a:cubicBezTo>
                      <a:pt x="652110" y="36996"/>
                      <a:pt x="687068" y="91323"/>
                      <a:pt x="699100" y="161974"/>
                    </a:cubicBezTo>
                    <a:cubicBezTo>
                      <a:pt x="701228" y="174557"/>
                      <a:pt x="702475" y="186332"/>
                      <a:pt x="694515" y="198620"/>
                    </a:cubicBezTo>
                    <a:cubicBezTo>
                      <a:pt x="686848" y="210432"/>
                      <a:pt x="694845" y="219163"/>
                      <a:pt x="706950" y="220814"/>
                    </a:cubicBezTo>
                    <a:cubicBezTo>
                      <a:pt x="768981" y="229251"/>
                      <a:pt x="809259" y="272536"/>
                      <a:pt x="852104" y="311273"/>
                    </a:cubicBezTo>
                    <a:cubicBezTo>
                      <a:pt x="872903" y="330055"/>
                      <a:pt x="873050" y="337685"/>
                      <a:pt x="860541" y="362593"/>
                    </a:cubicBezTo>
                    <a:cubicBezTo>
                      <a:pt x="850527" y="382548"/>
                      <a:pt x="846015" y="403311"/>
                      <a:pt x="849573" y="429135"/>
                    </a:cubicBezTo>
                    <a:cubicBezTo>
                      <a:pt x="854012" y="419671"/>
                      <a:pt x="856506" y="413031"/>
                      <a:pt x="860064" y="407015"/>
                    </a:cubicBezTo>
                    <a:cubicBezTo>
                      <a:pt x="870225" y="389848"/>
                      <a:pt x="885009" y="380274"/>
                      <a:pt x="905477" y="382071"/>
                    </a:cubicBezTo>
                    <a:cubicBezTo>
                      <a:pt x="924699" y="383722"/>
                      <a:pt x="934787" y="397221"/>
                      <a:pt x="939776" y="413508"/>
                    </a:cubicBezTo>
                    <a:cubicBezTo>
                      <a:pt x="957457" y="471284"/>
                      <a:pt x="948727" y="524731"/>
                      <a:pt x="909293" y="571501"/>
                    </a:cubicBezTo>
                    <a:cubicBezTo>
                      <a:pt x="901516" y="580709"/>
                      <a:pt x="896564" y="590026"/>
                      <a:pt x="894216" y="601764"/>
                    </a:cubicBezTo>
                    <a:cubicBezTo>
                      <a:pt x="868208" y="733639"/>
                      <a:pt x="801555" y="840790"/>
                      <a:pt x="696459" y="924059"/>
                    </a:cubicBezTo>
                    <a:cubicBezTo>
                      <a:pt x="686334" y="932093"/>
                      <a:pt x="683583" y="939576"/>
                      <a:pt x="685417" y="951828"/>
                    </a:cubicBezTo>
                    <a:cubicBezTo>
                      <a:pt x="690773" y="987447"/>
                      <a:pt x="704859" y="1087592"/>
                      <a:pt x="706877" y="1092434"/>
                    </a:cubicBezTo>
                    <a:cubicBezTo>
                      <a:pt x="720156" y="1124421"/>
                      <a:pt x="740882" y="1148522"/>
                      <a:pt x="775327" y="1158683"/>
                    </a:cubicBezTo>
                    <a:cubicBezTo>
                      <a:pt x="803609" y="1167010"/>
                      <a:pt x="808121" y="1177978"/>
                      <a:pt x="793338" y="1203913"/>
                    </a:cubicBezTo>
                    <a:cubicBezTo>
                      <a:pt x="778775" y="1229444"/>
                      <a:pt x="759407" y="1251600"/>
                      <a:pt x="741212" y="1274527"/>
                    </a:cubicBezTo>
                    <a:cubicBezTo>
                      <a:pt x="685051" y="1345361"/>
                      <a:pt x="645433" y="1424303"/>
                      <a:pt x="622873" y="1511865"/>
                    </a:cubicBezTo>
                    <a:cubicBezTo>
                      <a:pt x="620012" y="1523016"/>
                      <a:pt x="615317" y="1533691"/>
                      <a:pt x="611502" y="1544586"/>
                    </a:cubicBezTo>
                    <a:cubicBezTo>
                      <a:pt x="601891" y="1558892"/>
                      <a:pt x="590592" y="1558268"/>
                      <a:pt x="578304" y="1547887"/>
                    </a:cubicBezTo>
                    <a:close/>
                  </a:path>
                </a:pathLst>
              </a:custGeom>
              <a:solidFill>
                <a:srgbClr val="F4AB93"/>
              </a:solidFill>
              <a:ln w="366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2" name="자유형: 도형 21">
                <a:extLst>
                  <a:ext uri="{FF2B5EF4-FFF2-40B4-BE49-F238E27FC236}">
                    <a16:creationId xmlns:a16="http://schemas.microsoft.com/office/drawing/2014/main" id="{5C9EBE0D-CD09-4465-AE7B-9A65331DAC88}"/>
                  </a:ext>
                </a:extLst>
              </p:cNvPr>
              <p:cNvSpPr/>
              <p:nvPr/>
            </p:nvSpPr>
            <p:spPr>
              <a:xfrm>
                <a:off x="10163345" y="2753578"/>
                <a:ext cx="241769" cy="205337"/>
              </a:xfrm>
              <a:custGeom>
                <a:avLst/>
                <a:gdLst>
                  <a:gd name="connsiteX0" fmla="*/ 221667 w 241769"/>
                  <a:gd name="connsiteY0" fmla="*/ 151096 h 205337"/>
                  <a:gd name="connsiteX1" fmla="*/ 113306 w 241769"/>
                  <a:gd name="connsiteY1" fmla="*/ 0 h 205337"/>
                  <a:gd name="connsiteX2" fmla="*/ 7109 w 241769"/>
                  <a:gd name="connsiteY2" fmla="*/ 46147 h 205337"/>
                  <a:gd name="connsiteX3" fmla="*/ 1424 w 241769"/>
                  <a:gd name="connsiteY3" fmla="*/ 65185 h 205337"/>
                  <a:gd name="connsiteX4" fmla="*/ 1424 w 241769"/>
                  <a:gd name="connsiteY4" fmla="*/ 65185 h 205337"/>
                  <a:gd name="connsiteX5" fmla="*/ 1424 w 241769"/>
                  <a:gd name="connsiteY5" fmla="*/ 65185 h 205337"/>
                  <a:gd name="connsiteX6" fmla="*/ 72588 w 241769"/>
                  <a:gd name="connsiteY6" fmla="*/ 201535 h 205337"/>
                  <a:gd name="connsiteX7" fmla="*/ 241769 w 241769"/>
                  <a:gd name="connsiteY7" fmla="*/ 168301 h 205337"/>
                  <a:gd name="connsiteX8" fmla="*/ 221667 w 241769"/>
                  <a:gd name="connsiteY8" fmla="*/ 151096 h 2053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41769" h="205337">
                    <a:moveTo>
                      <a:pt x="221667" y="151096"/>
                    </a:moveTo>
                    <a:cubicBezTo>
                      <a:pt x="185608" y="100694"/>
                      <a:pt x="149439" y="50365"/>
                      <a:pt x="113306" y="0"/>
                    </a:cubicBezTo>
                    <a:cubicBezTo>
                      <a:pt x="72258" y="2384"/>
                      <a:pt x="37372" y="18782"/>
                      <a:pt x="7109" y="46147"/>
                    </a:cubicBezTo>
                    <a:cubicBezTo>
                      <a:pt x="1056" y="51613"/>
                      <a:pt x="-1988" y="57262"/>
                      <a:pt x="1424" y="65185"/>
                    </a:cubicBezTo>
                    <a:cubicBezTo>
                      <a:pt x="1424" y="65185"/>
                      <a:pt x="1424" y="65185"/>
                      <a:pt x="1424" y="65185"/>
                    </a:cubicBezTo>
                    <a:cubicBezTo>
                      <a:pt x="1424" y="65185"/>
                      <a:pt x="1424" y="65185"/>
                      <a:pt x="1424" y="65185"/>
                    </a:cubicBezTo>
                    <a:cubicBezTo>
                      <a:pt x="43682" y="116798"/>
                      <a:pt x="51019" y="157149"/>
                      <a:pt x="72588" y="201535"/>
                    </a:cubicBezTo>
                    <a:cubicBezTo>
                      <a:pt x="133298" y="212540"/>
                      <a:pt x="189239" y="199114"/>
                      <a:pt x="241769" y="168301"/>
                    </a:cubicBezTo>
                    <a:cubicBezTo>
                      <a:pt x="231571" y="166613"/>
                      <a:pt x="227023" y="158543"/>
                      <a:pt x="221667" y="151096"/>
                    </a:cubicBezTo>
                    <a:close/>
                  </a:path>
                </a:pathLst>
              </a:custGeom>
              <a:solidFill>
                <a:schemeClr val="accent4">
                  <a:lumMod val="50000"/>
                </a:schemeClr>
              </a:solidFill>
              <a:ln w="366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</p:grpSp>
        <p:grpSp>
          <p:nvGrpSpPr>
            <p:cNvPr id="7" name="그룹 6">
              <a:extLst>
                <a:ext uri="{FF2B5EF4-FFF2-40B4-BE49-F238E27FC236}">
                  <a16:creationId xmlns:a16="http://schemas.microsoft.com/office/drawing/2014/main" id="{5F517699-9D62-4882-9392-D4B0F18DE0D6}"/>
                </a:ext>
              </a:extLst>
            </p:cNvPr>
            <p:cNvGrpSpPr/>
            <p:nvPr/>
          </p:nvGrpSpPr>
          <p:grpSpPr>
            <a:xfrm>
              <a:off x="9232273" y="2240828"/>
              <a:ext cx="1014914" cy="1246329"/>
              <a:chOff x="9232273" y="2240828"/>
              <a:chExt cx="1014914" cy="1246329"/>
            </a:xfrm>
          </p:grpSpPr>
          <p:sp>
            <p:nvSpPr>
              <p:cNvPr id="9" name="자유형: 도형 8">
                <a:extLst>
                  <a:ext uri="{FF2B5EF4-FFF2-40B4-BE49-F238E27FC236}">
                    <a16:creationId xmlns:a16="http://schemas.microsoft.com/office/drawing/2014/main" id="{7B626A27-FCD6-40CA-8DB4-0D1A6A38221C}"/>
                  </a:ext>
                </a:extLst>
              </p:cNvPr>
              <p:cNvSpPr/>
              <p:nvPr/>
            </p:nvSpPr>
            <p:spPr>
              <a:xfrm>
                <a:off x="9232273" y="2240828"/>
                <a:ext cx="1014914" cy="988012"/>
              </a:xfrm>
              <a:custGeom>
                <a:avLst/>
                <a:gdLst>
                  <a:gd name="connsiteX0" fmla="*/ 1014298 w 1014914"/>
                  <a:gd name="connsiteY0" fmla="*/ 958960 h 988012"/>
                  <a:gd name="connsiteX1" fmla="*/ 791560 w 1014914"/>
                  <a:gd name="connsiteY1" fmla="*/ 136348 h 988012"/>
                  <a:gd name="connsiteX2" fmla="*/ 791487 w 1014914"/>
                  <a:gd name="connsiteY2" fmla="*/ 130882 h 988012"/>
                  <a:gd name="connsiteX3" fmla="*/ 791487 w 1014914"/>
                  <a:gd name="connsiteY3" fmla="*/ 130882 h 988012"/>
                  <a:gd name="connsiteX4" fmla="*/ 761921 w 1014914"/>
                  <a:gd name="connsiteY4" fmla="*/ 18009 h 988012"/>
                  <a:gd name="connsiteX5" fmla="*/ 735472 w 1014914"/>
                  <a:gd name="connsiteY5" fmla="*/ 2603 h 988012"/>
                  <a:gd name="connsiteX6" fmla="*/ 634595 w 1014914"/>
                  <a:gd name="connsiteY6" fmla="*/ 34297 h 988012"/>
                  <a:gd name="connsiteX7" fmla="*/ 464313 w 1014914"/>
                  <a:gd name="connsiteY7" fmla="*/ 89247 h 988012"/>
                  <a:gd name="connsiteX8" fmla="*/ 88241 w 1014914"/>
                  <a:gd name="connsiteY8" fmla="*/ 210374 h 988012"/>
                  <a:gd name="connsiteX9" fmla="*/ 16783 w 1014914"/>
                  <a:gd name="connsiteY9" fmla="*/ 253036 h 988012"/>
                  <a:gd name="connsiteX10" fmla="*/ 6108 w 1014914"/>
                  <a:gd name="connsiteY10" fmla="*/ 316937 h 988012"/>
                  <a:gd name="connsiteX11" fmla="*/ 84426 w 1014914"/>
                  <a:gd name="connsiteY11" fmla="*/ 232457 h 988012"/>
                  <a:gd name="connsiteX12" fmla="*/ 293921 w 1014914"/>
                  <a:gd name="connsiteY12" fmla="*/ 167675 h 988012"/>
                  <a:gd name="connsiteX13" fmla="*/ 721680 w 1014914"/>
                  <a:gd name="connsiteY13" fmla="*/ 35727 h 988012"/>
                  <a:gd name="connsiteX14" fmla="*/ 741525 w 1014914"/>
                  <a:gd name="connsiteY14" fmla="*/ 46805 h 988012"/>
                  <a:gd name="connsiteX15" fmla="*/ 1000836 w 1014914"/>
                  <a:gd name="connsiteY15" fmla="*/ 988013 h 988012"/>
                  <a:gd name="connsiteX16" fmla="*/ 1014298 w 1014914"/>
                  <a:gd name="connsiteY16" fmla="*/ 958960 h 9880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014914" h="988012">
                    <a:moveTo>
                      <a:pt x="1014298" y="958960"/>
                    </a:moveTo>
                    <a:cubicBezTo>
                      <a:pt x="1004944" y="922497"/>
                      <a:pt x="830371" y="286894"/>
                      <a:pt x="791560" y="136348"/>
                    </a:cubicBezTo>
                    <a:cubicBezTo>
                      <a:pt x="791120" y="134624"/>
                      <a:pt x="791487" y="132716"/>
                      <a:pt x="791487" y="130882"/>
                    </a:cubicBezTo>
                    <a:cubicBezTo>
                      <a:pt x="791487" y="130882"/>
                      <a:pt x="791487" y="130882"/>
                      <a:pt x="791487" y="130882"/>
                    </a:cubicBezTo>
                    <a:cubicBezTo>
                      <a:pt x="781509" y="93282"/>
                      <a:pt x="770835" y="55829"/>
                      <a:pt x="761921" y="18009"/>
                    </a:cubicBezTo>
                    <a:cubicBezTo>
                      <a:pt x="758069" y="1759"/>
                      <a:pt x="753154" y="-3817"/>
                      <a:pt x="735472" y="2603"/>
                    </a:cubicBezTo>
                    <a:cubicBezTo>
                      <a:pt x="702348" y="14598"/>
                      <a:pt x="668270" y="23878"/>
                      <a:pt x="634595" y="34297"/>
                    </a:cubicBezTo>
                    <a:cubicBezTo>
                      <a:pt x="577846" y="52601"/>
                      <a:pt x="521062" y="70979"/>
                      <a:pt x="464313" y="89247"/>
                    </a:cubicBezTo>
                    <a:cubicBezTo>
                      <a:pt x="338931" y="129598"/>
                      <a:pt x="213513" y="169729"/>
                      <a:pt x="88241" y="210374"/>
                    </a:cubicBezTo>
                    <a:cubicBezTo>
                      <a:pt x="61353" y="219104"/>
                      <a:pt x="35785" y="231026"/>
                      <a:pt x="16783" y="253036"/>
                    </a:cubicBezTo>
                    <a:cubicBezTo>
                      <a:pt x="496" y="271891"/>
                      <a:pt x="-5667" y="293094"/>
                      <a:pt x="6108" y="316937"/>
                    </a:cubicBezTo>
                    <a:cubicBezTo>
                      <a:pt x="11060" y="269176"/>
                      <a:pt x="43818" y="247057"/>
                      <a:pt x="84426" y="232457"/>
                    </a:cubicBezTo>
                    <a:cubicBezTo>
                      <a:pt x="153280" y="207733"/>
                      <a:pt x="223747" y="188181"/>
                      <a:pt x="293921" y="167675"/>
                    </a:cubicBezTo>
                    <a:cubicBezTo>
                      <a:pt x="437168" y="125820"/>
                      <a:pt x="577480" y="74501"/>
                      <a:pt x="721680" y="35727"/>
                    </a:cubicBezTo>
                    <a:cubicBezTo>
                      <a:pt x="733601" y="32499"/>
                      <a:pt x="737930" y="33673"/>
                      <a:pt x="741525" y="46805"/>
                    </a:cubicBezTo>
                    <a:cubicBezTo>
                      <a:pt x="790790" y="228495"/>
                      <a:pt x="988070" y="941609"/>
                      <a:pt x="1000836" y="988013"/>
                    </a:cubicBezTo>
                    <a:cubicBezTo>
                      <a:pt x="1009603" y="977705"/>
                      <a:pt x="1017160" y="970185"/>
                      <a:pt x="1014298" y="958960"/>
                    </a:cubicBezTo>
                    <a:close/>
                  </a:path>
                </a:pathLst>
              </a:custGeom>
              <a:solidFill>
                <a:srgbClr val="AC342A"/>
              </a:solidFill>
              <a:ln w="366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0" name="자유형: 도형 9">
                <a:extLst>
                  <a:ext uri="{FF2B5EF4-FFF2-40B4-BE49-F238E27FC236}">
                    <a16:creationId xmlns:a16="http://schemas.microsoft.com/office/drawing/2014/main" id="{06C0D5A2-F7D4-4055-920C-76E4E8AF2782}"/>
                  </a:ext>
                </a:extLst>
              </p:cNvPr>
              <p:cNvSpPr/>
              <p:nvPr/>
            </p:nvSpPr>
            <p:spPr>
              <a:xfrm>
                <a:off x="9238638" y="2275035"/>
                <a:ext cx="984135" cy="1003657"/>
              </a:xfrm>
              <a:custGeom>
                <a:avLst/>
                <a:gdLst>
                  <a:gd name="connsiteX0" fmla="*/ 982879 w 984135"/>
                  <a:gd name="connsiteY0" fmla="*/ 932456 h 1003657"/>
                  <a:gd name="connsiteX1" fmla="*/ 735123 w 984135"/>
                  <a:gd name="connsiteY1" fmla="*/ 12599 h 1003657"/>
                  <a:gd name="connsiteX2" fmla="*/ 715278 w 984135"/>
                  <a:gd name="connsiteY2" fmla="*/ 1520 h 1003657"/>
                  <a:gd name="connsiteX3" fmla="*/ 287520 w 984135"/>
                  <a:gd name="connsiteY3" fmla="*/ 133468 h 1003657"/>
                  <a:gd name="connsiteX4" fmla="*/ 78024 w 984135"/>
                  <a:gd name="connsiteY4" fmla="*/ 198250 h 1003657"/>
                  <a:gd name="connsiteX5" fmla="*/ 0 w 984135"/>
                  <a:gd name="connsiteY5" fmla="*/ 280750 h 1003657"/>
                  <a:gd name="connsiteX6" fmla="*/ 652954 w 984135"/>
                  <a:gd name="connsiteY6" fmla="*/ 92017 h 1003657"/>
                  <a:gd name="connsiteX7" fmla="*/ 702586 w 984135"/>
                  <a:gd name="connsiteY7" fmla="*/ 119162 h 1003657"/>
                  <a:gd name="connsiteX8" fmla="*/ 945572 w 984135"/>
                  <a:gd name="connsiteY8" fmla="*/ 1003658 h 1003657"/>
                  <a:gd name="connsiteX9" fmla="*/ 983466 w 984135"/>
                  <a:gd name="connsiteY9" fmla="*/ 953806 h 1003657"/>
                  <a:gd name="connsiteX10" fmla="*/ 982879 w 984135"/>
                  <a:gd name="connsiteY10" fmla="*/ 932456 h 10036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984135" h="1003657">
                    <a:moveTo>
                      <a:pt x="982879" y="932456"/>
                    </a:moveTo>
                    <a:cubicBezTo>
                      <a:pt x="964868" y="863456"/>
                      <a:pt x="782114" y="185888"/>
                      <a:pt x="735123" y="12599"/>
                    </a:cubicBezTo>
                    <a:cubicBezTo>
                      <a:pt x="731565" y="-570"/>
                      <a:pt x="727236" y="-1708"/>
                      <a:pt x="715278" y="1520"/>
                    </a:cubicBezTo>
                    <a:cubicBezTo>
                      <a:pt x="571078" y="40331"/>
                      <a:pt x="430729" y="91613"/>
                      <a:pt x="287520" y="133468"/>
                    </a:cubicBezTo>
                    <a:cubicBezTo>
                      <a:pt x="217346" y="153974"/>
                      <a:pt x="146878" y="173526"/>
                      <a:pt x="78024" y="198250"/>
                    </a:cubicBezTo>
                    <a:cubicBezTo>
                      <a:pt x="38003" y="212630"/>
                      <a:pt x="5686" y="234383"/>
                      <a:pt x="0" y="280750"/>
                    </a:cubicBezTo>
                    <a:cubicBezTo>
                      <a:pt x="807" y="282180"/>
                      <a:pt x="436122" y="156322"/>
                      <a:pt x="652954" y="92017"/>
                    </a:cubicBezTo>
                    <a:cubicBezTo>
                      <a:pt x="691654" y="80535"/>
                      <a:pt x="692021" y="80498"/>
                      <a:pt x="702586" y="119162"/>
                    </a:cubicBezTo>
                    <a:cubicBezTo>
                      <a:pt x="743890" y="270295"/>
                      <a:pt x="922719" y="921672"/>
                      <a:pt x="945572" y="1003658"/>
                    </a:cubicBezTo>
                    <a:cubicBezTo>
                      <a:pt x="962960" y="988104"/>
                      <a:pt x="969343" y="972551"/>
                      <a:pt x="983466" y="953806"/>
                    </a:cubicBezTo>
                    <a:cubicBezTo>
                      <a:pt x="984163" y="946689"/>
                      <a:pt x="984750" y="939720"/>
                      <a:pt x="982879" y="932456"/>
                    </a:cubicBezTo>
                    <a:close/>
                  </a:path>
                </a:pathLst>
              </a:custGeom>
              <a:solidFill>
                <a:srgbClr val="FEFEFE"/>
              </a:solidFill>
              <a:ln w="366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1" name="자유형: 도형 10">
                <a:extLst>
                  <a:ext uri="{FF2B5EF4-FFF2-40B4-BE49-F238E27FC236}">
                    <a16:creationId xmlns:a16="http://schemas.microsoft.com/office/drawing/2014/main" id="{35543E65-B978-40F6-816C-AECA6A584570}"/>
                  </a:ext>
                </a:extLst>
              </p:cNvPr>
              <p:cNvSpPr/>
              <p:nvPr/>
            </p:nvSpPr>
            <p:spPr>
              <a:xfrm>
                <a:off x="9241022" y="2351240"/>
                <a:ext cx="943904" cy="1135917"/>
              </a:xfrm>
              <a:custGeom>
                <a:avLst/>
                <a:gdLst>
                  <a:gd name="connsiteX0" fmla="*/ 942602 w 943904"/>
                  <a:gd name="connsiteY0" fmla="*/ 897006 h 1135917"/>
                  <a:gd name="connsiteX1" fmla="*/ 704860 w 943904"/>
                  <a:gd name="connsiteY1" fmla="*/ 27110 h 1135917"/>
                  <a:gd name="connsiteX2" fmla="*/ 661941 w 943904"/>
                  <a:gd name="connsiteY2" fmla="*/ 3339 h 1135917"/>
                  <a:gd name="connsiteX3" fmla="*/ 24761 w 943904"/>
                  <a:gd name="connsiteY3" fmla="*/ 192513 h 1135917"/>
                  <a:gd name="connsiteX4" fmla="*/ 0 w 943904"/>
                  <a:gd name="connsiteY4" fmla="*/ 208800 h 1135917"/>
                  <a:gd name="connsiteX5" fmla="*/ 290565 w 943904"/>
                  <a:gd name="connsiteY5" fmla="*/ 1121431 h 1135917"/>
                  <a:gd name="connsiteX6" fmla="*/ 312904 w 943904"/>
                  <a:gd name="connsiteY6" fmla="*/ 1134050 h 1135917"/>
                  <a:gd name="connsiteX7" fmla="*/ 935815 w 943904"/>
                  <a:gd name="connsiteY7" fmla="*/ 927416 h 1135917"/>
                  <a:gd name="connsiteX8" fmla="*/ 942602 w 943904"/>
                  <a:gd name="connsiteY8" fmla="*/ 897006 h 11359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943904" h="1135917">
                    <a:moveTo>
                      <a:pt x="942602" y="897006"/>
                    </a:moveTo>
                    <a:cubicBezTo>
                      <a:pt x="923710" y="827529"/>
                      <a:pt x="743780" y="172080"/>
                      <a:pt x="704860" y="27110"/>
                    </a:cubicBezTo>
                    <a:cubicBezTo>
                      <a:pt x="697707" y="442"/>
                      <a:pt x="688720" y="-4401"/>
                      <a:pt x="661941" y="3339"/>
                    </a:cubicBezTo>
                    <a:cubicBezTo>
                      <a:pt x="616198" y="16582"/>
                      <a:pt x="82206" y="175859"/>
                      <a:pt x="24761" y="192513"/>
                    </a:cubicBezTo>
                    <a:cubicBezTo>
                      <a:pt x="15114" y="195301"/>
                      <a:pt x="3852" y="196731"/>
                      <a:pt x="0" y="208800"/>
                    </a:cubicBezTo>
                    <a:cubicBezTo>
                      <a:pt x="5282" y="242071"/>
                      <a:pt x="265070" y="1040546"/>
                      <a:pt x="290565" y="1121431"/>
                    </a:cubicBezTo>
                    <a:cubicBezTo>
                      <a:pt x="294526" y="1133977"/>
                      <a:pt x="298048" y="1138966"/>
                      <a:pt x="312904" y="1134050"/>
                    </a:cubicBezTo>
                    <a:cubicBezTo>
                      <a:pt x="429372" y="1095680"/>
                      <a:pt x="913328" y="941282"/>
                      <a:pt x="935815" y="927416"/>
                    </a:cubicBezTo>
                    <a:cubicBezTo>
                      <a:pt x="943959" y="922647"/>
                      <a:pt x="945389" y="907167"/>
                      <a:pt x="942602" y="897006"/>
                    </a:cubicBezTo>
                    <a:close/>
                  </a:path>
                </a:pathLst>
              </a:custGeom>
              <a:solidFill>
                <a:srgbClr val="DC5849"/>
              </a:solidFill>
              <a:ln w="366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2" name="자유형: 도형 11">
                <a:extLst>
                  <a:ext uri="{FF2B5EF4-FFF2-40B4-BE49-F238E27FC236}">
                    <a16:creationId xmlns:a16="http://schemas.microsoft.com/office/drawing/2014/main" id="{8A97B7CD-5E37-44DA-A4DE-D5EF768C2CB1}"/>
                  </a:ext>
                </a:extLst>
              </p:cNvPr>
              <p:cNvSpPr/>
              <p:nvPr/>
            </p:nvSpPr>
            <p:spPr>
              <a:xfrm>
                <a:off x="9449297" y="2554354"/>
                <a:ext cx="406061" cy="312708"/>
              </a:xfrm>
              <a:custGeom>
                <a:avLst/>
                <a:gdLst>
                  <a:gd name="connsiteX0" fmla="*/ 2174 w 406061"/>
                  <a:gd name="connsiteY0" fmla="*/ 136240 h 312708"/>
                  <a:gd name="connsiteX1" fmla="*/ 15710 w 406061"/>
                  <a:gd name="connsiteY1" fmla="*/ 109938 h 312708"/>
                  <a:gd name="connsiteX2" fmla="*/ 329165 w 406061"/>
                  <a:gd name="connsiteY2" fmla="*/ 2274 h 312708"/>
                  <a:gd name="connsiteX3" fmla="*/ 356310 w 406061"/>
                  <a:gd name="connsiteY3" fmla="*/ 22487 h 312708"/>
                  <a:gd name="connsiteX4" fmla="*/ 401283 w 406061"/>
                  <a:gd name="connsiteY4" fmla="*/ 170025 h 312708"/>
                  <a:gd name="connsiteX5" fmla="*/ 391746 w 406061"/>
                  <a:gd name="connsiteY5" fmla="*/ 206598 h 312708"/>
                  <a:gd name="connsiteX6" fmla="*/ 92927 w 406061"/>
                  <a:gd name="connsiteY6" fmla="*/ 311254 h 312708"/>
                  <a:gd name="connsiteX7" fmla="*/ 59253 w 406061"/>
                  <a:gd name="connsiteY7" fmla="*/ 295150 h 312708"/>
                  <a:gd name="connsiteX8" fmla="*/ 2174 w 406061"/>
                  <a:gd name="connsiteY8" fmla="*/ 136240 h 3127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406061" h="312708">
                    <a:moveTo>
                      <a:pt x="2174" y="136240"/>
                    </a:moveTo>
                    <a:cubicBezTo>
                      <a:pt x="-2888" y="120943"/>
                      <a:pt x="597" y="115074"/>
                      <a:pt x="15710" y="109938"/>
                    </a:cubicBezTo>
                    <a:cubicBezTo>
                      <a:pt x="120403" y="74613"/>
                      <a:pt x="224802" y="38480"/>
                      <a:pt x="329165" y="2274"/>
                    </a:cubicBezTo>
                    <a:cubicBezTo>
                      <a:pt x="345195" y="-3301"/>
                      <a:pt x="348533" y="624"/>
                      <a:pt x="356310" y="22487"/>
                    </a:cubicBezTo>
                    <a:cubicBezTo>
                      <a:pt x="379824" y="88589"/>
                      <a:pt x="387161" y="117935"/>
                      <a:pt x="401283" y="170025"/>
                    </a:cubicBezTo>
                    <a:cubicBezTo>
                      <a:pt x="407740" y="193869"/>
                      <a:pt x="410234" y="200691"/>
                      <a:pt x="391746" y="206598"/>
                    </a:cubicBezTo>
                    <a:cubicBezTo>
                      <a:pt x="320214" y="229414"/>
                      <a:pt x="177775" y="282017"/>
                      <a:pt x="92927" y="311254"/>
                    </a:cubicBezTo>
                    <a:cubicBezTo>
                      <a:pt x="79171" y="315986"/>
                      <a:pt x="64205" y="308796"/>
                      <a:pt x="59253" y="295150"/>
                    </a:cubicBezTo>
                    <a:cubicBezTo>
                      <a:pt x="41388" y="245812"/>
                      <a:pt x="16187" y="178498"/>
                      <a:pt x="2174" y="136240"/>
                    </a:cubicBezTo>
                    <a:close/>
                  </a:path>
                </a:pathLst>
              </a:custGeom>
              <a:solidFill>
                <a:srgbClr val="DE7265"/>
              </a:solidFill>
              <a:ln w="366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</p:grpSp>
        <p:sp>
          <p:nvSpPr>
            <p:cNvPr id="8" name="자유형: 도형 7">
              <a:extLst>
                <a:ext uri="{FF2B5EF4-FFF2-40B4-BE49-F238E27FC236}">
                  <a16:creationId xmlns:a16="http://schemas.microsoft.com/office/drawing/2014/main" id="{5EF2C35C-202C-4E6A-872F-2FAED9D6B2E9}"/>
                </a:ext>
              </a:extLst>
            </p:cNvPr>
            <p:cNvSpPr/>
            <p:nvPr/>
          </p:nvSpPr>
          <p:spPr>
            <a:xfrm>
              <a:off x="9341642" y="2816026"/>
              <a:ext cx="894641" cy="410257"/>
            </a:xfrm>
            <a:custGeom>
              <a:avLst/>
              <a:gdLst>
                <a:gd name="connsiteX0" fmla="*/ 825805 w 894641"/>
                <a:gd name="connsiteY0" fmla="*/ 244 h 410257"/>
                <a:gd name="connsiteX1" fmla="*/ 633550 w 894641"/>
                <a:gd name="connsiteY1" fmla="*/ 62054 h 410257"/>
                <a:gd name="connsiteX2" fmla="*/ 434546 w 894641"/>
                <a:gd name="connsiteY2" fmla="*/ 124305 h 410257"/>
                <a:gd name="connsiteX3" fmla="*/ 403989 w 894641"/>
                <a:gd name="connsiteY3" fmla="*/ 116822 h 410257"/>
                <a:gd name="connsiteX4" fmla="*/ 252783 w 894641"/>
                <a:gd name="connsiteY4" fmla="*/ 31974 h 410257"/>
                <a:gd name="connsiteX5" fmla="*/ 252783 w 894641"/>
                <a:gd name="connsiteY5" fmla="*/ 31974 h 410257"/>
                <a:gd name="connsiteX6" fmla="*/ 252783 w 894641"/>
                <a:gd name="connsiteY6" fmla="*/ 31974 h 410257"/>
                <a:gd name="connsiteX7" fmla="*/ 157151 w 894641"/>
                <a:gd name="connsiteY7" fmla="*/ 24748 h 410257"/>
                <a:gd name="connsiteX8" fmla="*/ 157151 w 894641"/>
                <a:gd name="connsiteY8" fmla="*/ 24748 h 410257"/>
                <a:gd name="connsiteX9" fmla="*/ 157151 w 894641"/>
                <a:gd name="connsiteY9" fmla="*/ 24748 h 410257"/>
                <a:gd name="connsiteX10" fmla="*/ 157664 w 894641"/>
                <a:gd name="connsiteY10" fmla="*/ 45657 h 410257"/>
                <a:gd name="connsiteX11" fmla="*/ 207590 w 894641"/>
                <a:gd name="connsiteY11" fmla="*/ 82597 h 410257"/>
                <a:gd name="connsiteX12" fmla="*/ 262651 w 894641"/>
                <a:gd name="connsiteY12" fmla="*/ 124782 h 410257"/>
                <a:gd name="connsiteX13" fmla="*/ 255461 w 894641"/>
                <a:gd name="connsiteY13" fmla="*/ 154568 h 410257"/>
                <a:gd name="connsiteX14" fmla="*/ 162176 w 894641"/>
                <a:gd name="connsiteY14" fmla="*/ 170635 h 410257"/>
                <a:gd name="connsiteX15" fmla="*/ 72450 w 894641"/>
                <a:gd name="connsiteY15" fmla="*/ 171699 h 410257"/>
                <a:gd name="connsiteX16" fmla="*/ 25863 w 894641"/>
                <a:gd name="connsiteY16" fmla="*/ 147048 h 410257"/>
                <a:gd name="connsiteX17" fmla="*/ 25863 w 894641"/>
                <a:gd name="connsiteY17" fmla="*/ 147048 h 410257"/>
                <a:gd name="connsiteX18" fmla="*/ 13171 w 894641"/>
                <a:gd name="connsiteY18" fmla="*/ 221991 h 410257"/>
                <a:gd name="connsiteX19" fmla="*/ 12841 w 894641"/>
                <a:gd name="connsiteY19" fmla="*/ 237215 h 410257"/>
                <a:gd name="connsiteX20" fmla="*/ 39876 w 894641"/>
                <a:gd name="connsiteY20" fmla="*/ 295173 h 410257"/>
                <a:gd name="connsiteX21" fmla="*/ 51101 w 894641"/>
                <a:gd name="connsiteY21" fmla="*/ 312708 h 410257"/>
                <a:gd name="connsiteX22" fmla="*/ 85986 w 894641"/>
                <a:gd name="connsiteY22" fmla="*/ 362780 h 410257"/>
                <a:gd name="connsiteX23" fmla="*/ 102897 w 894641"/>
                <a:gd name="connsiteY23" fmla="*/ 382589 h 410257"/>
                <a:gd name="connsiteX24" fmla="*/ 107996 w 894641"/>
                <a:gd name="connsiteY24" fmla="*/ 396088 h 410257"/>
                <a:gd name="connsiteX25" fmla="*/ 150511 w 894641"/>
                <a:gd name="connsiteY25" fmla="*/ 410174 h 410257"/>
                <a:gd name="connsiteX26" fmla="*/ 260229 w 894641"/>
                <a:gd name="connsiteY26" fmla="*/ 393520 h 410257"/>
                <a:gd name="connsiteX27" fmla="*/ 433299 w 894641"/>
                <a:gd name="connsiteY27" fmla="*/ 303574 h 410257"/>
                <a:gd name="connsiteX28" fmla="*/ 503620 w 894641"/>
                <a:gd name="connsiteY28" fmla="*/ 261499 h 410257"/>
                <a:gd name="connsiteX29" fmla="*/ 725257 w 894641"/>
                <a:gd name="connsiteY29" fmla="*/ 192755 h 410257"/>
                <a:gd name="connsiteX30" fmla="*/ 894291 w 894641"/>
                <a:gd name="connsiteY30" fmla="*/ 139052 h 410257"/>
                <a:gd name="connsiteX31" fmla="*/ 825805 w 894641"/>
                <a:gd name="connsiteY31" fmla="*/ 244 h 4102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894641" h="410257">
                  <a:moveTo>
                    <a:pt x="825805" y="244"/>
                  </a:moveTo>
                  <a:cubicBezTo>
                    <a:pt x="815827" y="-4158"/>
                    <a:pt x="663557" y="52407"/>
                    <a:pt x="633550" y="62054"/>
                  </a:cubicBezTo>
                  <a:cubicBezTo>
                    <a:pt x="567374" y="83257"/>
                    <a:pt x="500722" y="103102"/>
                    <a:pt x="434546" y="124305"/>
                  </a:cubicBezTo>
                  <a:cubicBezTo>
                    <a:pt x="421670" y="128450"/>
                    <a:pt x="413527" y="126286"/>
                    <a:pt x="403989" y="116822"/>
                  </a:cubicBezTo>
                  <a:cubicBezTo>
                    <a:pt x="361474" y="74746"/>
                    <a:pt x="311365" y="45657"/>
                    <a:pt x="252783" y="31974"/>
                  </a:cubicBezTo>
                  <a:cubicBezTo>
                    <a:pt x="252783" y="31974"/>
                    <a:pt x="252783" y="31974"/>
                    <a:pt x="252783" y="31974"/>
                  </a:cubicBezTo>
                  <a:cubicBezTo>
                    <a:pt x="252783" y="31974"/>
                    <a:pt x="252783" y="31974"/>
                    <a:pt x="252783" y="31974"/>
                  </a:cubicBezTo>
                  <a:cubicBezTo>
                    <a:pt x="221236" y="25005"/>
                    <a:pt x="189835" y="16384"/>
                    <a:pt x="157151" y="24748"/>
                  </a:cubicBezTo>
                  <a:lnTo>
                    <a:pt x="157151" y="24748"/>
                  </a:lnTo>
                  <a:lnTo>
                    <a:pt x="157151" y="24748"/>
                  </a:lnTo>
                  <a:cubicBezTo>
                    <a:pt x="146660" y="31974"/>
                    <a:pt x="150841" y="38797"/>
                    <a:pt x="157664" y="45657"/>
                  </a:cubicBezTo>
                  <a:cubicBezTo>
                    <a:pt x="172447" y="60514"/>
                    <a:pt x="190532" y="70858"/>
                    <a:pt x="207590" y="82597"/>
                  </a:cubicBezTo>
                  <a:cubicBezTo>
                    <a:pt x="226665" y="95729"/>
                    <a:pt x="247097" y="107101"/>
                    <a:pt x="262651" y="124782"/>
                  </a:cubicBezTo>
                  <a:cubicBezTo>
                    <a:pt x="275416" y="139308"/>
                    <a:pt x="273325" y="147158"/>
                    <a:pt x="255461" y="154568"/>
                  </a:cubicBezTo>
                  <a:cubicBezTo>
                    <a:pt x="225564" y="166967"/>
                    <a:pt x="193834" y="169205"/>
                    <a:pt x="162176" y="170635"/>
                  </a:cubicBezTo>
                  <a:cubicBezTo>
                    <a:pt x="132316" y="171993"/>
                    <a:pt x="102347" y="171552"/>
                    <a:pt x="72450" y="171699"/>
                  </a:cubicBezTo>
                  <a:cubicBezTo>
                    <a:pt x="52642" y="171809"/>
                    <a:pt x="37455" y="162712"/>
                    <a:pt x="25863" y="147048"/>
                  </a:cubicBezTo>
                  <a:cubicBezTo>
                    <a:pt x="25863" y="147048"/>
                    <a:pt x="25863" y="147048"/>
                    <a:pt x="25863" y="147048"/>
                  </a:cubicBezTo>
                  <a:cubicBezTo>
                    <a:pt x="-4584" y="174634"/>
                    <a:pt x="-7262" y="188757"/>
                    <a:pt x="13171" y="221991"/>
                  </a:cubicBezTo>
                  <a:cubicBezTo>
                    <a:pt x="16913" y="228081"/>
                    <a:pt x="14235" y="232189"/>
                    <a:pt x="12841" y="237215"/>
                  </a:cubicBezTo>
                  <a:cubicBezTo>
                    <a:pt x="5577" y="263516"/>
                    <a:pt x="14822" y="284939"/>
                    <a:pt x="39876" y="295173"/>
                  </a:cubicBezTo>
                  <a:cubicBezTo>
                    <a:pt x="49193" y="298988"/>
                    <a:pt x="51358" y="303794"/>
                    <a:pt x="51101" y="312708"/>
                  </a:cubicBezTo>
                  <a:cubicBezTo>
                    <a:pt x="50404" y="337762"/>
                    <a:pt x="63573" y="354086"/>
                    <a:pt x="85986" y="362780"/>
                  </a:cubicBezTo>
                  <a:cubicBezTo>
                    <a:pt x="95890" y="366632"/>
                    <a:pt x="103080" y="370373"/>
                    <a:pt x="102897" y="382589"/>
                  </a:cubicBezTo>
                  <a:cubicBezTo>
                    <a:pt x="102824" y="387064"/>
                    <a:pt x="106198" y="391576"/>
                    <a:pt x="107996" y="396088"/>
                  </a:cubicBezTo>
                  <a:cubicBezTo>
                    <a:pt x="120431" y="406139"/>
                    <a:pt x="134774" y="409771"/>
                    <a:pt x="150511" y="410174"/>
                  </a:cubicBezTo>
                  <a:cubicBezTo>
                    <a:pt x="188111" y="411091"/>
                    <a:pt x="224464" y="404342"/>
                    <a:pt x="260229" y="393520"/>
                  </a:cubicBezTo>
                  <a:cubicBezTo>
                    <a:pt x="323544" y="374372"/>
                    <a:pt x="377505" y="337285"/>
                    <a:pt x="433299" y="303574"/>
                  </a:cubicBezTo>
                  <a:cubicBezTo>
                    <a:pt x="456666" y="289451"/>
                    <a:pt x="477098" y="269936"/>
                    <a:pt x="503620" y="261499"/>
                  </a:cubicBezTo>
                  <a:cubicBezTo>
                    <a:pt x="577352" y="238095"/>
                    <a:pt x="651232" y="215168"/>
                    <a:pt x="725257" y="192755"/>
                  </a:cubicBezTo>
                  <a:cubicBezTo>
                    <a:pt x="738317" y="188793"/>
                    <a:pt x="880682" y="143674"/>
                    <a:pt x="894291" y="139052"/>
                  </a:cubicBezTo>
                  <a:cubicBezTo>
                    <a:pt x="900014" y="128670"/>
                    <a:pt x="833692" y="5820"/>
                    <a:pt x="825805" y="244"/>
                  </a:cubicBezTo>
                  <a:close/>
                </a:path>
              </a:pathLst>
            </a:custGeom>
            <a:solidFill>
              <a:srgbClr val="EBAE93"/>
            </a:solidFill>
            <a:ln w="366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</p:grp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9511" y="1173851"/>
            <a:ext cx="9484590" cy="4903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45336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735F7F3-C1B5-4B60-A00A-4EB618DDFB5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607127" y="374041"/>
            <a:ext cx="9585215" cy="561036"/>
          </a:xfrm>
        </p:spPr>
        <p:txBody>
          <a:bodyPr/>
          <a:lstStyle/>
          <a:p>
            <a:r>
              <a:rPr lang="en-US" sz="4800" b="1" u="sng" dirty="0" smtClean="0">
                <a:solidFill>
                  <a:srgbClr val="C00000"/>
                </a:solidFill>
              </a:rPr>
              <a:t>SKILL SHEET KEYS</a:t>
            </a:r>
            <a:endParaRPr lang="en-US" sz="4800" b="1" u="sng" dirty="0">
              <a:solidFill>
                <a:srgbClr val="C00000"/>
              </a:solidFill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331A8A57-B6B4-428F-BE6B-FA8BCEF38EA4}"/>
              </a:ext>
            </a:extLst>
          </p:cNvPr>
          <p:cNvGrpSpPr/>
          <p:nvPr/>
        </p:nvGrpSpPr>
        <p:grpSpPr>
          <a:xfrm flipH="1">
            <a:off x="0" y="1785483"/>
            <a:ext cx="2050473" cy="2764544"/>
            <a:chOff x="6957846" y="390184"/>
            <a:chExt cx="3835060" cy="3644618"/>
          </a:xfrm>
        </p:grpSpPr>
        <p:grpSp>
          <p:nvGrpSpPr>
            <p:cNvPr id="6" name="그룹 5">
              <a:extLst>
                <a:ext uri="{FF2B5EF4-FFF2-40B4-BE49-F238E27FC236}">
                  <a16:creationId xmlns:a16="http://schemas.microsoft.com/office/drawing/2014/main" id="{6974F655-37C0-474B-B53D-536705169473}"/>
                </a:ext>
              </a:extLst>
            </p:cNvPr>
            <p:cNvGrpSpPr/>
            <p:nvPr/>
          </p:nvGrpSpPr>
          <p:grpSpPr>
            <a:xfrm>
              <a:off x="6957846" y="390184"/>
              <a:ext cx="3835060" cy="3644618"/>
              <a:chOff x="6957846" y="390184"/>
              <a:chExt cx="3835060" cy="3644618"/>
            </a:xfrm>
          </p:grpSpPr>
          <p:sp>
            <p:nvSpPr>
              <p:cNvPr id="13" name="자유형: 도형 12">
                <a:extLst>
                  <a:ext uri="{FF2B5EF4-FFF2-40B4-BE49-F238E27FC236}">
                    <a16:creationId xmlns:a16="http://schemas.microsoft.com/office/drawing/2014/main" id="{B70DE6EE-F4D0-4529-8D1D-8804F24145D6}"/>
                  </a:ext>
                </a:extLst>
              </p:cNvPr>
              <p:cNvSpPr/>
              <p:nvPr/>
            </p:nvSpPr>
            <p:spPr>
              <a:xfrm>
                <a:off x="9741118" y="1802306"/>
                <a:ext cx="1051788" cy="1120687"/>
              </a:xfrm>
              <a:custGeom>
                <a:avLst/>
                <a:gdLst>
                  <a:gd name="connsiteX0" fmla="*/ 1038197 w 1051788"/>
                  <a:gd name="connsiteY0" fmla="*/ 861877 h 1120687"/>
                  <a:gd name="connsiteX1" fmla="*/ 977598 w 1051788"/>
                  <a:gd name="connsiteY1" fmla="*/ 774938 h 1120687"/>
                  <a:gd name="connsiteX2" fmla="*/ 575884 w 1051788"/>
                  <a:gd name="connsiteY2" fmla="*/ 363798 h 1120687"/>
                  <a:gd name="connsiteX3" fmla="*/ 218630 w 1051788"/>
                  <a:gd name="connsiteY3" fmla="*/ 72976 h 1120687"/>
                  <a:gd name="connsiteX4" fmla="*/ 189871 w 1051788"/>
                  <a:gd name="connsiteY4" fmla="*/ 48325 h 1120687"/>
                  <a:gd name="connsiteX5" fmla="*/ 164303 w 1051788"/>
                  <a:gd name="connsiteY5" fmla="*/ 31268 h 1120687"/>
                  <a:gd name="connsiteX6" fmla="*/ 28980 w 1051788"/>
                  <a:gd name="connsiteY6" fmla="*/ 4783 h 1120687"/>
                  <a:gd name="connsiteX7" fmla="*/ 38 w 1051788"/>
                  <a:gd name="connsiteY7" fmla="*/ 136108 h 1120687"/>
                  <a:gd name="connsiteX8" fmla="*/ 63609 w 1051788"/>
                  <a:gd name="connsiteY8" fmla="*/ 363871 h 1120687"/>
                  <a:gd name="connsiteX9" fmla="*/ 110563 w 1051788"/>
                  <a:gd name="connsiteY9" fmla="*/ 450626 h 1120687"/>
                  <a:gd name="connsiteX10" fmla="*/ 125713 w 1051788"/>
                  <a:gd name="connsiteY10" fmla="*/ 470398 h 1120687"/>
                  <a:gd name="connsiteX11" fmla="*/ 282568 w 1051788"/>
                  <a:gd name="connsiteY11" fmla="*/ 568304 h 1120687"/>
                  <a:gd name="connsiteX12" fmla="*/ 282605 w 1051788"/>
                  <a:gd name="connsiteY12" fmla="*/ 566984 h 1120687"/>
                  <a:gd name="connsiteX13" fmla="*/ 644884 w 1051788"/>
                  <a:gd name="connsiteY13" fmla="*/ 780881 h 1120687"/>
                  <a:gd name="connsiteX14" fmla="*/ 712234 w 1051788"/>
                  <a:gd name="connsiteY14" fmla="*/ 830916 h 1120687"/>
                  <a:gd name="connsiteX15" fmla="*/ 701596 w 1051788"/>
                  <a:gd name="connsiteY15" fmla="*/ 895735 h 1120687"/>
                  <a:gd name="connsiteX16" fmla="*/ 535496 w 1051788"/>
                  <a:gd name="connsiteY16" fmla="*/ 951309 h 1120687"/>
                  <a:gd name="connsiteX17" fmla="*/ 532855 w 1051788"/>
                  <a:gd name="connsiteY17" fmla="*/ 951529 h 1120687"/>
                  <a:gd name="connsiteX18" fmla="*/ 539788 w 1051788"/>
                  <a:gd name="connsiteY18" fmla="*/ 970311 h 1120687"/>
                  <a:gd name="connsiteX19" fmla="*/ 639125 w 1051788"/>
                  <a:gd name="connsiteY19" fmla="*/ 1109706 h 1120687"/>
                  <a:gd name="connsiteX20" fmla="*/ 663960 w 1051788"/>
                  <a:gd name="connsiteY20" fmla="*/ 1119610 h 1120687"/>
                  <a:gd name="connsiteX21" fmla="*/ 767221 w 1051788"/>
                  <a:gd name="connsiteY21" fmla="*/ 1082634 h 1120687"/>
                  <a:gd name="connsiteX22" fmla="*/ 1007861 w 1051788"/>
                  <a:gd name="connsiteY22" fmla="*/ 971705 h 1120687"/>
                  <a:gd name="connsiteX23" fmla="*/ 1038197 w 1051788"/>
                  <a:gd name="connsiteY23" fmla="*/ 861877 h 11206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1051788" h="1120687">
                    <a:moveTo>
                      <a:pt x="1038197" y="861877"/>
                    </a:moveTo>
                    <a:cubicBezTo>
                      <a:pt x="1022240" y="829999"/>
                      <a:pt x="1000377" y="802047"/>
                      <a:pt x="977598" y="774938"/>
                    </a:cubicBezTo>
                    <a:cubicBezTo>
                      <a:pt x="853903" y="627914"/>
                      <a:pt x="718434" y="492444"/>
                      <a:pt x="575884" y="363798"/>
                    </a:cubicBezTo>
                    <a:cubicBezTo>
                      <a:pt x="461727" y="260756"/>
                      <a:pt x="351642" y="152871"/>
                      <a:pt x="218630" y="72976"/>
                    </a:cubicBezTo>
                    <a:cubicBezTo>
                      <a:pt x="207956" y="66557"/>
                      <a:pt x="196841" y="59587"/>
                      <a:pt x="189871" y="48325"/>
                    </a:cubicBezTo>
                    <a:cubicBezTo>
                      <a:pt x="179637" y="45171"/>
                      <a:pt x="172777" y="36991"/>
                      <a:pt x="164303" y="31268"/>
                    </a:cubicBezTo>
                    <a:cubicBezTo>
                      <a:pt x="122925" y="3206"/>
                      <a:pt x="78098" y="-6919"/>
                      <a:pt x="28980" y="4783"/>
                    </a:cubicBezTo>
                    <a:cubicBezTo>
                      <a:pt x="12693" y="47078"/>
                      <a:pt x="698" y="90437"/>
                      <a:pt x="38" y="136108"/>
                    </a:cubicBezTo>
                    <a:cubicBezTo>
                      <a:pt x="-1100" y="218204"/>
                      <a:pt x="23588" y="293220"/>
                      <a:pt x="63609" y="363871"/>
                    </a:cubicBezTo>
                    <a:cubicBezTo>
                      <a:pt x="79823" y="392484"/>
                      <a:pt x="97467" y="420399"/>
                      <a:pt x="110563" y="450626"/>
                    </a:cubicBezTo>
                    <a:cubicBezTo>
                      <a:pt x="114121" y="458843"/>
                      <a:pt x="119073" y="465042"/>
                      <a:pt x="125713" y="470398"/>
                    </a:cubicBezTo>
                    <a:cubicBezTo>
                      <a:pt x="128170" y="473369"/>
                      <a:pt x="194970" y="514454"/>
                      <a:pt x="282568" y="568304"/>
                    </a:cubicBezTo>
                    <a:cubicBezTo>
                      <a:pt x="282605" y="567864"/>
                      <a:pt x="282605" y="567424"/>
                      <a:pt x="282605" y="566984"/>
                    </a:cubicBezTo>
                    <a:cubicBezTo>
                      <a:pt x="402485" y="639799"/>
                      <a:pt x="522768" y="711881"/>
                      <a:pt x="644884" y="780881"/>
                    </a:cubicBezTo>
                    <a:cubicBezTo>
                      <a:pt x="669352" y="794711"/>
                      <a:pt x="692829" y="810227"/>
                      <a:pt x="712234" y="830916"/>
                    </a:cubicBezTo>
                    <a:cubicBezTo>
                      <a:pt x="738059" y="858502"/>
                      <a:pt x="735271" y="878824"/>
                      <a:pt x="701596" y="895735"/>
                    </a:cubicBezTo>
                    <a:cubicBezTo>
                      <a:pt x="657246" y="918038"/>
                      <a:pt x="544190" y="948558"/>
                      <a:pt x="535496" y="951309"/>
                    </a:cubicBezTo>
                    <a:cubicBezTo>
                      <a:pt x="534616" y="951346"/>
                      <a:pt x="533736" y="951456"/>
                      <a:pt x="532855" y="951529"/>
                    </a:cubicBezTo>
                    <a:cubicBezTo>
                      <a:pt x="531534" y="959013"/>
                      <a:pt x="535900" y="964845"/>
                      <a:pt x="539788" y="970311"/>
                    </a:cubicBezTo>
                    <a:cubicBezTo>
                      <a:pt x="572766" y="1016898"/>
                      <a:pt x="606074" y="1063192"/>
                      <a:pt x="639125" y="1109706"/>
                    </a:cubicBezTo>
                    <a:cubicBezTo>
                      <a:pt x="645178" y="1118216"/>
                      <a:pt x="653028" y="1122948"/>
                      <a:pt x="663960" y="1119610"/>
                    </a:cubicBezTo>
                    <a:cubicBezTo>
                      <a:pt x="699175" y="1109559"/>
                      <a:pt x="733253" y="1096133"/>
                      <a:pt x="767221" y="1082634"/>
                    </a:cubicBezTo>
                    <a:cubicBezTo>
                      <a:pt x="849391" y="1049949"/>
                      <a:pt x="932074" y="1018072"/>
                      <a:pt x="1007861" y="971705"/>
                    </a:cubicBezTo>
                    <a:cubicBezTo>
                      <a:pt x="1054741" y="943056"/>
                      <a:pt x="1062812" y="911105"/>
                      <a:pt x="1038197" y="861877"/>
                    </a:cubicBezTo>
                    <a:close/>
                  </a:path>
                </a:pathLst>
              </a:custGeom>
              <a:solidFill>
                <a:schemeClr val="accent4">
                  <a:lumMod val="75000"/>
                </a:schemeClr>
              </a:solidFill>
              <a:ln w="366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4" name="자유형: 도형 13">
                <a:extLst>
                  <a:ext uri="{FF2B5EF4-FFF2-40B4-BE49-F238E27FC236}">
                    <a16:creationId xmlns:a16="http://schemas.microsoft.com/office/drawing/2014/main" id="{39BE19EB-8DDA-4B33-8DB5-6F14AFAB6BCC}"/>
                  </a:ext>
                </a:extLst>
              </p:cNvPr>
              <p:cNvSpPr/>
              <p:nvPr/>
            </p:nvSpPr>
            <p:spPr>
              <a:xfrm>
                <a:off x="8762612" y="1805011"/>
                <a:ext cx="1202235" cy="1454239"/>
              </a:xfrm>
              <a:custGeom>
                <a:avLst/>
                <a:gdLst>
                  <a:gd name="connsiteX0" fmla="*/ 1106236 w 1202235"/>
                  <a:gd name="connsiteY0" fmla="*/ 466812 h 1454239"/>
                  <a:gd name="connsiteX1" fmla="*/ 1058365 w 1202235"/>
                  <a:gd name="connsiteY1" fmla="*/ 372501 h 1454239"/>
                  <a:gd name="connsiteX2" fmla="*/ 986833 w 1202235"/>
                  <a:gd name="connsiteY2" fmla="*/ 133659 h 1454239"/>
                  <a:gd name="connsiteX3" fmla="*/ 1006679 w 1202235"/>
                  <a:gd name="connsiteY3" fmla="*/ 29847 h 1454239"/>
                  <a:gd name="connsiteX4" fmla="*/ 1007449 w 1202235"/>
                  <a:gd name="connsiteY4" fmla="*/ 2005 h 1454239"/>
                  <a:gd name="connsiteX5" fmla="*/ 923849 w 1202235"/>
                  <a:gd name="connsiteY5" fmla="*/ 13046 h 1454239"/>
                  <a:gd name="connsiteX6" fmla="*/ 911780 w 1202235"/>
                  <a:gd name="connsiteY6" fmla="*/ 32158 h 1454239"/>
                  <a:gd name="connsiteX7" fmla="*/ 860388 w 1202235"/>
                  <a:gd name="connsiteY7" fmla="*/ 188390 h 1454239"/>
                  <a:gd name="connsiteX8" fmla="*/ 765416 w 1202235"/>
                  <a:gd name="connsiteY8" fmla="*/ 386073 h 1454239"/>
                  <a:gd name="connsiteX9" fmla="*/ 735776 w 1202235"/>
                  <a:gd name="connsiteY9" fmla="*/ 392676 h 1454239"/>
                  <a:gd name="connsiteX10" fmla="*/ 626755 w 1202235"/>
                  <a:gd name="connsiteY10" fmla="*/ 352802 h 1454239"/>
                  <a:gd name="connsiteX11" fmla="*/ 519385 w 1202235"/>
                  <a:gd name="connsiteY11" fmla="*/ 375912 h 1454239"/>
                  <a:gd name="connsiteX12" fmla="*/ 491396 w 1202235"/>
                  <a:gd name="connsiteY12" fmla="*/ 368136 h 1454239"/>
                  <a:gd name="connsiteX13" fmla="*/ 353725 w 1202235"/>
                  <a:gd name="connsiteY13" fmla="*/ 430019 h 1454239"/>
                  <a:gd name="connsiteX14" fmla="*/ 331826 w 1202235"/>
                  <a:gd name="connsiteY14" fmla="*/ 430460 h 1454239"/>
                  <a:gd name="connsiteX15" fmla="*/ 264182 w 1202235"/>
                  <a:gd name="connsiteY15" fmla="*/ 278996 h 1454239"/>
                  <a:gd name="connsiteX16" fmla="*/ 234323 w 1202235"/>
                  <a:gd name="connsiteY16" fmla="*/ 103066 h 1454239"/>
                  <a:gd name="connsiteX17" fmla="*/ 226399 w 1202235"/>
                  <a:gd name="connsiteY17" fmla="*/ 85935 h 1454239"/>
                  <a:gd name="connsiteX18" fmla="*/ 149292 w 1202235"/>
                  <a:gd name="connsiteY18" fmla="*/ 122361 h 1454239"/>
                  <a:gd name="connsiteX19" fmla="*/ 114003 w 1202235"/>
                  <a:gd name="connsiteY19" fmla="*/ 177532 h 1454239"/>
                  <a:gd name="connsiteX20" fmla="*/ 49258 w 1202235"/>
                  <a:gd name="connsiteY20" fmla="*/ 322649 h 1454239"/>
                  <a:gd name="connsiteX21" fmla="*/ 2451 w 1202235"/>
                  <a:gd name="connsiteY21" fmla="*/ 604483 h 1454239"/>
                  <a:gd name="connsiteX22" fmla="*/ 17380 w 1202235"/>
                  <a:gd name="connsiteY22" fmla="*/ 643183 h 1454239"/>
                  <a:gd name="connsiteX23" fmla="*/ 54577 w 1202235"/>
                  <a:gd name="connsiteY23" fmla="*/ 726453 h 1454239"/>
                  <a:gd name="connsiteX24" fmla="*/ 107107 w 1202235"/>
                  <a:gd name="connsiteY24" fmla="*/ 805945 h 1454239"/>
                  <a:gd name="connsiteX25" fmla="*/ 201418 w 1202235"/>
                  <a:gd name="connsiteY25" fmla="*/ 1276879 h 1454239"/>
                  <a:gd name="connsiteX26" fmla="*/ 168147 w 1202235"/>
                  <a:gd name="connsiteY26" fmla="*/ 1402260 h 1454239"/>
                  <a:gd name="connsiteX27" fmla="*/ 604305 w 1202235"/>
                  <a:gd name="connsiteY27" fmla="*/ 1454240 h 1454239"/>
                  <a:gd name="connsiteX28" fmla="*/ 1202235 w 1202235"/>
                  <a:gd name="connsiteY28" fmla="*/ 1347860 h 1454239"/>
                  <a:gd name="connsiteX29" fmla="*/ 1040831 w 1202235"/>
                  <a:gd name="connsiteY29" fmla="*/ 1069070 h 1454239"/>
                  <a:gd name="connsiteX30" fmla="*/ 1055504 w 1202235"/>
                  <a:gd name="connsiteY30" fmla="*/ 760935 h 1454239"/>
                  <a:gd name="connsiteX31" fmla="*/ 1106236 w 1202235"/>
                  <a:gd name="connsiteY31" fmla="*/ 466812 h 14542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1202235" h="1454239">
                    <a:moveTo>
                      <a:pt x="1106236" y="466812"/>
                    </a:moveTo>
                    <a:cubicBezTo>
                      <a:pt x="1094571" y="433211"/>
                      <a:pt x="1076450" y="402801"/>
                      <a:pt x="1058365" y="372501"/>
                    </a:cubicBezTo>
                    <a:cubicBezTo>
                      <a:pt x="1014419" y="298842"/>
                      <a:pt x="986173" y="220451"/>
                      <a:pt x="986833" y="133659"/>
                    </a:cubicBezTo>
                    <a:cubicBezTo>
                      <a:pt x="987127" y="98077"/>
                      <a:pt x="994867" y="63485"/>
                      <a:pt x="1006679" y="29847"/>
                    </a:cubicBezTo>
                    <a:cubicBezTo>
                      <a:pt x="1009797" y="20896"/>
                      <a:pt x="1014822" y="11469"/>
                      <a:pt x="1007449" y="2005"/>
                    </a:cubicBezTo>
                    <a:cubicBezTo>
                      <a:pt x="978397" y="-3461"/>
                      <a:pt x="950884" y="2922"/>
                      <a:pt x="923849" y="13046"/>
                    </a:cubicBezTo>
                    <a:cubicBezTo>
                      <a:pt x="915082" y="16421"/>
                      <a:pt x="913872" y="24564"/>
                      <a:pt x="911780" y="32158"/>
                    </a:cubicBezTo>
                    <a:cubicBezTo>
                      <a:pt x="897144" y="85054"/>
                      <a:pt x="880453" y="137254"/>
                      <a:pt x="860388" y="188390"/>
                    </a:cubicBezTo>
                    <a:cubicBezTo>
                      <a:pt x="833573" y="256657"/>
                      <a:pt x="801292" y="322245"/>
                      <a:pt x="765416" y="386073"/>
                    </a:cubicBezTo>
                    <a:cubicBezTo>
                      <a:pt x="756135" y="402617"/>
                      <a:pt x="752871" y="407570"/>
                      <a:pt x="735776" y="392676"/>
                    </a:cubicBezTo>
                    <a:cubicBezTo>
                      <a:pt x="704853" y="365714"/>
                      <a:pt x="668427" y="352509"/>
                      <a:pt x="626755" y="352802"/>
                    </a:cubicBezTo>
                    <a:cubicBezTo>
                      <a:pt x="599683" y="352986"/>
                      <a:pt x="530793" y="381085"/>
                      <a:pt x="519385" y="375912"/>
                    </a:cubicBezTo>
                    <a:cubicBezTo>
                      <a:pt x="509444" y="375545"/>
                      <a:pt x="501300" y="368979"/>
                      <a:pt x="491396" y="368136"/>
                    </a:cubicBezTo>
                    <a:cubicBezTo>
                      <a:pt x="433950" y="363183"/>
                      <a:pt x="387327" y="382038"/>
                      <a:pt x="353725" y="430019"/>
                    </a:cubicBezTo>
                    <a:cubicBezTo>
                      <a:pt x="342683" y="445756"/>
                      <a:pt x="341436" y="445976"/>
                      <a:pt x="331826" y="430460"/>
                    </a:cubicBezTo>
                    <a:cubicBezTo>
                      <a:pt x="302406" y="383065"/>
                      <a:pt x="280690" y="332150"/>
                      <a:pt x="264182" y="278996"/>
                    </a:cubicBezTo>
                    <a:cubicBezTo>
                      <a:pt x="246391" y="221698"/>
                      <a:pt x="237367" y="162859"/>
                      <a:pt x="234323" y="103066"/>
                    </a:cubicBezTo>
                    <a:cubicBezTo>
                      <a:pt x="233993" y="96353"/>
                      <a:pt x="233846" y="89420"/>
                      <a:pt x="226399" y="85935"/>
                    </a:cubicBezTo>
                    <a:cubicBezTo>
                      <a:pt x="193165" y="82156"/>
                      <a:pt x="171412" y="102589"/>
                      <a:pt x="149292" y="122361"/>
                    </a:cubicBezTo>
                    <a:cubicBezTo>
                      <a:pt x="136343" y="140005"/>
                      <a:pt x="123834" y="157650"/>
                      <a:pt x="114003" y="177532"/>
                    </a:cubicBezTo>
                    <a:cubicBezTo>
                      <a:pt x="90526" y="225109"/>
                      <a:pt x="67562" y="272797"/>
                      <a:pt x="49258" y="322649"/>
                    </a:cubicBezTo>
                    <a:cubicBezTo>
                      <a:pt x="15803" y="413659"/>
                      <a:pt x="-7894" y="506320"/>
                      <a:pt x="2451" y="604483"/>
                    </a:cubicBezTo>
                    <a:cubicBezTo>
                      <a:pt x="3918" y="618275"/>
                      <a:pt x="1350" y="634599"/>
                      <a:pt x="17380" y="643183"/>
                    </a:cubicBezTo>
                    <a:cubicBezTo>
                      <a:pt x="25964" y="672639"/>
                      <a:pt x="37629" y="700775"/>
                      <a:pt x="54577" y="726453"/>
                    </a:cubicBezTo>
                    <a:cubicBezTo>
                      <a:pt x="72075" y="752975"/>
                      <a:pt x="90783" y="778726"/>
                      <a:pt x="107107" y="805945"/>
                    </a:cubicBezTo>
                    <a:cubicBezTo>
                      <a:pt x="194559" y="951612"/>
                      <a:pt x="228930" y="1107918"/>
                      <a:pt x="201418" y="1276879"/>
                    </a:cubicBezTo>
                    <a:cubicBezTo>
                      <a:pt x="194412" y="1319907"/>
                      <a:pt x="178895" y="1360369"/>
                      <a:pt x="168147" y="1402260"/>
                    </a:cubicBezTo>
                    <a:cubicBezTo>
                      <a:pt x="274600" y="1424160"/>
                      <a:pt x="495467" y="1454313"/>
                      <a:pt x="604305" y="1454240"/>
                    </a:cubicBezTo>
                    <a:cubicBezTo>
                      <a:pt x="671362" y="1454203"/>
                      <a:pt x="1135729" y="1357544"/>
                      <a:pt x="1202235" y="1347860"/>
                    </a:cubicBezTo>
                    <a:cubicBezTo>
                      <a:pt x="1139874" y="1215802"/>
                      <a:pt x="1092187" y="1171782"/>
                      <a:pt x="1040831" y="1069070"/>
                    </a:cubicBezTo>
                    <a:cubicBezTo>
                      <a:pt x="1015153" y="1021383"/>
                      <a:pt x="963797" y="900330"/>
                      <a:pt x="1055504" y="760935"/>
                    </a:cubicBezTo>
                    <a:cubicBezTo>
                      <a:pt x="1189836" y="556795"/>
                      <a:pt x="1104439" y="477230"/>
                      <a:pt x="1106236" y="466812"/>
                    </a:cubicBezTo>
                    <a:close/>
                  </a:path>
                </a:pathLst>
              </a:custGeom>
              <a:solidFill>
                <a:schemeClr val="accent4"/>
              </a:solidFill>
              <a:ln w="366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5" name="자유형: 도형 14">
                <a:extLst>
                  <a:ext uri="{FF2B5EF4-FFF2-40B4-BE49-F238E27FC236}">
                    <a16:creationId xmlns:a16="http://schemas.microsoft.com/office/drawing/2014/main" id="{BDEDFFC3-1798-4CDC-A474-5D92F48864A3}"/>
                  </a:ext>
                </a:extLst>
              </p:cNvPr>
              <p:cNvSpPr/>
              <p:nvPr/>
            </p:nvSpPr>
            <p:spPr>
              <a:xfrm>
                <a:off x="8805827" y="3138198"/>
                <a:ext cx="1734940" cy="896604"/>
              </a:xfrm>
              <a:custGeom>
                <a:avLst/>
                <a:gdLst>
                  <a:gd name="connsiteX0" fmla="*/ 283 w 1734940"/>
                  <a:gd name="connsiteY0" fmla="*/ 1167320 h 1170479"/>
                  <a:gd name="connsiteX1" fmla="*/ 27 w 1734940"/>
                  <a:gd name="connsiteY1" fmla="*/ 1079502 h 1170479"/>
                  <a:gd name="connsiteX2" fmla="*/ 35719 w 1734940"/>
                  <a:gd name="connsiteY2" fmla="*/ 535679 h 1170479"/>
                  <a:gd name="connsiteX3" fmla="*/ 124968 w 1734940"/>
                  <a:gd name="connsiteY3" fmla="*/ 69074 h 1170479"/>
                  <a:gd name="connsiteX4" fmla="*/ 646598 w 1734940"/>
                  <a:gd name="connsiteY4" fmla="*/ 87195 h 1170479"/>
                  <a:gd name="connsiteX5" fmla="*/ 1151720 w 1734940"/>
                  <a:gd name="connsiteY5" fmla="*/ 0 h 1170479"/>
                  <a:gd name="connsiteX6" fmla="*/ 1469283 w 1734940"/>
                  <a:gd name="connsiteY6" fmla="*/ 451639 h 1170479"/>
                  <a:gd name="connsiteX7" fmla="*/ 1649506 w 1734940"/>
                  <a:gd name="connsiteY7" fmla="*/ 877966 h 1170479"/>
                  <a:gd name="connsiteX8" fmla="*/ 1734720 w 1734940"/>
                  <a:gd name="connsiteY8" fmla="*/ 1167504 h 1170479"/>
                  <a:gd name="connsiteX9" fmla="*/ 283 w 1734940"/>
                  <a:gd name="connsiteY9" fmla="*/ 1167320 h 11704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734940" h="1170479">
                    <a:moveTo>
                      <a:pt x="283" y="1167320"/>
                    </a:moveTo>
                    <a:cubicBezTo>
                      <a:pt x="174" y="1138047"/>
                      <a:pt x="-83" y="1108774"/>
                      <a:pt x="27" y="1079502"/>
                    </a:cubicBezTo>
                    <a:cubicBezTo>
                      <a:pt x="724" y="897481"/>
                      <a:pt x="11912" y="716232"/>
                      <a:pt x="35719" y="535679"/>
                    </a:cubicBezTo>
                    <a:cubicBezTo>
                      <a:pt x="55821" y="383225"/>
                      <a:pt x="123611" y="73769"/>
                      <a:pt x="124968" y="69074"/>
                    </a:cubicBezTo>
                    <a:cubicBezTo>
                      <a:pt x="131975" y="62067"/>
                      <a:pt x="586218" y="88112"/>
                      <a:pt x="646598" y="87195"/>
                    </a:cubicBezTo>
                    <a:cubicBezTo>
                      <a:pt x="655108" y="90020"/>
                      <a:pt x="1101685" y="13719"/>
                      <a:pt x="1151720" y="0"/>
                    </a:cubicBezTo>
                    <a:cubicBezTo>
                      <a:pt x="1313124" y="179746"/>
                      <a:pt x="1430179" y="370863"/>
                      <a:pt x="1469283" y="451639"/>
                    </a:cubicBezTo>
                    <a:cubicBezTo>
                      <a:pt x="1536559" y="590667"/>
                      <a:pt x="1597343" y="732519"/>
                      <a:pt x="1649506" y="877966"/>
                    </a:cubicBezTo>
                    <a:cubicBezTo>
                      <a:pt x="1680649" y="964721"/>
                      <a:pt x="1738975" y="1158626"/>
                      <a:pt x="1734720" y="1167504"/>
                    </a:cubicBezTo>
                    <a:cubicBezTo>
                      <a:pt x="1728557" y="1171465"/>
                      <a:pt x="6410" y="1171539"/>
                      <a:pt x="283" y="116732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366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6" name="자유형: 도형 15">
                <a:extLst>
                  <a:ext uri="{FF2B5EF4-FFF2-40B4-BE49-F238E27FC236}">
                    <a16:creationId xmlns:a16="http://schemas.microsoft.com/office/drawing/2014/main" id="{1E10310C-D47D-4A4D-86D5-3058798B835C}"/>
                  </a:ext>
                </a:extLst>
              </p:cNvPr>
              <p:cNvSpPr/>
              <p:nvPr/>
            </p:nvSpPr>
            <p:spPr>
              <a:xfrm>
                <a:off x="8339708" y="390184"/>
                <a:ext cx="1625541" cy="1373519"/>
              </a:xfrm>
              <a:custGeom>
                <a:avLst/>
                <a:gdLst>
                  <a:gd name="connsiteX0" fmla="*/ 159808 w 1625541"/>
                  <a:gd name="connsiteY0" fmla="*/ 1084449 h 1373519"/>
                  <a:gd name="connsiteX1" fmla="*/ 242822 w 1625541"/>
                  <a:gd name="connsiteY1" fmla="*/ 1197469 h 1373519"/>
                  <a:gd name="connsiteX2" fmla="*/ 159808 w 1625541"/>
                  <a:gd name="connsiteY2" fmla="*/ 1084449 h 1373519"/>
                  <a:gd name="connsiteX3" fmla="*/ 1457389 w 1625541"/>
                  <a:gd name="connsiteY3" fmla="*/ 985808 h 1373519"/>
                  <a:gd name="connsiteX4" fmla="*/ 1398843 w 1625541"/>
                  <a:gd name="connsiteY4" fmla="*/ 1056790 h 1373519"/>
                  <a:gd name="connsiteX5" fmla="*/ 1375659 w 1625541"/>
                  <a:gd name="connsiteY5" fmla="*/ 1140573 h 1373519"/>
                  <a:gd name="connsiteX6" fmla="*/ 1457902 w 1625541"/>
                  <a:gd name="connsiteY6" fmla="*/ 1070619 h 1373519"/>
                  <a:gd name="connsiteX7" fmla="*/ 1457205 w 1625541"/>
                  <a:gd name="connsiteY7" fmla="*/ 1067024 h 1373519"/>
                  <a:gd name="connsiteX8" fmla="*/ 1453684 w 1625541"/>
                  <a:gd name="connsiteY8" fmla="*/ 1034340 h 1373519"/>
                  <a:gd name="connsiteX9" fmla="*/ 1480499 w 1625541"/>
                  <a:gd name="connsiteY9" fmla="*/ 997767 h 1373519"/>
                  <a:gd name="connsiteX10" fmla="*/ 1502435 w 1625541"/>
                  <a:gd name="connsiteY10" fmla="*/ 992008 h 1373519"/>
                  <a:gd name="connsiteX11" fmla="*/ 1457389 w 1625541"/>
                  <a:gd name="connsiteY11" fmla="*/ 985808 h 1373519"/>
                  <a:gd name="connsiteX12" fmla="*/ 79457 w 1625541"/>
                  <a:gd name="connsiteY12" fmla="*/ 882109 h 1373519"/>
                  <a:gd name="connsiteX13" fmla="*/ 66180 w 1625541"/>
                  <a:gd name="connsiteY13" fmla="*/ 891190 h 1373519"/>
                  <a:gd name="connsiteX14" fmla="*/ 52145 w 1625541"/>
                  <a:gd name="connsiteY14" fmla="*/ 902759 h 1373519"/>
                  <a:gd name="connsiteX15" fmla="*/ 43231 w 1625541"/>
                  <a:gd name="connsiteY15" fmla="*/ 985955 h 1373519"/>
                  <a:gd name="connsiteX16" fmla="*/ 28521 w 1625541"/>
                  <a:gd name="connsiteY16" fmla="*/ 928363 h 1373519"/>
                  <a:gd name="connsiteX17" fmla="*/ 47738 w 1625541"/>
                  <a:gd name="connsiteY17" fmla="*/ 896954 h 1373519"/>
                  <a:gd name="connsiteX18" fmla="*/ 216484 w 1625541"/>
                  <a:gd name="connsiteY18" fmla="*/ 273429 h 1373519"/>
                  <a:gd name="connsiteX19" fmla="*/ 185519 w 1625541"/>
                  <a:gd name="connsiteY19" fmla="*/ 306943 h 1373519"/>
                  <a:gd name="connsiteX20" fmla="*/ 169050 w 1625541"/>
                  <a:gd name="connsiteY20" fmla="*/ 348907 h 1373519"/>
                  <a:gd name="connsiteX21" fmla="*/ 161386 w 1625541"/>
                  <a:gd name="connsiteY21" fmla="*/ 353769 h 1373519"/>
                  <a:gd name="connsiteX22" fmla="*/ 158745 w 1625541"/>
                  <a:gd name="connsiteY22" fmla="*/ 345107 h 1373519"/>
                  <a:gd name="connsiteX23" fmla="*/ 188054 w 1625541"/>
                  <a:gd name="connsiteY23" fmla="*/ 285461 h 1373519"/>
                  <a:gd name="connsiteX24" fmla="*/ 216484 w 1625541"/>
                  <a:gd name="connsiteY24" fmla="*/ 273429 h 1373519"/>
                  <a:gd name="connsiteX25" fmla="*/ 1080854 w 1625541"/>
                  <a:gd name="connsiteY25" fmla="*/ 12696 h 1373519"/>
                  <a:gd name="connsiteX26" fmla="*/ 1045294 w 1625541"/>
                  <a:gd name="connsiteY26" fmla="*/ 24425 h 1373519"/>
                  <a:gd name="connsiteX27" fmla="*/ 1080106 w 1625541"/>
                  <a:gd name="connsiteY27" fmla="*/ 62466 h 1373519"/>
                  <a:gd name="connsiteX28" fmla="*/ 1124529 w 1625541"/>
                  <a:gd name="connsiteY28" fmla="*/ 67234 h 1373519"/>
                  <a:gd name="connsiteX29" fmla="*/ 1121044 w 1625541"/>
                  <a:gd name="connsiteY29" fmla="*/ 29158 h 1373519"/>
                  <a:gd name="connsiteX30" fmla="*/ 1115175 w 1625541"/>
                  <a:gd name="connsiteY30" fmla="*/ 22811 h 1373519"/>
                  <a:gd name="connsiteX31" fmla="*/ 1115285 w 1625541"/>
                  <a:gd name="connsiteY31" fmla="*/ 22848 h 1373519"/>
                  <a:gd name="connsiteX32" fmla="*/ 1114955 w 1625541"/>
                  <a:gd name="connsiteY32" fmla="*/ 22555 h 1373519"/>
                  <a:gd name="connsiteX33" fmla="*/ 1115175 w 1625541"/>
                  <a:gd name="connsiteY33" fmla="*/ 22811 h 1373519"/>
                  <a:gd name="connsiteX34" fmla="*/ 1080854 w 1625541"/>
                  <a:gd name="connsiteY34" fmla="*/ 12696 h 1373519"/>
                  <a:gd name="connsiteX35" fmla="*/ 1076438 w 1625541"/>
                  <a:gd name="connsiteY35" fmla="*/ 518 h 1373519"/>
                  <a:gd name="connsiteX36" fmla="*/ 1114991 w 1625541"/>
                  <a:gd name="connsiteY36" fmla="*/ 22518 h 1373519"/>
                  <a:gd name="connsiteX37" fmla="*/ 1226434 w 1625541"/>
                  <a:gd name="connsiteY37" fmla="*/ 47205 h 1373519"/>
                  <a:gd name="connsiteX38" fmla="*/ 1293197 w 1625541"/>
                  <a:gd name="connsiteY38" fmla="*/ 100102 h 1373519"/>
                  <a:gd name="connsiteX39" fmla="*/ 1325661 w 1625541"/>
                  <a:gd name="connsiteY39" fmla="*/ 185316 h 1373519"/>
                  <a:gd name="connsiteX40" fmla="*/ 1405849 w 1625541"/>
                  <a:gd name="connsiteY40" fmla="*/ 235572 h 1373519"/>
                  <a:gd name="connsiteX41" fmla="*/ 1490403 w 1625541"/>
                  <a:gd name="connsiteY41" fmla="*/ 257361 h 1373519"/>
                  <a:gd name="connsiteX42" fmla="*/ 1511496 w 1625541"/>
                  <a:gd name="connsiteY42" fmla="*/ 313009 h 1373519"/>
                  <a:gd name="connsiteX43" fmla="*/ 1511679 w 1625541"/>
                  <a:gd name="connsiteY43" fmla="*/ 369427 h 1373519"/>
                  <a:gd name="connsiteX44" fmla="*/ 1498400 w 1625541"/>
                  <a:gd name="connsiteY44" fmla="*/ 370821 h 1373519"/>
                  <a:gd name="connsiteX45" fmla="*/ 1477711 w 1625541"/>
                  <a:gd name="connsiteY45" fmla="*/ 394078 h 1373519"/>
                  <a:gd name="connsiteX46" fmla="*/ 1487982 w 1625541"/>
                  <a:gd name="connsiteY46" fmla="*/ 412566 h 1373519"/>
                  <a:gd name="connsiteX47" fmla="*/ 1564832 w 1625541"/>
                  <a:gd name="connsiteY47" fmla="*/ 495433 h 1373519"/>
                  <a:gd name="connsiteX48" fmla="*/ 1516815 w 1625541"/>
                  <a:gd name="connsiteY48" fmla="*/ 376837 h 1373519"/>
                  <a:gd name="connsiteX49" fmla="*/ 1569455 w 1625541"/>
                  <a:gd name="connsiteY49" fmla="*/ 509812 h 1373519"/>
                  <a:gd name="connsiteX50" fmla="*/ 1558853 w 1625541"/>
                  <a:gd name="connsiteY50" fmla="*/ 571733 h 1373519"/>
                  <a:gd name="connsiteX51" fmla="*/ 1552104 w 1625541"/>
                  <a:gd name="connsiteY51" fmla="*/ 584755 h 1373519"/>
                  <a:gd name="connsiteX52" fmla="*/ 1544951 w 1625541"/>
                  <a:gd name="connsiteY52" fmla="*/ 612231 h 1373519"/>
                  <a:gd name="connsiteX53" fmla="*/ 1567950 w 1625541"/>
                  <a:gd name="connsiteY53" fmla="*/ 635928 h 1373519"/>
                  <a:gd name="connsiteX54" fmla="*/ 1590621 w 1625541"/>
                  <a:gd name="connsiteY54" fmla="*/ 661973 h 1373519"/>
                  <a:gd name="connsiteX55" fmla="*/ 1572463 w 1625541"/>
                  <a:gd name="connsiteY55" fmla="*/ 595650 h 1373519"/>
                  <a:gd name="connsiteX56" fmla="*/ 1596233 w 1625541"/>
                  <a:gd name="connsiteY56" fmla="*/ 652655 h 1373519"/>
                  <a:gd name="connsiteX57" fmla="*/ 1602653 w 1625541"/>
                  <a:gd name="connsiteY57" fmla="*/ 681304 h 1373519"/>
                  <a:gd name="connsiteX58" fmla="*/ 1591244 w 1625541"/>
                  <a:gd name="connsiteY58" fmla="*/ 824404 h 1373519"/>
                  <a:gd name="connsiteX59" fmla="*/ 1586989 w 1625541"/>
                  <a:gd name="connsiteY59" fmla="*/ 840728 h 1373519"/>
                  <a:gd name="connsiteX60" fmla="*/ 1592015 w 1625541"/>
                  <a:gd name="connsiteY60" fmla="*/ 920953 h 1373519"/>
                  <a:gd name="connsiteX61" fmla="*/ 1536550 w 1625541"/>
                  <a:gd name="connsiteY61" fmla="*/ 987312 h 1373519"/>
                  <a:gd name="connsiteX62" fmla="*/ 1486882 w 1625541"/>
                  <a:gd name="connsiteY62" fmla="*/ 1005507 h 1373519"/>
                  <a:gd name="connsiteX63" fmla="*/ 1473052 w 1625541"/>
                  <a:gd name="connsiteY63" fmla="*/ 1031222 h 1373519"/>
                  <a:gd name="connsiteX64" fmla="*/ 1471768 w 1625541"/>
                  <a:gd name="connsiteY64" fmla="*/ 1118893 h 1373519"/>
                  <a:gd name="connsiteX65" fmla="*/ 1424227 w 1625541"/>
                  <a:gd name="connsiteY65" fmla="*/ 1159465 h 1373519"/>
                  <a:gd name="connsiteX66" fmla="*/ 1367773 w 1625541"/>
                  <a:gd name="connsiteY66" fmla="*/ 1143398 h 1373519"/>
                  <a:gd name="connsiteX67" fmla="*/ 1362014 w 1625541"/>
                  <a:gd name="connsiteY67" fmla="*/ 1141417 h 1373519"/>
                  <a:gd name="connsiteX68" fmla="*/ 1313482 w 1625541"/>
                  <a:gd name="connsiteY68" fmla="*/ 1154843 h 1373519"/>
                  <a:gd name="connsiteX69" fmla="*/ 1240007 w 1625541"/>
                  <a:gd name="connsiteY69" fmla="*/ 1211077 h 1373519"/>
                  <a:gd name="connsiteX70" fmla="*/ 1159231 w 1625541"/>
                  <a:gd name="connsiteY70" fmla="*/ 1302014 h 1373519"/>
                  <a:gd name="connsiteX71" fmla="*/ 1151381 w 1625541"/>
                  <a:gd name="connsiteY71" fmla="*/ 1313496 h 1373519"/>
                  <a:gd name="connsiteX72" fmla="*/ 1075484 w 1625541"/>
                  <a:gd name="connsiteY72" fmla="*/ 1334992 h 1373519"/>
                  <a:gd name="connsiteX73" fmla="*/ 1057986 w 1625541"/>
                  <a:gd name="connsiteY73" fmla="*/ 1318485 h 1373519"/>
                  <a:gd name="connsiteX74" fmla="*/ 863971 w 1625541"/>
                  <a:gd name="connsiteY74" fmla="*/ 1357662 h 1373519"/>
                  <a:gd name="connsiteX75" fmla="*/ 832240 w 1625541"/>
                  <a:gd name="connsiteY75" fmla="*/ 1356635 h 1373519"/>
                  <a:gd name="connsiteX76" fmla="*/ 825051 w 1625541"/>
                  <a:gd name="connsiteY76" fmla="*/ 1363054 h 1373519"/>
                  <a:gd name="connsiteX77" fmla="*/ 748347 w 1625541"/>
                  <a:gd name="connsiteY77" fmla="*/ 1368740 h 1373519"/>
                  <a:gd name="connsiteX78" fmla="*/ 554662 w 1625541"/>
                  <a:gd name="connsiteY78" fmla="*/ 1310855 h 1373519"/>
                  <a:gd name="connsiteX79" fmla="*/ 504113 w 1625541"/>
                  <a:gd name="connsiteY79" fmla="*/ 1251428 h 1373519"/>
                  <a:gd name="connsiteX80" fmla="*/ 477444 w 1625541"/>
                  <a:gd name="connsiteY80" fmla="*/ 1241047 h 1373519"/>
                  <a:gd name="connsiteX81" fmla="*/ 399016 w 1625541"/>
                  <a:gd name="connsiteY81" fmla="*/ 1257738 h 1373519"/>
                  <a:gd name="connsiteX82" fmla="*/ 300377 w 1625541"/>
                  <a:gd name="connsiteY82" fmla="*/ 1210784 h 1373519"/>
                  <a:gd name="connsiteX83" fmla="*/ 268096 w 1625541"/>
                  <a:gd name="connsiteY83" fmla="*/ 1180117 h 1373519"/>
                  <a:gd name="connsiteX84" fmla="*/ 214759 w 1625541"/>
                  <a:gd name="connsiteY84" fmla="*/ 1133750 h 1373519"/>
                  <a:gd name="connsiteX85" fmla="*/ 197371 w 1625541"/>
                  <a:gd name="connsiteY85" fmla="*/ 1085659 h 1373519"/>
                  <a:gd name="connsiteX86" fmla="*/ 125473 w 1625541"/>
                  <a:gd name="connsiteY86" fmla="*/ 1036651 h 1373519"/>
                  <a:gd name="connsiteX87" fmla="*/ 55922 w 1625541"/>
                  <a:gd name="connsiteY87" fmla="*/ 1000115 h 1373519"/>
                  <a:gd name="connsiteX88" fmla="*/ 106104 w 1625541"/>
                  <a:gd name="connsiteY88" fmla="*/ 1018456 h 1373519"/>
                  <a:gd name="connsiteX89" fmla="*/ 159551 w 1625541"/>
                  <a:gd name="connsiteY89" fmla="*/ 1004406 h 1373519"/>
                  <a:gd name="connsiteX90" fmla="*/ 167071 w 1625541"/>
                  <a:gd name="connsiteY90" fmla="*/ 992595 h 1373519"/>
                  <a:gd name="connsiteX91" fmla="*/ 155333 w 1625541"/>
                  <a:gd name="connsiteY91" fmla="*/ 985662 h 1373519"/>
                  <a:gd name="connsiteX92" fmla="*/ 124556 w 1625541"/>
                  <a:gd name="connsiteY92" fmla="*/ 981296 h 1373519"/>
                  <a:gd name="connsiteX93" fmla="*/ 78372 w 1625541"/>
                  <a:gd name="connsiteY93" fmla="*/ 911709 h 1373519"/>
                  <a:gd name="connsiteX94" fmla="*/ 83604 w 1625541"/>
                  <a:gd name="connsiteY94" fmla="*/ 896738 h 1373519"/>
                  <a:gd name="connsiteX95" fmla="*/ 81210 w 1625541"/>
                  <a:gd name="connsiteY95" fmla="*/ 881289 h 1373519"/>
                  <a:gd name="connsiteX96" fmla="*/ 79457 w 1625541"/>
                  <a:gd name="connsiteY96" fmla="*/ 882109 h 1373519"/>
                  <a:gd name="connsiteX97" fmla="*/ 81124 w 1625541"/>
                  <a:gd name="connsiteY97" fmla="*/ 880969 h 1373519"/>
                  <a:gd name="connsiteX98" fmla="*/ 81168 w 1625541"/>
                  <a:gd name="connsiteY98" fmla="*/ 881020 h 1373519"/>
                  <a:gd name="connsiteX99" fmla="*/ 81160 w 1625541"/>
                  <a:gd name="connsiteY99" fmla="*/ 880969 h 1373519"/>
                  <a:gd name="connsiteX100" fmla="*/ 81417 w 1625541"/>
                  <a:gd name="connsiteY100" fmla="*/ 881262 h 1373519"/>
                  <a:gd name="connsiteX101" fmla="*/ 98254 w 1625541"/>
                  <a:gd name="connsiteY101" fmla="*/ 849825 h 1373519"/>
                  <a:gd name="connsiteX102" fmla="*/ 88240 w 1625541"/>
                  <a:gd name="connsiteY102" fmla="*/ 837060 h 1373519"/>
                  <a:gd name="connsiteX103" fmla="*/ 38792 w 1625541"/>
                  <a:gd name="connsiteY103" fmla="*/ 779761 h 1373519"/>
                  <a:gd name="connsiteX104" fmla="*/ 46128 w 1625541"/>
                  <a:gd name="connsiteY104" fmla="*/ 698325 h 1373519"/>
                  <a:gd name="connsiteX105" fmla="*/ 41579 w 1625541"/>
                  <a:gd name="connsiteY105" fmla="*/ 662303 h 1373519"/>
                  <a:gd name="connsiteX106" fmla="*/ 2585 w 1625541"/>
                  <a:gd name="connsiteY106" fmla="*/ 594843 h 1373519"/>
                  <a:gd name="connsiteX107" fmla="*/ 6767 w 1625541"/>
                  <a:gd name="connsiteY107" fmla="*/ 551264 h 1373519"/>
                  <a:gd name="connsiteX108" fmla="*/ 58160 w 1625541"/>
                  <a:gd name="connsiteY108" fmla="*/ 669382 h 1373519"/>
                  <a:gd name="connsiteX109" fmla="*/ 64543 w 1625541"/>
                  <a:gd name="connsiteY109" fmla="*/ 644585 h 1373519"/>
                  <a:gd name="connsiteX110" fmla="*/ 68651 w 1625541"/>
                  <a:gd name="connsiteY110" fmla="*/ 544808 h 1373519"/>
                  <a:gd name="connsiteX111" fmla="*/ 57463 w 1625541"/>
                  <a:gd name="connsiteY111" fmla="*/ 523055 h 1373519"/>
                  <a:gd name="connsiteX112" fmla="*/ 105114 w 1625541"/>
                  <a:gd name="connsiteY112" fmla="*/ 509299 h 1373519"/>
                  <a:gd name="connsiteX113" fmla="*/ 164943 w 1625541"/>
                  <a:gd name="connsiteY113" fmla="*/ 421407 h 1373519"/>
                  <a:gd name="connsiteX114" fmla="*/ 169236 w 1625541"/>
                  <a:gd name="connsiteY114" fmla="*/ 348775 h 1373519"/>
                  <a:gd name="connsiteX115" fmla="*/ 169185 w 1625541"/>
                  <a:gd name="connsiteY115" fmla="*/ 348833 h 1373519"/>
                  <a:gd name="connsiteX116" fmla="*/ 168943 w 1625541"/>
                  <a:gd name="connsiteY116" fmla="*/ 349179 h 1373519"/>
                  <a:gd name="connsiteX117" fmla="*/ 168996 w 1625541"/>
                  <a:gd name="connsiteY117" fmla="*/ 349045 h 1373519"/>
                  <a:gd name="connsiteX118" fmla="*/ 168942 w 1625541"/>
                  <a:gd name="connsiteY118" fmla="*/ 349105 h 1373519"/>
                  <a:gd name="connsiteX119" fmla="*/ 169011 w 1625541"/>
                  <a:gd name="connsiteY119" fmla="*/ 349005 h 1373519"/>
                  <a:gd name="connsiteX120" fmla="*/ 169050 w 1625541"/>
                  <a:gd name="connsiteY120" fmla="*/ 348907 h 1373519"/>
                  <a:gd name="connsiteX121" fmla="*/ 169103 w 1625541"/>
                  <a:gd name="connsiteY121" fmla="*/ 348873 h 1373519"/>
                  <a:gd name="connsiteX122" fmla="*/ 194890 w 1625541"/>
                  <a:gd name="connsiteY122" fmla="*/ 311725 h 1373519"/>
                  <a:gd name="connsiteX123" fmla="*/ 229946 w 1625541"/>
                  <a:gd name="connsiteY123" fmla="*/ 282599 h 1373519"/>
                  <a:gd name="connsiteX124" fmla="*/ 233137 w 1625541"/>
                  <a:gd name="connsiteY124" fmla="*/ 270053 h 1373519"/>
                  <a:gd name="connsiteX125" fmla="*/ 240914 w 1625541"/>
                  <a:gd name="connsiteY125" fmla="*/ 265505 h 1373519"/>
                  <a:gd name="connsiteX126" fmla="*/ 297075 w 1625541"/>
                  <a:gd name="connsiteY126" fmla="*/ 257398 h 1373519"/>
                  <a:gd name="connsiteX127" fmla="*/ 353310 w 1625541"/>
                  <a:gd name="connsiteY127" fmla="*/ 151091 h 1373519"/>
                  <a:gd name="connsiteX128" fmla="*/ 349531 w 1625541"/>
                  <a:gd name="connsiteY128" fmla="*/ 145552 h 1373519"/>
                  <a:gd name="connsiteX129" fmla="*/ 341425 w 1625541"/>
                  <a:gd name="connsiteY129" fmla="*/ 151385 h 1373519"/>
                  <a:gd name="connsiteX130" fmla="*/ 316223 w 1625541"/>
                  <a:gd name="connsiteY130" fmla="*/ 206225 h 1373519"/>
                  <a:gd name="connsiteX131" fmla="*/ 302247 w 1625541"/>
                  <a:gd name="connsiteY131" fmla="*/ 232527 h 1373519"/>
                  <a:gd name="connsiteX132" fmla="*/ 365415 w 1625541"/>
                  <a:gd name="connsiteY132" fmla="*/ 114849 h 1373519"/>
                  <a:gd name="connsiteX133" fmla="*/ 441458 w 1625541"/>
                  <a:gd name="connsiteY133" fmla="*/ 108869 h 1373519"/>
                  <a:gd name="connsiteX134" fmla="*/ 518566 w 1625541"/>
                  <a:gd name="connsiteY134" fmla="*/ 129008 h 1373519"/>
                  <a:gd name="connsiteX135" fmla="*/ 640610 w 1625541"/>
                  <a:gd name="connsiteY135" fmla="*/ 50177 h 1373519"/>
                  <a:gd name="connsiteX136" fmla="*/ 519996 w 1625541"/>
                  <a:gd name="connsiteY136" fmla="*/ 109493 h 1373519"/>
                  <a:gd name="connsiteX137" fmla="*/ 525242 w 1625541"/>
                  <a:gd name="connsiteY137" fmla="*/ 99002 h 1373519"/>
                  <a:gd name="connsiteX138" fmla="*/ 600479 w 1625541"/>
                  <a:gd name="connsiteY138" fmla="*/ 51351 h 1373519"/>
                  <a:gd name="connsiteX139" fmla="*/ 705721 w 1625541"/>
                  <a:gd name="connsiteY139" fmla="*/ 72847 h 1373519"/>
                  <a:gd name="connsiteX140" fmla="*/ 796585 w 1625541"/>
                  <a:gd name="connsiteY140" fmla="*/ 59934 h 1373519"/>
                  <a:gd name="connsiteX141" fmla="*/ 909935 w 1625541"/>
                  <a:gd name="connsiteY141" fmla="*/ 16759 h 1373519"/>
                  <a:gd name="connsiteX142" fmla="*/ 979412 w 1625541"/>
                  <a:gd name="connsiteY142" fmla="*/ 49296 h 1373519"/>
                  <a:gd name="connsiteX143" fmla="*/ 999734 w 1625541"/>
                  <a:gd name="connsiteY143" fmla="*/ 47976 h 1373519"/>
                  <a:gd name="connsiteX144" fmla="*/ 1043056 w 1625541"/>
                  <a:gd name="connsiteY144" fmla="*/ 12027 h 1373519"/>
                  <a:gd name="connsiteX145" fmla="*/ 1076438 w 1625541"/>
                  <a:gd name="connsiteY145" fmla="*/ 518 h 13735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</a:cxnLst>
                <a:rect l="l" t="t" r="r" b="b"/>
                <a:pathLst>
                  <a:path w="1625541" h="1373519">
                    <a:moveTo>
                      <a:pt x="159808" y="1084449"/>
                    </a:moveTo>
                    <a:cubicBezTo>
                      <a:pt x="171547" y="1136135"/>
                      <a:pt x="195684" y="1174615"/>
                      <a:pt x="242822" y="1197469"/>
                    </a:cubicBezTo>
                    <a:cubicBezTo>
                      <a:pt x="185156" y="1193030"/>
                      <a:pt x="146456" y="1141417"/>
                      <a:pt x="159808" y="1084449"/>
                    </a:cubicBezTo>
                    <a:close/>
                    <a:moveTo>
                      <a:pt x="1457389" y="985808"/>
                    </a:moveTo>
                    <a:cubicBezTo>
                      <a:pt x="1409077" y="985221"/>
                      <a:pt x="1388278" y="1009542"/>
                      <a:pt x="1398843" y="1056790"/>
                    </a:cubicBezTo>
                    <a:cubicBezTo>
                      <a:pt x="1406033" y="1088850"/>
                      <a:pt x="1399686" y="1115629"/>
                      <a:pt x="1375659" y="1140573"/>
                    </a:cubicBezTo>
                    <a:cubicBezTo>
                      <a:pt x="1445687" y="1153632"/>
                      <a:pt x="1464579" y="1146589"/>
                      <a:pt x="1457902" y="1070619"/>
                    </a:cubicBezTo>
                    <a:cubicBezTo>
                      <a:pt x="1457792" y="1069408"/>
                      <a:pt x="1457352" y="1068235"/>
                      <a:pt x="1457205" y="1067024"/>
                    </a:cubicBezTo>
                    <a:cubicBezTo>
                      <a:pt x="1455958" y="1056129"/>
                      <a:pt x="1454051" y="1045271"/>
                      <a:pt x="1453684" y="1034340"/>
                    </a:cubicBezTo>
                    <a:cubicBezTo>
                      <a:pt x="1453023" y="1015448"/>
                      <a:pt x="1462451" y="1003233"/>
                      <a:pt x="1480499" y="997767"/>
                    </a:cubicBezTo>
                    <a:cubicBezTo>
                      <a:pt x="1486771" y="995896"/>
                      <a:pt x="1493191" y="994429"/>
                      <a:pt x="1502435" y="992008"/>
                    </a:cubicBezTo>
                    <a:cubicBezTo>
                      <a:pt x="1486148" y="985368"/>
                      <a:pt x="1471512" y="985992"/>
                      <a:pt x="1457389" y="985808"/>
                    </a:cubicBezTo>
                    <a:close/>
                    <a:moveTo>
                      <a:pt x="79457" y="882109"/>
                    </a:moveTo>
                    <a:lnTo>
                      <a:pt x="66180" y="891190"/>
                    </a:lnTo>
                    <a:cubicBezTo>
                      <a:pt x="61105" y="894468"/>
                      <a:pt x="56180" y="897972"/>
                      <a:pt x="52145" y="902759"/>
                    </a:cubicBezTo>
                    <a:cubicBezTo>
                      <a:pt x="30539" y="928437"/>
                      <a:pt x="27934" y="956022"/>
                      <a:pt x="43231" y="985955"/>
                    </a:cubicBezTo>
                    <a:cubicBezTo>
                      <a:pt x="26650" y="969448"/>
                      <a:pt x="21258" y="949969"/>
                      <a:pt x="28521" y="928363"/>
                    </a:cubicBezTo>
                    <a:cubicBezTo>
                      <a:pt x="32795" y="915726"/>
                      <a:pt x="39068" y="905033"/>
                      <a:pt x="47738" y="896954"/>
                    </a:cubicBezTo>
                    <a:close/>
                    <a:moveTo>
                      <a:pt x="216484" y="273429"/>
                    </a:moveTo>
                    <a:cubicBezTo>
                      <a:pt x="204214" y="283461"/>
                      <a:pt x="193667" y="294475"/>
                      <a:pt x="185519" y="306943"/>
                    </a:cubicBezTo>
                    <a:lnTo>
                      <a:pt x="169050" y="348907"/>
                    </a:lnTo>
                    <a:lnTo>
                      <a:pt x="161386" y="353769"/>
                    </a:lnTo>
                    <a:cubicBezTo>
                      <a:pt x="159653" y="352975"/>
                      <a:pt x="158782" y="349912"/>
                      <a:pt x="158745" y="345107"/>
                    </a:cubicBezTo>
                    <a:cubicBezTo>
                      <a:pt x="158598" y="320456"/>
                      <a:pt x="167769" y="300134"/>
                      <a:pt x="188054" y="285461"/>
                    </a:cubicBezTo>
                    <a:cubicBezTo>
                      <a:pt x="196418" y="279408"/>
                      <a:pt x="205846" y="275483"/>
                      <a:pt x="216484" y="273429"/>
                    </a:cubicBezTo>
                    <a:close/>
                    <a:moveTo>
                      <a:pt x="1080854" y="12696"/>
                    </a:moveTo>
                    <a:cubicBezTo>
                      <a:pt x="1069285" y="12256"/>
                      <a:pt x="1057510" y="15457"/>
                      <a:pt x="1045294" y="24425"/>
                    </a:cubicBezTo>
                    <a:cubicBezTo>
                      <a:pt x="1065726" y="30221"/>
                      <a:pt x="1070165" y="48599"/>
                      <a:pt x="1080106" y="62466"/>
                    </a:cubicBezTo>
                    <a:cubicBezTo>
                      <a:pt x="1091074" y="77799"/>
                      <a:pt x="1109893" y="79560"/>
                      <a:pt x="1124529" y="67234"/>
                    </a:cubicBezTo>
                    <a:cubicBezTo>
                      <a:pt x="1137955" y="55936"/>
                      <a:pt x="1136928" y="44711"/>
                      <a:pt x="1121044" y="29158"/>
                    </a:cubicBezTo>
                    <a:cubicBezTo>
                      <a:pt x="1118990" y="27140"/>
                      <a:pt x="1117119" y="24939"/>
                      <a:pt x="1115175" y="22811"/>
                    </a:cubicBezTo>
                    <a:cubicBezTo>
                      <a:pt x="1115212" y="22848"/>
                      <a:pt x="1115248" y="22848"/>
                      <a:pt x="1115285" y="22848"/>
                    </a:cubicBezTo>
                    <a:cubicBezTo>
                      <a:pt x="1115285" y="22848"/>
                      <a:pt x="1114955" y="22555"/>
                      <a:pt x="1114955" y="22555"/>
                    </a:cubicBezTo>
                    <a:cubicBezTo>
                      <a:pt x="1115028" y="22665"/>
                      <a:pt x="1115101" y="22738"/>
                      <a:pt x="1115175" y="22811"/>
                    </a:cubicBezTo>
                    <a:cubicBezTo>
                      <a:pt x="1103785" y="17217"/>
                      <a:pt x="1092422" y="13136"/>
                      <a:pt x="1080854" y="12696"/>
                    </a:cubicBezTo>
                    <a:close/>
                    <a:moveTo>
                      <a:pt x="1076438" y="518"/>
                    </a:moveTo>
                    <a:cubicBezTo>
                      <a:pt x="1088800" y="2489"/>
                      <a:pt x="1102024" y="10046"/>
                      <a:pt x="1114991" y="22518"/>
                    </a:cubicBezTo>
                    <a:cubicBezTo>
                      <a:pt x="1149033" y="44821"/>
                      <a:pt x="1185569" y="51901"/>
                      <a:pt x="1226434" y="47205"/>
                    </a:cubicBezTo>
                    <a:cubicBezTo>
                      <a:pt x="1255266" y="43867"/>
                      <a:pt x="1286080" y="71306"/>
                      <a:pt x="1293197" y="100102"/>
                    </a:cubicBezTo>
                    <a:cubicBezTo>
                      <a:pt x="1300570" y="129852"/>
                      <a:pt x="1309557" y="158941"/>
                      <a:pt x="1325661" y="185316"/>
                    </a:cubicBezTo>
                    <a:cubicBezTo>
                      <a:pt x="1344002" y="215359"/>
                      <a:pt x="1369423" y="233334"/>
                      <a:pt x="1405849" y="235572"/>
                    </a:cubicBezTo>
                    <a:cubicBezTo>
                      <a:pt x="1435159" y="237406"/>
                      <a:pt x="1464065" y="243348"/>
                      <a:pt x="1490403" y="257361"/>
                    </a:cubicBezTo>
                    <a:cubicBezTo>
                      <a:pt x="1516008" y="270971"/>
                      <a:pt x="1521730" y="285754"/>
                      <a:pt x="1511496" y="313009"/>
                    </a:cubicBezTo>
                    <a:cubicBezTo>
                      <a:pt x="1504489" y="331681"/>
                      <a:pt x="1505773" y="349985"/>
                      <a:pt x="1511679" y="369427"/>
                    </a:cubicBezTo>
                    <a:cubicBezTo>
                      <a:pt x="1506654" y="369941"/>
                      <a:pt x="1502472" y="370087"/>
                      <a:pt x="1498400" y="370821"/>
                    </a:cubicBezTo>
                    <a:cubicBezTo>
                      <a:pt x="1485451" y="373132"/>
                      <a:pt x="1481966" y="383770"/>
                      <a:pt x="1477711" y="394078"/>
                    </a:cubicBezTo>
                    <a:cubicBezTo>
                      <a:pt x="1473236" y="405009"/>
                      <a:pt x="1482186" y="407907"/>
                      <a:pt x="1487982" y="412566"/>
                    </a:cubicBezTo>
                    <a:cubicBezTo>
                      <a:pt x="1516962" y="435823"/>
                      <a:pt x="1544657" y="460290"/>
                      <a:pt x="1564832" y="495433"/>
                    </a:cubicBezTo>
                    <a:cubicBezTo>
                      <a:pt x="1573526" y="443893"/>
                      <a:pt x="1547592" y="409411"/>
                      <a:pt x="1516815" y="376837"/>
                    </a:cubicBezTo>
                    <a:cubicBezTo>
                      <a:pt x="1568574" y="394445"/>
                      <a:pt x="1590180" y="459740"/>
                      <a:pt x="1569455" y="509812"/>
                    </a:cubicBezTo>
                    <a:cubicBezTo>
                      <a:pt x="1562228" y="527200"/>
                      <a:pt x="1552654" y="549540"/>
                      <a:pt x="1558853" y="571733"/>
                    </a:cubicBezTo>
                    <a:cubicBezTo>
                      <a:pt x="1560614" y="578079"/>
                      <a:pt x="1563805" y="582811"/>
                      <a:pt x="1552104" y="584755"/>
                    </a:cubicBezTo>
                    <a:cubicBezTo>
                      <a:pt x="1535707" y="587470"/>
                      <a:pt x="1533285" y="600199"/>
                      <a:pt x="1544951" y="612231"/>
                    </a:cubicBezTo>
                    <a:cubicBezTo>
                      <a:pt x="1552617" y="620154"/>
                      <a:pt x="1560504" y="627858"/>
                      <a:pt x="1567950" y="635928"/>
                    </a:cubicBezTo>
                    <a:cubicBezTo>
                      <a:pt x="1574884" y="643411"/>
                      <a:pt x="1581376" y="651298"/>
                      <a:pt x="1590621" y="661973"/>
                    </a:cubicBezTo>
                    <a:cubicBezTo>
                      <a:pt x="1592161" y="635854"/>
                      <a:pt x="1584605" y="616119"/>
                      <a:pt x="1572463" y="595650"/>
                    </a:cubicBezTo>
                    <a:cubicBezTo>
                      <a:pt x="1592345" y="607609"/>
                      <a:pt x="1600488" y="626390"/>
                      <a:pt x="1596233" y="652655"/>
                    </a:cubicBezTo>
                    <a:cubicBezTo>
                      <a:pt x="1594436" y="663843"/>
                      <a:pt x="1596820" y="672024"/>
                      <a:pt x="1602653" y="681304"/>
                    </a:cubicBezTo>
                    <a:cubicBezTo>
                      <a:pt x="1634090" y="731486"/>
                      <a:pt x="1635741" y="780165"/>
                      <a:pt x="1591244" y="824404"/>
                    </a:cubicBezTo>
                    <a:cubicBezTo>
                      <a:pt x="1586219" y="829393"/>
                      <a:pt x="1585742" y="834125"/>
                      <a:pt x="1586989" y="840728"/>
                    </a:cubicBezTo>
                    <a:cubicBezTo>
                      <a:pt x="1592381" y="867213"/>
                      <a:pt x="1594472" y="893991"/>
                      <a:pt x="1592015" y="920953"/>
                    </a:cubicBezTo>
                    <a:cubicBezTo>
                      <a:pt x="1588640" y="957783"/>
                      <a:pt x="1571986" y="976968"/>
                      <a:pt x="1536550" y="987312"/>
                    </a:cubicBezTo>
                    <a:cubicBezTo>
                      <a:pt x="1519639" y="992228"/>
                      <a:pt x="1503206" y="998831"/>
                      <a:pt x="1486882" y="1005507"/>
                    </a:cubicBezTo>
                    <a:cubicBezTo>
                      <a:pt x="1475767" y="1010056"/>
                      <a:pt x="1471218" y="1017062"/>
                      <a:pt x="1473052" y="1031222"/>
                    </a:cubicBezTo>
                    <a:cubicBezTo>
                      <a:pt x="1476867" y="1060238"/>
                      <a:pt x="1472062" y="1089621"/>
                      <a:pt x="1471768" y="1118893"/>
                    </a:cubicBezTo>
                    <a:cubicBezTo>
                      <a:pt x="1471548" y="1140903"/>
                      <a:pt x="1447888" y="1158804"/>
                      <a:pt x="1424227" y="1159465"/>
                    </a:cubicBezTo>
                    <a:cubicBezTo>
                      <a:pt x="1404015" y="1160015"/>
                      <a:pt x="1384243" y="1156934"/>
                      <a:pt x="1367773" y="1143398"/>
                    </a:cubicBezTo>
                    <a:cubicBezTo>
                      <a:pt x="1366012" y="1141930"/>
                      <a:pt x="1363921" y="1139106"/>
                      <a:pt x="1362014" y="1141417"/>
                    </a:cubicBezTo>
                    <a:cubicBezTo>
                      <a:pt x="1348991" y="1157374"/>
                      <a:pt x="1329769" y="1151981"/>
                      <a:pt x="1313482" y="1154843"/>
                    </a:cubicBezTo>
                    <a:cubicBezTo>
                      <a:pt x="1278560" y="1161005"/>
                      <a:pt x="1254203" y="1178906"/>
                      <a:pt x="1240007" y="1211077"/>
                    </a:cubicBezTo>
                    <a:cubicBezTo>
                      <a:pt x="1222729" y="1249961"/>
                      <a:pt x="1196611" y="1280995"/>
                      <a:pt x="1159231" y="1302014"/>
                    </a:cubicBezTo>
                    <a:cubicBezTo>
                      <a:pt x="1158717" y="1307260"/>
                      <a:pt x="1156003" y="1311258"/>
                      <a:pt x="1151381" y="1313496"/>
                    </a:cubicBezTo>
                    <a:cubicBezTo>
                      <a:pt x="1127354" y="1325124"/>
                      <a:pt x="1103106" y="1336019"/>
                      <a:pt x="1075484" y="1334992"/>
                    </a:cubicBezTo>
                    <a:cubicBezTo>
                      <a:pt x="1065616" y="1332718"/>
                      <a:pt x="1060517" y="1326665"/>
                      <a:pt x="1057986" y="1318485"/>
                    </a:cubicBezTo>
                    <a:cubicBezTo>
                      <a:pt x="997900" y="1343759"/>
                      <a:pt x="932458" y="1357662"/>
                      <a:pt x="863971" y="1357662"/>
                    </a:cubicBezTo>
                    <a:cubicBezTo>
                      <a:pt x="853333" y="1357662"/>
                      <a:pt x="842732" y="1357295"/>
                      <a:pt x="832240" y="1356635"/>
                    </a:cubicBezTo>
                    <a:cubicBezTo>
                      <a:pt x="830479" y="1359092"/>
                      <a:pt x="828205" y="1361293"/>
                      <a:pt x="825051" y="1363054"/>
                    </a:cubicBezTo>
                    <a:cubicBezTo>
                      <a:pt x="799923" y="1371088"/>
                      <a:pt x="774795" y="1378791"/>
                      <a:pt x="748347" y="1368740"/>
                    </a:cubicBezTo>
                    <a:cubicBezTo>
                      <a:pt x="678173" y="1368263"/>
                      <a:pt x="611190" y="1357478"/>
                      <a:pt x="554662" y="1310855"/>
                    </a:cubicBezTo>
                    <a:cubicBezTo>
                      <a:pt x="534156" y="1293944"/>
                      <a:pt x="516952" y="1274465"/>
                      <a:pt x="504113" y="1251428"/>
                    </a:cubicBezTo>
                    <a:cubicBezTo>
                      <a:pt x="497620" y="1239763"/>
                      <a:pt x="489953" y="1236352"/>
                      <a:pt x="477444" y="1241047"/>
                    </a:cubicBezTo>
                    <a:cubicBezTo>
                      <a:pt x="452206" y="1250475"/>
                      <a:pt x="425611" y="1254913"/>
                      <a:pt x="399016" y="1257738"/>
                    </a:cubicBezTo>
                    <a:cubicBezTo>
                      <a:pt x="356134" y="1262250"/>
                      <a:pt x="314059" y="1251355"/>
                      <a:pt x="300377" y="1210784"/>
                    </a:cubicBezTo>
                    <a:cubicBezTo>
                      <a:pt x="300120" y="1189398"/>
                      <a:pt x="289702" y="1182171"/>
                      <a:pt x="268096" y="1180117"/>
                    </a:cubicBezTo>
                    <a:cubicBezTo>
                      <a:pt x="241500" y="1177623"/>
                      <a:pt x="222829" y="1160785"/>
                      <a:pt x="214759" y="1133750"/>
                    </a:cubicBezTo>
                    <a:cubicBezTo>
                      <a:pt x="209880" y="1117389"/>
                      <a:pt x="205258" y="1100589"/>
                      <a:pt x="197371" y="1085659"/>
                    </a:cubicBezTo>
                    <a:cubicBezTo>
                      <a:pt x="182368" y="1057230"/>
                      <a:pt x="161385" y="1036761"/>
                      <a:pt x="125473" y="1036651"/>
                    </a:cubicBezTo>
                    <a:cubicBezTo>
                      <a:pt x="96970" y="1036541"/>
                      <a:pt x="75658" y="1019190"/>
                      <a:pt x="55922" y="1000115"/>
                    </a:cubicBezTo>
                    <a:cubicBezTo>
                      <a:pt x="72319" y="1007304"/>
                      <a:pt x="88056" y="1015888"/>
                      <a:pt x="106104" y="1018456"/>
                    </a:cubicBezTo>
                    <a:cubicBezTo>
                      <a:pt x="126023" y="1021281"/>
                      <a:pt x="143521" y="1015741"/>
                      <a:pt x="159551" y="1004406"/>
                    </a:cubicBezTo>
                    <a:cubicBezTo>
                      <a:pt x="163513" y="1001582"/>
                      <a:pt x="167952" y="997803"/>
                      <a:pt x="167071" y="992595"/>
                    </a:cubicBezTo>
                    <a:cubicBezTo>
                      <a:pt x="166117" y="986835"/>
                      <a:pt x="159991" y="986469"/>
                      <a:pt x="155333" y="985662"/>
                    </a:cubicBezTo>
                    <a:cubicBezTo>
                      <a:pt x="145135" y="983937"/>
                      <a:pt x="134717" y="983240"/>
                      <a:pt x="124556" y="981296"/>
                    </a:cubicBezTo>
                    <a:cubicBezTo>
                      <a:pt x="83801" y="973520"/>
                      <a:pt x="70779" y="952941"/>
                      <a:pt x="78372" y="911709"/>
                    </a:cubicBezTo>
                    <a:cubicBezTo>
                      <a:pt x="79289" y="906739"/>
                      <a:pt x="82086" y="901805"/>
                      <a:pt x="83604" y="896738"/>
                    </a:cubicBezTo>
                    <a:lnTo>
                      <a:pt x="81210" y="881289"/>
                    </a:lnTo>
                    <a:lnTo>
                      <a:pt x="79457" y="882109"/>
                    </a:lnTo>
                    <a:lnTo>
                      <a:pt x="81124" y="880969"/>
                    </a:lnTo>
                    <a:lnTo>
                      <a:pt x="81168" y="881020"/>
                    </a:lnTo>
                    <a:lnTo>
                      <a:pt x="81160" y="880969"/>
                    </a:lnTo>
                    <a:lnTo>
                      <a:pt x="81417" y="881262"/>
                    </a:lnTo>
                    <a:cubicBezTo>
                      <a:pt x="93155" y="874146"/>
                      <a:pt x="93339" y="860573"/>
                      <a:pt x="98254" y="849825"/>
                    </a:cubicBezTo>
                    <a:cubicBezTo>
                      <a:pt x="101886" y="841938"/>
                      <a:pt x="92679" y="840214"/>
                      <a:pt x="88240" y="837060"/>
                    </a:cubicBezTo>
                    <a:cubicBezTo>
                      <a:pt x="67111" y="821909"/>
                      <a:pt x="48366" y="804852"/>
                      <a:pt x="38792" y="779761"/>
                    </a:cubicBezTo>
                    <a:cubicBezTo>
                      <a:pt x="27970" y="751405"/>
                      <a:pt x="33619" y="724113"/>
                      <a:pt x="46128" y="698325"/>
                    </a:cubicBezTo>
                    <a:cubicBezTo>
                      <a:pt x="53024" y="684056"/>
                      <a:pt x="53868" y="674848"/>
                      <a:pt x="41579" y="662303"/>
                    </a:cubicBezTo>
                    <a:cubicBezTo>
                      <a:pt x="23201" y="643558"/>
                      <a:pt x="9482" y="620851"/>
                      <a:pt x="2585" y="594843"/>
                    </a:cubicBezTo>
                    <a:cubicBezTo>
                      <a:pt x="-1083" y="580977"/>
                      <a:pt x="-1780" y="567294"/>
                      <a:pt x="6767" y="551264"/>
                    </a:cubicBezTo>
                    <a:cubicBezTo>
                      <a:pt x="12600" y="597264"/>
                      <a:pt x="35600" y="632626"/>
                      <a:pt x="58160" y="669382"/>
                    </a:cubicBezTo>
                    <a:cubicBezTo>
                      <a:pt x="67001" y="661202"/>
                      <a:pt x="70449" y="655003"/>
                      <a:pt x="64543" y="644585"/>
                    </a:cubicBezTo>
                    <a:cubicBezTo>
                      <a:pt x="45358" y="610800"/>
                      <a:pt x="40075" y="577235"/>
                      <a:pt x="68651" y="544808"/>
                    </a:cubicBezTo>
                    <a:cubicBezTo>
                      <a:pt x="79766" y="532189"/>
                      <a:pt x="65276" y="529254"/>
                      <a:pt x="57463" y="523055"/>
                    </a:cubicBezTo>
                    <a:cubicBezTo>
                      <a:pt x="74154" y="518286"/>
                      <a:pt x="89927" y="514654"/>
                      <a:pt x="105114" y="509299"/>
                    </a:cubicBezTo>
                    <a:cubicBezTo>
                      <a:pt x="146749" y="494626"/>
                      <a:pt x="166778" y="465573"/>
                      <a:pt x="164943" y="421407"/>
                    </a:cubicBezTo>
                    <a:cubicBezTo>
                      <a:pt x="163953" y="396939"/>
                      <a:pt x="162486" y="372692"/>
                      <a:pt x="169236" y="348775"/>
                    </a:cubicBezTo>
                    <a:lnTo>
                      <a:pt x="169185" y="348833"/>
                    </a:lnTo>
                    <a:lnTo>
                      <a:pt x="168943" y="349179"/>
                    </a:lnTo>
                    <a:lnTo>
                      <a:pt x="168996" y="349045"/>
                    </a:lnTo>
                    <a:lnTo>
                      <a:pt x="168942" y="349105"/>
                    </a:lnTo>
                    <a:lnTo>
                      <a:pt x="169011" y="349005"/>
                    </a:lnTo>
                    <a:lnTo>
                      <a:pt x="169050" y="348907"/>
                    </a:lnTo>
                    <a:lnTo>
                      <a:pt x="169103" y="348873"/>
                    </a:lnTo>
                    <a:lnTo>
                      <a:pt x="194890" y="311725"/>
                    </a:lnTo>
                    <a:cubicBezTo>
                      <a:pt x="205020" y="300619"/>
                      <a:pt x="216667" y="290889"/>
                      <a:pt x="229946" y="282599"/>
                    </a:cubicBezTo>
                    <a:cubicBezTo>
                      <a:pt x="233504" y="280361"/>
                      <a:pt x="243738" y="277867"/>
                      <a:pt x="233137" y="270053"/>
                    </a:cubicBezTo>
                    <a:cubicBezTo>
                      <a:pt x="231303" y="268733"/>
                      <a:pt x="237869" y="265982"/>
                      <a:pt x="240914" y="265505"/>
                    </a:cubicBezTo>
                    <a:cubicBezTo>
                      <a:pt x="259622" y="262644"/>
                      <a:pt x="278550" y="261030"/>
                      <a:pt x="297075" y="257398"/>
                    </a:cubicBezTo>
                    <a:cubicBezTo>
                      <a:pt x="337866" y="249401"/>
                      <a:pt x="369377" y="189278"/>
                      <a:pt x="353310" y="151091"/>
                    </a:cubicBezTo>
                    <a:cubicBezTo>
                      <a:pt x="352429" y="149000"/>
                      <a:pt x="351182" y="146029"/>
                      <a:pt x="349531" y="145552"/>
                    </a:cubicBezTo>
                    <a:cubicBezTo>
                      <a:pt x="345093" y="144305"/>
                      <a:pt x="343295" y="148413"/>
                      <a:pt x="341425" y="151385"/>
                    </a:cubicBezTo>
                    <a:cubicBezTo>
                      <a:pt x="330603" y="168515"/>
                      <a:pt x="324000" y="187664"/>
                      <a:pt x="316223" y="206225"/>
                    </a:cubicBezTo>
                    <a:cubicBezTo>
                      <a:pt x="313069" y="213782"/>
                      <a:pt x="312188" y="222476"/>
                      <a:pt x="302247" y="232527"/>
                    </a:cubicBezTo>
                    <a:cubicBezTo>
                      <a:pt x="315306" y="185169"/>
                      <a:pt x="328916" y="143718"/>
                      <a:pt x="365415" y="114849"/>
                    </a:cubicBezTo>
                    <a:cubicBezTo>
                      <a:pt x="388965" y="96214"/>
                      <a:pt x="414863" y="96984"/>
                      <a:pt x="441458" y="108869"/>
                    </a:cubicBezTo>
                    <a:cubicBezTo>
                      <a:pt x="465999" y="119837"/>
                      <a:pt x="490613" y="131392"/>
                      <a:pt x="518566" y="129008"/>
                    </a:cubicBezTo>
                    <a:cubicBezTo>
                      <a:pt x="572966" y="124349"/>
                      <a:pt x="612400" y="96104"/>
                      <a:pt x="640610" y="50177"/>
                    </a:cubicBezTo>
                    <a:cubicBezTo>
                      <a:pt x="596847" y="62245"/>
                      <a:pt x="560788" y="89868"/>
                      <a:pt x="519996" y="109493"/>
                    </a:cubicBezTo>
                    <a:cubicBezTo>
                      <a:pt x="518015" y="103550"/>
                      <a:pt x="522638" y="101496"/>
                      <a:pt x="525242" y="99002"/>
                    </a:cubicBezTo>
                    <a:cubicBezTo>
                      <a:pt x="547068" y="77982"/>
                      <a:pt x="571646" y="61402"/>
                      <a:pt x="600479" y="51351"/>
                    </a:cubicBezTo>
                    <a:cubicBezTo>
                      <a:pt x="639949" y="37558"/>
                      <a:pt x="674651" y="44711"/>
                      <a:pt x="705721" y="72847"/>
                    </a:cubicBezTo>
                    <a:cubicBezTo>
                      <a:pt x="749484" y="112464"/>
                      <a:pt x="765881" y="109860"/>
                      <a:pt x="796585" y="59934"/>
                    </a:cubicBezTo>
                    <a:cubicBezTo>
                      <a:pt x="825381" y="13127"/>
                      <a:pt x="857405" y="875"/>
                      <a:pt x="909935" y="16759"/>
                    </a:cubicBezTo>
                    <a:cubicBezTo>
                      <a:pt x="934659" y="24242"/>
                      <a:pt x="957696" y="35504"/>
                      <a:pt x="979412" y="49296"/>
                    </a:cubicBezTo>
                    <a:cubicBezTo>
                      <a:pt x="987189" y="54249"/>
                      <a:pt x="992581" y="55386"/>
                      <a:pt x="999734" y="47976"/>
                    </a:cubicBezTo>
                    <a:cubicBezTo>
                      <a:pt x="1012793" y="34513"/>
                      <a:pt x="1029704" y="25856"/>
                      <a:pt x="1043056" y="12027"/>
                    </a:cubicBezTo>
                    <a:cubicBezTo>
                      <a:pt x="1052575" y="2159"/>
                      <a:pt x="1064076" y="-1454"/>
                      <a:pt x="1076438" y="518"/>
                    </a:cubicBezTo>
                    <a:close/>
                  </a:path>
                </a:pathLst>
              </a:custGeom>
              <a:solidFill>
                <a:srgbClr val="693723"/>
              </a:solidFill>
              <a:ln w="366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7" name="자유형: 도형 16">
                <a:extLst>
                  <a:ext uri="{FF2B5EF4-FFF2-40B4-BE49-F238E27FC236}">
                    <a16:creationId xmlns:a16="http://schemas.microsoft.com/office/drawing/2014/main" id="{9A9C1565-C9B6-43D0-AA3D-72FD46CD09E0}"/>
                  </a:ext>
                </a:extLst>
              </p:cNvPr>
              <p:cNvSpPr/>
              <p:nvPr/>
            </p:nvSpPr>
            <p:spPr>
              <a:xfrm>
                <a:off x="7940651" y="1937869"/>
                <a:ext cx="969670" cy="1131758"/>
              </a:xfrm>
              <a:custGeom>
                <a:avLst/>
                <a:gdLst>
                  <a:gd name="connsiteX0" fmla="*/ 967768 w 969670"/>
                  <a:gd name="connsiteY0" fmla="*/ 764 h 1131758"/>
                  <a:gd name="connsiteX1" fmla="*/ 967842 w 969670"/>
                  <a:gd name="connsiteY1" fmla="*/ 874 h 1131758"/>
                  <a:gd name="connsiteX2" fmla="*/ 845285 w 969670"/>
                  <a:gd name="connsiteY2" fmla="*/ 303984 h 1131758"/>
                  <a:gd name="connsiteX3" fmla="*/ 839379 w 969670"/>
                  <a:gd name="connsiteY3" fmla="*/ 510288 h 1131758"/>
                  <a:gd name="connsiteX4" fmla="*/ 693748 w 969670"/>
                  <a:gd name="connsiteY4" fmla="*/ 693482 h 1131758"/>
                  <a:gd name="connsiteX5" fmla="*/ 445736 w 969670"/>
                  <a:gd name="connsiteY5" fmla="*/ 1017648 h 1131758"/>
                  <a:gd name="connsiteX6" fmla="*/ 380917 w 969670"/>
                  <a:gd name="connsiteY6" fmla="*/ 1087199 h 1131758"/>
                  <a:gd name="connsiteX7" fmla="*/ 205537 w 969670"/>
                  <a:gd name="connsiteY7" fmla="*/ 1118342 h 1131758"/>
                  <a:gd name="connsiteX8" fmla="*/ 2901 w 969670"/>
                  <a:gd name="connsiteY8" fmla="*/ 969410 h 1131758"/>
                  <a:gd name="connsiteX9" fmla="*/ 11888 w 969670"/>
                  <a:gd name="connsiteY9" fmla="*/ 940724 h 1131758"/>
                  <a:gd name="connsiteX10" fmla="*/ 68636 w 969670"/>
                  <a:gd name="connsiteY10" fmla="*/ 869083 h 1131758"/>
                  <a:gd name="connsiteX11" fmla="*/ 105906 w 969670"/>
                  <a:gd name="connsiteY11" fmla="*/ 814792 h 1131758"/>
                  <a:gd name="connsiteX12" fmla="*/ 124394 w 969670"/>
                  <a:gd name="connsiteY12" fmla="*/ 803934 h 1131758"/>
                  <a:gd name="connsiteX13" fmla="*/ 204803 w 969670"/>
                  <a:gd name="connsiteY13" fmla="*/ 858151 h 1131758"/>
                  <a:gd name="connsiteX14" fmla="*/ 279783 w 969670"/>
                  <a:gd name="connsiteY14" fmla="*/ 848320 h 1131758"/>
                  <a:gd name="connsiteX15" fmla="*/ 398635 w 969670"/>
                  <a:gd name="connsiteY15" fmla="*/ 688457 h 1131758"/>
                  <a:gd name="connsiteX16" fmla="*/ 853979 w 969670"/>
                  <a:gd name="connsiteY16" fmla="*/ 91591 h 1131758"/>
                  <a:gd name="connsiteX17" fmla="*/ 967768 w 969670"/>
                  <a:gd name="connsiteY17" fmla="*/ 764 h 11317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969670" h="1131758">
                    <a:moveTo>
                      <a:pt x="967768" y="764"/>
                    </a:moveTo>
                    <a:cubicBezTo>
                      <a:pt x="970850" y="5790"/>
                      <a:pt x="969676" y="-2611"/>
                      <a:pt x="967842" y="874"/>
                    </a:cubicBezTo>
                    <a:cubicBezTo>
                      <a:pt x="917366" y="98010"/>
                      <a:pt x="869862" y="196357"/>
                      <a:pt x="845285" y="303984"/>
                    </a:cubicBezTo>
                    <a:cubicBezTo>
                      <a:pt x="829658" y="372361"/>
                      <a:pt x="823532" y="441031"/>
                      <a:pt x="839379" y="510288"/>
                    </a:cubicBezTo>
                    <a:cubicBezTo>
                      <a:pt x="788536" y="569531"/>
                      <a:pt x="741436" y="631745"/>
                      <a:pt x="693748" y="693482"/>
                    </a:cubicBezTo>
                    <a:cubicBezTo>
                      <a:pt x="610588" y="801146"/>
                      <a:pt x="528565" y="909727"/>
                      <a:pt x="445736" y="1017648"/>
                    </a:cubicBezTo>
                    <a:cubicBezTo>
                      <a:pt x="426404" y="1042849"/>
                      <a:pt x="404798" y="1066069"/>
                      <a:pt x="380917" y="1087199"/>
                    </a:cubicBezTo>
                    <a:cubicBezTo>
                      <a:pt x="328718" y="1133419"/>
                      <a:pt x="269768" y="1143470"/>
                      <a:pt x="205537" y="1118342"/>
                    </a:cubicBezTo>
                    <a:cubicBezTo>
                      <a:pt x="124944" y="1086832"/>
                      <a:pt x="57815" y="1036246"/>
                      <a:pt x="2901" y="969410"/>
                    </a:cubicBezTo>
                    <a:cubicBezTo>
                      <a:pt x="-5059" y="956498"/>
                      <a:pt x="5175" y="948171"/>
                      <a:pt x="11888" y="940724"/>
                    </a:cubicBezTo>
                    <a:cubicBezTo>
                      <a:pt x="32357" y="918018"/>
                      <a:pt x="50075" y="893257"/>
                      <a:pt x="68636" y="869083"/>
                    </a:cubicBezTo>
                    <a:cubicBezTo>
                      <a:pt x="82026" y="851622"/>
                      <a:pt x="93251" y="832730"/>
                      <a:pt x="105906" y="814792"/>
                    </a:cubicBezTo>
                    <a:cubicBezTo>
                      <a:pt x="110418" y="808409"/>
                      <a:pt x="114160" y="800596"/>
                      <a:pt x="124394" y="803934"/>
                    </a:cubicBezTo>
                    <a:cubicBezTo>
                      <a:pt x="151173" y="822055"/>
                      <a:pt x="177731" y="840507"/>
                      <a:pt x="204803" y="858151"/>
                    </a:cubicBezTo>
                    <a:cubicBezTo>
                      <a:pt x="236680" y="878950"/>
                      <a:pt x="256196" y="877410"/>
                      <a:pt x="279783" y="848320"/>
                    </a:cubicBezTo>
                    <a:cubicBezTo>
                      <a:pt x="321601" y="796744"/>
                      <a:pt x="363529" y="745535"/>
                      <a:pt x="398635" y="688457"/>
                    </a:cubicBezTo>
                    <a:cubicBezTo>
                      <a:pt x="530326" y="474339"/>
                      <a:pt x="675150" y="269833"/>
                      <a:pt x="853979" y="91591"/>
                    </a:cubicBezTo>
                    <a:cubicBezTo>
                      <a:pt x="890735" y="54981"/>
                      <a:pt x="926464" y="32238"/>
                      <a:pt x="967768" y="764"/>
                    </a:cubicBezTo>
                    <a:close/>
                  </a:path>
                </a:pathLst>
              </a:custGeom>
              <a:solidFill>
                <a:schemeClr val="accent4">
                  <a:lumMod val="75000"/>
                </a:schemeClr>
              </a:solidFill>
              <a:ln w="366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8" name="자유형: 도형 17">
                <a:extLst>
                  <a:ext uri="{FF2B5EF4-FFF2-40B4-BE49-F238E27FC236}">
                    <a16:creationId xmlns:a16="http://schemas.microsoft.com/office/drawing/2014/main" id="{175363C1-C20F-443C-BB6E-E782D9179061}"/>
                  </a:ext>
                </a:extLst>
              </p:cNvPr>
              <p:cNvSpPr/>
              <p:nvPr/>
            </p:nvSpPr>
            <p:spPr>
              <a:xfrm>
                <a:off x="6957846" y="2094246"/>
                <a:ext cx="962414" cy="681932"/>
              </a:xfrm>
              <a:custGeom>
                <a:avLst/>
                <a:gdLst>
                  <a:gd name="connsiteX0" fmla="*/ 846568 w 962414"/>
                  <a:gd name="connsiteY0" fmla="*/ 681086 h 681932"/>
                  <a:gd name="connsiteX1" fmla="*/ 552225 w 962414"/>
                  <a:gd name="connsiteY1" fmla="*/ 450938 h 681932"/>
                  <a:gd name="connsiteX2" fmla="*/ 517780 w 962414"/>
                  <a:gd name="connsiteY2" fmla="*/ 435054 h 681932"/>
                  <a:gd name="connsiteX3" fmla="*/ 176814 w 962414"/>
                  <a:gd name="connsiteY3" fmla="*/ 398408 h 681932"/>
                  <a:gd name="connsiteX4" fmla="*/ 100110 w 962414"/>
                  <a:gd name="connsiteY4" fmla="*/ 395767 h 681932"/>
                  <a:gd name="connsiteX5" fmla="*/ 77770 w 962414"/>
                  <a:gd name="connsiteY5" fmla="*/ 337001 h 681932"/>
                  <a:gd name="connsiteX6" fmla="*/ 87711 w 962414"/>
                  <a:gd name="connsiteY6" fmla="*/ 323832 h 681932"/>
                  <a:gd name="connsiteX7" fmla="*/ 67426 w 962414"/>
                  <a:gd name="connsiteY7" fmla="*/ 322145 h 681932"/>
                  <a:gd name="connsiteX8" fmla="*/ 33384 w 962414"/>
                  <a:gd name="connsiteY8" fmla="*/ 316239 h 681932"/>
                  <a:gd name="connsiteX9" fmla="*/ 14822 w 962414"/>
                  <a:gd name="connsiteY9" fmla="*/ 260004 h 681932"/>
                  <a:gd name="connsiteX10" fmla="*/ 14346 w 962414"/>
                  <a:gd name="connsiteY10" fmla="*/ 239645 h 681932"/>
                  <a:gd name="connsiteX11" fmla="*/ 39547 w 962414"/>
                  <a:gd name="connsiteY11" fmla="*/ 164152 h 681932"/>
                  <a:gd name="connsiteX12" fmla="*/ 47507 w 962414"/>
                  <a:gd name="connsiteY12" fmla="*/ 148268 h 681932"/>
                  <a:gd name="connsiteX13" fmla="*/ 65848 w 962414"/>
                  <a:gd name="connsiteY13" fmla="*/ 98820 h 681932"/>
                  <a:gd name="connsiteX14" fmla="*/ 115517 w 962414"/>
                  <a:gd name="connsiteY14" fmla="*/ 87081 h 681932"/>
                  <a:gd name="connsiteX15" fmla="*/ 287412 w 962414"/>
                  <a:gd name="connsiteY15" fmla="*/ 92327 h 681932"/>
                  <a:gd name="connsiteX16" fmla="*/ 377872 w 962414"/>
                  <a:gd name="connsiteY16" fmla="*/ 102781 h 681932"/>
                  <a:gd name="connsiteX17" fmla="*/ 355202 w 962414"/>
                  <a:gd name="connsiteY17" fmla="*/ 84733 h 681932"/>
                  <a:gd name="connsiteX18" fmla="*/ 349883 w 962414"/>
                  <a:gd name="connsiteY18" fmla="*/ 19842 h 681932"/>
                  <a:gd name="connsiteX19" fmla="*/ 422882 w 962414"/>
                  <a:gd name="connsiteY19" fmla="*/ 13312 h 681932"/>
                  <a:gd name="connsiteX20" fmla="*/ 458868 w 962414"/>
                  <a:gd name="connsiteY20" fmla="*/ 49848 h 681932"/>
                  <a:gd name="connsiteX21" fmla="*/ 592723 w 962414"/>
                  <a:gd name="connsiteY21" fmla="*/ 165839 h 681932"/>
                  <a:gd name="connsiteX22" fmla="*/ 673792 w 962414"/>
                  <a:gd name="connsiteY22" fmla="*/ 314551 h 681932"/>
                  <a:gd name="connsiteX23" fmla="*/ 685604 w 962414"/>
                  <a:gd name="connsiteY23" fmla="*/ 337735 h 681932"/>
                  <a:gd name="connsiteX24" fmla="*/ 942971 w 962414"/>
                  <a:gd name="connsiteY24" fmla="*/ 549578 h 681932"/>
                  <a:gd name="connsiteX25" fmla="*/ 961899 w 962414"/>
                  <a:gd name="connsiteY25" fmla="*/ 566819 h 681932"/>
                  <a:gd name="connsiteX26" fmla="*/ 954269 w 962414"/>
                  <a:gd name="connsiteY26" fmla="*/ 584060 h 681932"/>
                  <a:gd name="connsiteX27" fmla="*/ 864653 w 962414"/>
                  <a:gd name="connsiteY27" fmla="*/ 672135 h 681932"/>
                  <a:gd name="connsiteX28" fmla="*/ 846568 w 962414"/>
                  <a:gd name="connsiteY28" fmla="*/ 681086 h 6819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962414" h="681932">
                    <a:moveTo>
                      <a:pt x="846568" y="681086"/>
                    </a:moveTo>
                    <a:cubicBezTo>
                      <a:pt x="748442" y="604419"/>
                      <a:pt x="650205" y="527825"/>
                      <a:pt x="552225" y="450938"/>
                    </a:cubicBezTo>
                    <a:cubicBezTo>
                      <a:pt x="541771" y="442721"/>
                      <a:pt x="530289" y="438356"/>
                      <a:pt x="517780" y="435054"/>
                    </a:cubicBezTo>
                    <a:cubicBezTo>
                      <a:pt x="405934" y="405855"/>
                      <a:pt x="292328" y="393786"/>
                      <a:pt x="176814" y="398408"/>
                    </a:cubicBezTo>
                    <a:cubicBezTo>
                      <a:pt x="151246" y="399435"/>
                      <a:pt x="125421" y="401343"/>
                      <a:pt x="100110" y="395767"/>
                    </a:cubicBezTo>
                    <a:cubicBezTo>
                      <a:pt x="62583" y="387513"/>
                      <a:pt x="55540" y="368548"/>
                      <a:pt x="77770" y="337001"/>
                    </a:cubicBezTo>
                    <a:cubicBezTo>
                      <a:pt x="80851" y="332636"/>
                      <a:pt x="84190" y="328491"/>
                      <a:pt x="87711" y="323832"/>
                    </a:cubicBezTo>
                    <a:cubicBezTo>
                      <a:pt x="80448" y="319430"/>
                      <a:pt x="73772" y="322255"/>
                      <a:pt x="67426" y="322145"/>
                    </a:cubicBezTo>
                    <a:cubicBezTo>
                      <a:pt x="55724" y="321961"/>
                      <a:pt x="44242" y="321044"/>
                      <a:pt x="33384" y="316239"/>
                    </a:cubicBezTo>
                    <a:cubicBezTo>
                      <a:pt x="7302" y="304720"/>
                      <a:pt x="296" y="284508"/>
                      <a:pt x="14822" y="260004"/>
                    </a:cubicBezTo>
                    <a:cubicBezTo>
                      <a:pt x="19298" y="252447"/>
                      <a:pt x="21682" y="247678"/>
                      <a:pt x="14346" y="239645"/>
                    </a:cubicBezTo>
                    <a:cubicBezTo>
                      <a:pt x="-12506" y="210115"/>
                      <a:pt x="-291" y="173066"/>
                      <a:pt x="39547" y="164152"/>
                    </a:cubicBezTo>
                    <a:cubicBezTo>
                      <a:pt x="51762" y="161400"/>
                      <a:pt x="52862" y="159273"/>
                      <a:pt x="47507" y="148268"/>
                    </a:cubicBezTo>
                    <a:cubicBezTo>
                      <a:pt x="36759" y="126295"/>
                      <a:pt x="43655" y="109201"/>
                      <a:pt x="65848" y="98820"/>
                    </a:cubicBezTo>
                    <a:cubicBezTo>
                      <a:pt x="81548" y="91483"/>
                      <a:pt x="98569" y="87998"/>
                      <a:pt x="115517" y="87081"/>
                    </a:cubicBezTo>
                    <a:cubicBezTo>
                      <a:pt x="172925" y="84073"/>
                      <a:pt x="230260" y="85320"/>
                      <a:pt x="287412" y="92327"/>
                    </a:cubicBezTo>
                    <a:cubicBezTo>
                      <a:pt x="316869" y="95958"/>
                      <a:pt x="346325" y="99150"/>
                      <a:pt x="377872" y="102781"/>
                    </a:cubicBezTo>
                    <a:cubicBezTo>
                      <a:pt x="369142" y="95922"/>
                      <a:pt x="361548" y="90933"/>
                      <a:pt x="355202" y="84733"/>
                    </a:cubicBezTo>
                    <a:cubicBezTo>
                      <a:pt x="333706" y="63788"/>
                      <a:pt x="331909" y="39650"/>
                      <a:pt x="349883" y="19842"/>
                    </a:cubicBezTo>
                    <a:cubicBezTo>
                      <a:pt x="371269" y="-3782"/>
                      <a:pt x="400469" y="-6753"/>
                      <a:pt x="422882" y="13312"/>
                    </a:cubicBezTo>
                    <a:cubicBezTo>
                      <a:pt x="435574" y="24720"/>
                      <a:pt x="447753" y="36899"/>
                      <a:pt x="458868" y="49848"/>
                    </a:cubicBezTo>
                    <a:cubicBezTo>
                      <a:pt x="497825" y="95115"/>
                      <a:pt x="542321" y="134292"/>
                      <a:pt x="592723" y="165839"/>
                    </a:cubicBezTo>
                    <a:cubicBezTo>
                      <a:pt x="648444" y="200724"/>
                      <a:pt x="672472" y="251163"/>
                      <a:pt x="673792" y="314551"/>
                    </a:cubicBezTo>
                    <a:cubicBezTo>
                      <a:pt x="674012" y="324932"/>
                      <a:pt x="678121" y="331609"/>
                      <a:pt x="685604" y="337735"/>
                    </a:cubicBezTo>
                    <a:cubicBezTo>
                      <a:pt x="771478" y="408276"/>
                      <a:pt x="857243" y="478890"/>
                      <a:pt x="942971" y="549578"/>
                    </a:cubicBezTo>
                    <a:cubicBezTo>
                      <a:pt x="949537" y="555007"/>
                      <a:pt x="955589" y="561059"/>
                      <a:pt x="961899" y="566819"/>
                    </a:cubicBezTo>
                    <a:cubicBezTo>
                      <a:pt x="963953" y="574595"/>
                      <a:pt x="959551" y="579694"/>
                      <a:pt x="954269" y="584060"/>
                    </a:cubicBezTo>
                    <a:cubicBezTo>
                      <a:pt x="921951" y="610948"/>
                      <a:pt x="891028" y="639194"/>
                      <a:pt x="864653" y="672135"/>
                    </a:cubicBezTo>
                    <a:cubicBezTo>
                      <a:pt x="860251" y="677821"/>
                      <a:pt x="855555" y="684277"/>
                      <a:pt x="846568" y="681086"/>
                    </a:cubicBezTo>
                    <a:close/>
                  </a:path>
                </a:pathLst>
              </a:custGeom>
              <a:solidFill>
                <a:srgbClr val="F4AB92"/>
              </a:solidFill>
              <a:ln w="366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9" name="자유형: 도형 18">
                <a:extLst>
                  <a:ext uri="{FF2B5EF4-FFF2-40B4-BE49-F238E27FC236}">
                    <a16:creationId xmlns:a16="http://schemas.microsoft.com/office/drawing/2014/main" id="{151A7C95-B90A-4500-B397-32E965BEC009}"/>
                  </a:ext>
                </a:extLst>
              </p:cNvPr>
              <p:cNvSpPr/>
              <p:nvPr/>
            </p:nvSpPr>
            <p:spPr>
              <a:xfrm>
                <a:off x="7787994" y="2641952"/>
                <a:ext cx="279522" cy="296708"/>
              </a:xfrm>
              <a:custGeom>
                <a:avLst/>
                <a:gdLst>
                  <a:gd name="connsiteX0" fmla="*/ 16420 w 279522"/>
                  <a:gd name="connsiteY0" fmla="*/ 133380 h 296708"/>
                  <a:gd name="connsiteX1" fmla="*/ 131787 w 279522"/>
                  <a:gd name="connsiteY1" fmla="*/ 19260 h 296708"/>
                  <a:gd name="connsiteX2" fmla="*/ 135126 w 279522"/>
                  <a:gd name="connsiteY2" fmla="*/ 17792 h 296708"/>
                  <a:gd name="connsiteX3" fmla="*/ 205666 w 279522"/>
                  <a:gd name="connsiteY3" fmla="*/ 18526 h 296708"/>
                  <a:gd name="connsiteX4" fmla="*/ 271035 w 279522"/>
                  <a:gd name="connsiteY4" fmla="*/ 73330 h 296708"/>
                  <a:gd name="connsiteX5" fmla="*/ 277088 w 279522"/>
                  <a:gd name="connsiteY5" fmla="*/ 99852 h 296708"/>
                  <a:gd name="connsiteX6" fmla="*/ 224742 w 279522"/>
                  <a:gd name="connsiteY6" fmla="*/ 174171 h 296708"/>
                  <a:gd name="connsiteX7" fmla="*/ 162381 w 279522"/>
                  <a:gd name="connsiteY7" fmla="*/ 252672 h 296708"/>
                  <a:gd name="connsiteX8" fmla="*/ 155595 w 279522"/>
                  <a:gd name="connsiteY8" fmla="*/ 265328 h 296708"/>
                  <a:gd name="connsiteX9" fmla="*/ 126138 w 279522"/>
                  <a:gd name="connsiteY9" fmla="*/ 290419 h 296708"/>
                  <a:gd name="connsiteX10" fmla="*/ 105559 w 279522"/>
                  <a:gd name="connsiteY10" fmla="*/ 291409 h 296708"/>
                  <a:gd name="connsiteX11" fmla="*/ 3838 w 279522"/>
                  <a:gd name="connsiteY11" fmla="*/ 170283 h 296708"/>
                  <a:gd name="connsiteX12" fmla="*/ 4975 w 279522"/>
                  <a:gd name="connsiteY12" fmla="*/ 149704 h 296708"/>
                  <a:gd name="connsiteX13" fmla="*/ 16420 w 279522"/>
                  <a:gd name="connsiteY13" fmla="*/ 133380 h 2967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79522" h="296708">
                    <a:moveTo>
                      <a:pt x="16420" y="133380"/>
                    </a:moveTo>
                    <a:cubicBezTo>
                      <a:pt x="50755" y="91158"/>
                      <a:pt x="89566" y="53521"/>
                      <a:pt x="131787" y="19260"/>
                    </a:cubicBezTo>
                    <a:cubicBezTo>
                      <a:pt x="132924" y="18783"/>
                      <a:pt x="134135" y="18452"/>
                      <a:pt x="135126" y="17792"/>
                    </a:cubicBezTo>
                    <a:cubicBezTo>
                      <a:pt x="170268" y="-6052"/>
                      <a:pt x="170268" y="-6052"/>
                      <a:pt x="205666" y="18526"/>
                    </a:cubicBezTo>
                    <a:cubicBezTo>
                      <a:pt x="229107" y="34813"/>
                      <a:pt x="250309" y="53705"/>
                      <a:pt x="271035" y="73330"/>
                    </a:cubicBezTo>
                    <a:cubicBezTo>
                      <a:pt x="279986" y="81804"/>
                      <a:pt x="281600" y="89507"/>
                      <a:pt x="277088" y="99852"/>
                    </a:cubicBezTo>
                    <a:cubicBezTo>
                      <a:pt x="259700" y="124686"/>
                      <a:pt x="242936" y="149960"/>
                      <a:pt x="224742" y="174171"/>
                    </a:cubicBezTo>
                    <a:cubicBezTo>
                      <a:pt x="204676" y="200876"/>
                      <a:pt x="183290" y="226591"/>
                      <a:pt x="162381" y="252672"/>
                    </a:cubicBezTo>
                    <a:cubicBezTo>
                      <a:pt x="159299" y="256524"/>
                      <a:pt x="156218" y="260229"/>
                      <a:pt x="155595" y="265328"/>
                    </a:cubicBezTo>
                    <a:cubicBezTo>
                      <a:pt x="140921" y="267859"/>
                      <a:pt x="135639" y="281798"/>
                      <a:pt x="126138" y="290419"/>
                    </a:cubicBezTo>
                    <a:cubicBezTo>
                      <a:pt x="118545" y="297315"/>
                      <a:pt x="114180" y="299773"/>
                      <a:pt x="105559" y="291409"/>
                    </a:cubicBezTo>
                    <a:cubicBezTo>
                      <a:pt x="67446" y="254506"/>
                      <a:pt x="33294" y="214449"/>
                      <a:pt x="3838" y="170283"/>
                    </a:cubicBezTo>
                    <a:cubicBezTo>
                      <a:pt x="-1628" y="162102"/>
                      <a:pt x="-1261" y="156600"/>
                      <a:pt x="4975" y="149704"/>
                    </a:cubicBezTo>
                    <a:cubicBezTo>
                      <a:pt x="9377" y="144825"/>
                      <a:pt x="12642" y="138882"/>
                      <a:pt x="16420" y="133380"/>
                    </a:cubicBezTo>
                    <a:close/>
                  </a:path>
                </a:pathLst>
              </a:custGeom>
              <a:solidFill>
                <a:schemeClr val="accent4">
                  <a:lumMod val="50000"/>
                </a:schemeClr>
              </a:solidFill>
              <a:ln w="366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0" name="자유형: 도형 19">
                <a:extLst>
                  <a:ext uri="{FF2B5EF4-FFF2-40B4-BE49-F238E27FC236}">
                    <a16:creationId xmlns:a16="http://schemas.microsoft.com/office/drawing/2014/main" id="{5B2A4472-458C-4213-8240-4B48916AA59B}"/>
                  </a:ext>
                </a:extLst>
              </p:cNvPr>
              <p:cNvSpPr/>
              <p:nvPr/>
            </p:nvSpPr>
            <p:spPr>
              <a:xfrm>
                <a:off x="8989048" y="1692235"/>
                <a:ext cx="697450" cy="575626"/>
              </a:xfrm>
              <a:custGeom>
                <a:avLst/>
                <a:gdLst>
                  <a:gd name="connsiteX0" fmla="*/ 509964 w 697450"/>
                  <a:gd name="connsiteY0" fmla="*/ 0 h 575626"/>
                  <a:gd name="connsiteX1" fmla="*/ 424530 w 697450"/>
                  <a:gd name="connsiteY1" fmla="*/ 27512 h 575626"/>
                  <a:gd name="connsiteX2" fmla="*/ 170391 w 697450"/>
                  <a:gd name="connsiteY2" fmla="*/ 55795 h 575626"/>
                  <a:gd name="connsiteX3" fmla="*/ 99044 w 697450"/>
                  <a:gd name="connsiteY3" fmla="*/ 66726 h 575626"/>
                  <a:gd name="connsiteX4" fmla="*/ 55574 w 697450"/>
                  <a:gd name="connsiteY4" fmla="*/ 112690 h 575626"/>
                  <a:gd name="connsiteX5" fmla="*/ 0 w 697450"/>
                  <a:gd name="connsiteY5" fmla="*/ 198711 h 575626"/>
                  <a:gd name="connsiteX6" fmla="*/ 115844 w 697450"/>
                  <a:gd name="connsiteY6" fmla="*/ 575627 h 575626"/>
                  <a:gd name="connsiteX7" fmla="*/ 293462 w 697450"/>
                  <a:gd name="connsiteY7" fmla="*/ 495585 h 575626"/>
                  <a:gd name="connsiteX8" fmla="*/ 330255 w 697450"/>
                  <a:gd name="connsiteY8" fmla="*/ 488541 h 575626"/>
                  <a:gd name="connsiteX9" fmla="*/ 385169 w 697450"/>
                  <a:gd name="connsiteY9" fmla="*/ 474602 h 575626"/>
                  <a:gd name="connsiteX10" fmla="*/ 514990 w 697450"/>
                  <a:gd name="connsiteY10" fmla="*/ 522473 h 575626"/>
                  <a:gd name="connsiteX11" fmla="*/ 537476 w 697450"/>
                  <a:gd name="connsiteY11" fmla="*/ 518548 h 575626"/>
                  <a:gd name="connsiteX12" fmla="*/ 652440 w 697450"/>
                  <a:gd name="connsiteY12" fmla="*/ 276148 h 575626"/>
                  <a:gd name="connsiteX13" fmla="*/ 697450 w 697450"/>
                  <a:gd name="connsiteY13" fmla="*/ 125895 h 575626"/>
                  <a:gd name="connsiteX14" fmla="*/ 509964 w 697450"/>
                  <a:gd name="connsiteY14" fmla="*/ 0 h 5756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697450" h="575626">
                    <a:moveTo>
                      <a:pt x="509964" y="0"/>
                    </a:moveTo>
                    <a:cubicBezTo>
                      <a:pt x="482525" y="12436"/>
                      <a:pt x="454426" y="22780"/>
                      <a:pt x="424530" y="27512"/>
                    </a:cubicBezTo>
                    <a:cubicBezTo>
                      <a:pt x="409160" y="31547"/>
                      <a:pt x="200251" y="45487"/>
                      <a:pt x="170391" y="55795"/>
                    </a:cubicBezTo>
                    <a:cubicBezTo>
                      <a:pt x="146621" y="59426"/>
                      <a:pt x="122814" y="63058"/>
                      <a:pt x="99044" y="66726"/>
                    </a:cubicBezTo>
                    <a:cubicBezTo>
                      <a:pt x="84554" y="82059"/>
                      <a:pt x="70064" y="97356"/>
                      <a:pt x="55574" y="112690"/>
                    </a:cubicBezTo>
                    <a:cubicBezTo>
                      <a:pt x="41965" y="127106"/>
                      <a:pt x="6199" y="185468"/>
                      <a:pt x="0" y="198711"/>
                    </a:cubicBezTo>
                    <a:cubicBezTo>
                      <a:pt x="1321" y="335538"/>
                      <a:pt x="40131" y="460663"/>
                      <a:pt x="115844" y="575627"/>
                    </a:cubicBezTo>
                    <a:cubicBezTo>
                      <a:pt x="169731" y="495218"/>
                      <a:pt x="215108" y="475079"/>
                      <a:pt x="293462" y="495585"/>
                    </a:cubicBezTo>
                    <a:cubicBezTo>
                      <a:pt x="315582" y="514219"/>
                      <a:pt x="322919" y="499546"/>
                      <a:pt x="330255" y="488541"/>
                    </a:cubicBezTo>
                    <a:cubicBezTo>
                      <a:pt x="346432" y="486524"/>
                      <a:pt x="370239" y="480912"/>
                      <a:pt x="385169" y="474602"/>
                    </a:cubicBezTo>
                    <a:cubicBezTo>
                      <a:pt x="432123" y="468549"/>
                      <a:pt x="475666" y="484030"/>
                      <a:pt x="514990" y="522473"/>
                    </a:cubicBezTo>
                    <a:cubicBezTo>
                      <a:pt x="527499" y="534689"/>
                      <a:pt x="530910" y="529736"/>
                      <a:pt x="537476" y="518548"/>
                    </a:cubicBezTo>
                    <a:cubicBezTo>
                      <a:pt x="582963" y="441111"/>
                      <a:pt x="621810" y="360555"/>
                      <a:pt x="652440" y="276148"/>
                    </a:cubicBezTo>
                    <a:cubicBezTo>
                      <a:pt x="670305" y="226956"/>
                      <a:pt x="687619" y="177545"/>
                      <a:pt x="697450" y="125895"/>
                    </a:cubicBezTo>
                    <a:cubicBezTo>
                      <a:pt x="644076" y="70321"/>
                      <a:pt x="581716" y="28136"/>
                      <a:pt x="509964" y="0"/>
                    </a:cubicBezTo>
                    <a:close/>
                  </a:path>
                </a:pathLst>
              </a:custGeom>
              <a:solidFill>
                <a:srgbClr val="FEFCFC"/>
              </a:solidFill>
              <a:ln w="366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1" name="자유형: 도형 20">
                <a:extLst>
                  <a:ext uri="{FF2B5EF4-FFF2-40B4-BE49-F238E27FC236}">
                    <a16:creationId xmlns:a16="http://schemas.microsoft.com/office/drawing/2014/main" id="{DCF6F6E9-B527-482F-B191-FEE9F3AF9D48}"/>
                  </a:ext>
                </a:extLst>
              </p:cNvPr>
              <p:cNvSpPr/>
              <p:nvPr/>
            </p:nvSpPr>
            <p:spPr>
              <a:xfrm>
                <a:off x="8704170" y="639896"/>
                <a:ext cx="948498" cy="1555521"/>
              </a:xfrm>
              <a:custGeom>
                <a:avLst/>
                <a:gdLst>
                  <a:gd name="connsiteX0" fmla="*/ 578304 w 948498"/>
                  <a:gd name="connsiteY0" fmla="*/ 1547887 h 1555521"/>
                  <a:gd name="connsiteX1" fmla="*/ 477573 w 948498"/>
                  <a:gd name="connsiteY1" fmla="*/ 1363373 h 1555521"/>
                  <a:gd name="connsiteX2" fmla="*/ 421375 w 948498"/>
                  <a:gd name="connsiteY2" fmla="*/ 1279883 h 1555521"/>
                  <a:gd name="connsiteX3" fmla="*/ 406592 w 948498"/>
                  <a:gd name="connsiteY3" fmla="*/ 1252554 h 1555521"/>
                  <a:gd name="connsiteX4" fmla="*/ 422218 w 948498"/>
                  <a:gd name="connsiteY4" fmla="*/ 1190340 h 1555521"/>
                  <a:gd name="connsiteX5" fmla="*/ 463413 w 948498"/>
                  <a:gd name="connsiteY5" fmla="*/ 1121120 h 1555521"/>
                  <a:gd name="connsiteX6" fmla="*/ 459195 w 948498"/>
                  <a:gd name="connsiteY6" fmla="*/ 1007476 h 1555521"/>
                  <a:gd name="connsiteX7" fmla="*/ 438359 w 948498"/>
                  <a:gd name="connsiteY7" fmla="*/ 978020 h 1555521"/>
                  <a:gd name="connsiteX8" fmla="*/ 312610 w 948498"/>
                  <a:gd name="connsiteY8" fmla="*/ 906709 h 1555521"/>
                  <a:gd name="connsiteX9" fmla="*/ 126738 w 948498"/>
                  <a:gd name="connsiteY9" fmla="*/ 703192 h 1555521"/>
                  <a:gd name="connsiteX10" fmla="*/ 104692 w 948498"/>
                  <a:gd name="connsiteY10" fmla="*/ 688042 h 1555521"/>
                  <a:gd name="connsiteX11" fmla="*/ 3154 w 948498"/>
                  <a:gd name="connsiteY11" fmla="*/ 537570 h 1555521"/>
                  <a:gd name="connsiteX12" fmla="*/ 71788 w 948498"/>
                  <a:gd name="connsiteY12" fmla="*/ 523777 h 1555521"/>
                  <a:gd name="connsiteX13" fmla="*/ 93320 w 948498"/>
                  <a:gd name="connsiteY13" fmla="*/ 557892 h 1555521"/>
                  <a:gd name="connsiteX14" fmla="*/ 92037 w 948498"/>
                  <a:gd name="connsiteY14" fmla="*/ 537863 h 1555521"/>
                  <a:gd name="connsiteX15" fmla="*/ 76813 w 948498"/>
                  <a:gd name="connsiteY15" fmla="*/ 460719 h 1555521"/>
                  <a:gd name="connsiteX16" fmla="*/ 137670 w 948498"/>
                  <a:gd name="connsiteY16" fmla="*/ 332659 h 1555521"/>
                  <a:gd name="connsiteX17" fmla="*/ 234439 w 948498"/>
                  <a:gd name="connsiteY17" fmla="*/ 191284 h 1555521"/>
                  <a:gd name="connsiteX18" fmla="*/ 288620 w 948498"/>
                  <a:gd name="connsiteY18" fmla="*/ 95835 h 1555521"/>
                  <a:gd name="connsiteX19" fmla="*/ 309639 w 948498"/>
                  <a:gd name="connsiteY19" fmla="*/ 87362 h 1555521"/>
                  <a:gd name="connsiteX20" fmla="*/ 318003 w 948498"/>
                  <a:gd name="connsiteY20" fmla="*/ 107721 h 1555521"/>
                  <a:gd name="connsiteX21" fmla="*/ 386709 w 948498"/>
                  <a:gd name="connsiteY21" fmla="*/ 200455 h 1555521"/>
                  <a:gd name="connsiteX22" fmla="*/ 393863 w 948498"/>
                  <a:gd name="connsiteY22" fmla="*/ 218319 h 1555521"/>
                  <a:gd name="connsiteX23" fmla="*/ 374898 w 948498"/>
                  <a:gd name="connsiteY23" fmla="*/ 263622 h 1555521"/>
                  <a:gd name="connsiteX24" fmla="*/ 402006 w 948498"/>
                  <a:gd name="connsiteY24" fmla="*/ 325360 h 1555521"/>
                  <a:gd name="connsiteX25" fmla="*/ 437955 w 948498"/>
                  <a:gd name="connsiteY25" fmla="*/ 236184 h 1555521"/>
                  <a:gd name="connsiteX26" fmla="*/ 435167 w 948498"/>
                  <a:gd name="connsiteY26" fmla="*/ 169421 h 1555521"/>
                  <a:gd name="connsiteX27" fmla="*/ 404134 w 948498"/>
                  <a:gd name="connsiteY27" fmla="*/ 153904 h 1555521"/>
                  <a:gd name="connsiteX28" fmla="*/ 384985 w 948498"/>
                  <a:gd name="connsiteY28" fmla="*/ 42682 h 1555521"/>
                  <a:gd name="connsiteX29" fmla="*/ 447713 w 948498"/>
                  <a:gd name="connsiteY29" fmla="*/ 9337 h 1555521"/>
                  <a:gd name="connsiteX30" fmla="*/ 504865 w 948498"/>
                  <a:gd name="connsiteY30" fmla="*/ 37106 h 1555521"/>
                  <a:gd name="connsiteX31" fmla="*/ 519391 w 948498"/>
                  <a:gd name="connsiteY31" fmla="*/ 128997 h 1555521"/>
                  <a:gd name="connsiteX32" fmla="*/ 520932 w 948498"/>
                  <a:gd name="connsiteY32" fmla="*/ 143523 h 1555521"/>
                  <a:gd name="connsiteX33" fmla="*/ 529185 w 948498"/>
                  <a:gd name="connsiteY33" fmla="*/ 161681 h 1555521"/>
                  <a:gd name="connsiteX34" fmla="*/ 544776 w 948498"/>
                  <a:gd name="connsiteY34" fmla="*/ 147778 h 1555521"/>
                  <a:gd name="connsiteX35" fmla="*/ 563227 w 948498"/>
                  <a:gd name="connsiteY35" fmla="*/ 24561 h 1555521"/>
                  <a:gd name="connsiteX36" fmla="*/ 563814 w 948498"/>
                  <a:gd name="connsiteY36" fmla="*/ 2588 h 1555521"/>
                  <a:gd name="connsiteX37" fmla="*/ 586411 w 948498"/>
                  <a:gd name="connsiteY37" fmla="*/ 4935 h 1555521"/>
                  <a:gd name="connsiteX38" fmla="*/ 699100 w 948498"/>
                  <a:gd name="connsiteY38" fmla="*/ 161974 h 1555521"/>
                  <a:gd name="connsiteX39" fmla="*/ 694515 w 948498"/>
                  <a:gd name="connsiteY39" fmla="*/ 198620 h 1555521"/>
                  <a:gd name="connsiteX40" fmla="*/ 706950 w 948498"/>
                  <a:gd name="connsiteY40" fmla="*/ 220814 h 1555521"/>
                  <a:gd name="connsiteX41" fmla="*/ 852104 w 948498"/>
                  <a:gd name="connsiteY41" fmla="*/ 311273 h 1555521"/>
                  <a:gd name="connsiteX42" fmla="*/ 860541 w 948498"/>
                  <a:gd name="connsiteY42" fmla="*/ 362593 h 1555521"/>
                  <a:gd name="connsiteX43" fmla="*/ 849573 w 948498"/>
                  <a:gd name="connsiteY43" fmla="*/ 429135 h 1555521"/>
                  <a:gd name="connsiteX44" fmla="*/ 860064 w 948498"/>
                  <a:gd name="connsiteY44" fmla="*/ 407015 h 1555521"/>
                  <a:gd name="connsiteX45" fmla="*/ 905477 w 948498"/>
                  <a:gd name="connsiteY45" fmla="*/ 382071 h 1555521"/>
                  <a:gd name="connsiteX46" fmla="*/ 939776 w 948498"/>
                  <a:gd name="connsiteY46" fmla="*/ 413508 h 1555521"/>
                  <a:gd name="connsiteX47" fmla="*/ 909293 w 948498"/>
                  <a:gd name="connsiteY47" fmla="*/ 571501 h 1555521"/>
                  <a:gd name="connsiteX48" fmla="*/ 894216 w 948498"/>
                  <a:gd name="connsiteY48" fmla="*/ 601764 h 1555521"/>
                  <a:gd name="connsiteX49" fmla="*/ 696459 w 948498"/>
                  <a:gd name="connsiteY49" fmla="*/ 924059 h 1555521"/>
                  <a:gd name="connsiteX50" fmla="*/ 685417 w 948498"/>
                  <a:gd name="connsiteY50" fmla="*/ 951828 h 1555521"/>
                  <a:gd name="connsiteX51" fmla="*/ 706877 w 948498"/>
                  <a:gd name="connsiteY51" fmla="*/ 1092434 h 1555521"/>
                  <a:gd name="connsiteX52" fmla="*/ 775327 w 948498"/>
                  <a:gd name="connsiteY52" fmla="*/ 1158683 h 1555521"/>
                  <a:gd name="connsiteX53" fmla="*/ 793338 w 948498"/>
                  <a:gd name="connsiteY53" fmla="*/ 1203913 h 1555521"/>
                  <a:gd name="connsiteX54" fmla="*/ 741212 w 948498"/>
                  <a:gd name="connsiteY54" fmla="*/ 1274527 h 1555521"/>
                  <a:gd name="connsiteX55" fmla="*/ 622873 w 948498"/>
                  <a:gd name="connsiteY55" fmla="*/ 1511865 h 1555521"/>
                  <a:gd name="connsiteX56" fmla="*/ 611502 w 948498"/>
                  <a:gd name="connsiteY56" fmla="*/ 1544586 h 1555521"/>
                  <a:gd name="connsiteX57" fmla="*/ 578304 w 948498"/>
                  <a:gd name="connsiteY57" fmla="*/ 1547887 h 15555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</a:cxnLst>
                <a:rect l="l" t="t" r="r" b="b"/>
                <a:pathLst>
                  <a:path w="948498" h="1555521">
                    <a:moveTo>
                      <a:pt x="578304" y="1547887"/>
                    </a:moveTo>
                    <a:cubicBezTo>
                      <a:pt x="545509" y="1485967"/>
                      <a:pt x="518034" y="1421148"/>
                      <a:pt x="477573" y="1363373"/>
                    </a:cubicBezTo>
                    <a:cubicBezTo>
                      <a:pt x="458351" y="1335897"/>
                      <a:pt x="439826" y="1307908"/>
                      <a:pt x="421375" y="1279883"/>
                    </a:cubicBezTo>
                    <a:cubicBezTo>
                      <a:pt x="415689" y="1271262"/>
                      <a:pt x="410700" y="1262018"/>
                      <a:pt x="406592" y="1252554"/>
                    </a:cubicBezTo>
                    <a:cubicBezTo>
                      <a:pt x="394266" y="1224088"/>
                      <a:pt x="397751" y="1209342"/>
                      <a:pt x="422218" y="1190340"/>
                    </a:cubicBezTo>
                    <a:cubicBezTo>
                      <a:pt x="445145" y="1172512"/>
                      <a:pt x="457177" y="1148668"/>
                      <a:pt x="463413" y="1121120"/>
                    </a:cubicBezTo>
                    <a:cubicBezTo>
                      <a:pt x="464514" y="1116204"/>
                      <a:pt x="459671" y="1034328"/>
                      <a:pt x="459195" y="1007476"/>
                    </a:cubicBezTo>
                    <a:cubicBezTo>
                      <a:pt x="458901" y="991629"/>
                      <a:pt x="452225" y="984403"/>
                      <a:pt x="438359" y="978020"/>
                    </a:cubicBezTo>
                    <a:cubicBezTo>
                      <a:pt x="394523" y="957808"/>
                      <a:pt x="353035" y="933157"/>
                      <a:pt x="312610" y="906709"/>
                    </a:cubicBezTo>
                    <a:cubicBezTo>
                      <a:pt x="233118" y="854766"/>
                      <a:pt x="171602" y="786536"/>
                      <a:pt x="126738" y="703192"/>
                    </a:cubicBezTo>
                    <a:cubicBezTo>
                      <a:pt x="121603" y="693692"/>
                      <a:pt x="115844" y="689510"/>
                      <a:pt x="104692" y="688042"/>
                    </a:cubicBezTo>
                    <a:cubicBezTo>
                      <a:pt x="36572" y="679202"/>
                      <a:pt x="-13280" y="604626"/>
                      <a:pt x="3154" y="537570"/>
                    </a:cubicBezTo>
                    <a:cubicBezTo>
                      <a:pt x="10564" y="507416"/>
                      <a:pt x="45999" y="500226"/>
                      <a:pt x="71788" y="523777"/>
                    </a:cubicBezTo>
                    <a:cubicBezTo>
                      <a:pt x="81252" y="532434"/>
                      <a:pt x="87011" y="543769"/>
                      <a:pt x="93320" y="557892"/>
                    </a:cubicBezTo>
                    <a:cubicBezTo>
                      <a:pt x="96512" y="548684"/>
                      <a:pt x="93761" y="543292"/>
                      <a:pt x="92037" y="537863"/>
                    </a:cubicBezTo>
                    <a:cubicBezTo>
                      <a:pt x="83966" y="512735"/>
                      <a:pt x="79674" y="486837"/>
                      <a:pt x="76813" y="460719"/>
                    </a:cubicBezTo>
                    <a:cubicBezTo>
                      <a:pt x="70724" y="405658"/>
                      <a:pt x="90753" y="361676"/>
                      <a:pt x="137670" y="332659"/>
                    </a:cubicBezTo>
                    <a:cubicBezTo>
                      <a:pt x="191337" y="299498"/>
                      <a:pt x="224755" y="254635"/>
                      <a:pt x="234439" y="191284"/>
                    </a:cubicBezTo>
                    <a:cubicBezTo>
                      <a:pt x="240198" y="153391"/>
                      <a:pt x="260337" y="121770"/>
                      <a:pt x="288620" y="95835"/>
                    </a:cubicBezTo>
                    <a:cubicBezTo>
                      <a:pt x="294379" y="90553"/>
                      <a:pt x="301018" y="84464"/>
                      <a:pt x="309639" y="87362"/>
                    </a:cubicBezTo>
                    <a:cubicBezTo>
                      <a:pt x="319250" y="90590"/>
                      <a:pt x="317929" y="99980"/>
                      <a:pt x="318003" y="107721"/>
                    </a:cubicBezTo>
                    <a:cubicBezTo>
                      <a:pt x="318516" y="155298"/>
                      <a:pt x="342213" y="185965"/>
                      <a:pt x="386709" y="200455"/>
                    </a:cubicBezTo>
                    <a:cubicBezTo>
                      <a:pt x="398338" y="204233"/>
                      <a:pt x="401786" y="207021"/>
                      <a:pt x="393863" y="218319"/>
                    </a:cubicBezTo>
                    <a:cubicBezTo>
                      <a:pt x="384362" y="231818"/>
                      <a:pt x="378052" y="247152"/>
                      <a:pt x="374898" y="263622"/>
                    </a:cubicBezTo>
                    <a:cubicBezTo>
                      <a:pt x="369945" y="289667"/>
                      <a:pt x="378089" y="309072"/>
                      <a:pt x="402006" y="325360"/>
                    </a:cubicBezTo>
                    <a:cubicBezTo>
                      <a:pt x="390011" y="285375"/>
                      <a:pt x="410590" y="259220"/>
                      <a:pt x="437955" y="236184"/>
                    </a:cubicBezTo>
                    <a:cubicBezTo>
                      <a:pt x="464367" y="213954"/>
                      <a:pt x="463560" y="189376"/>
                      <a:pt x="435167" y="169421"/>
                    </a:cubicBezTo>
                    <a:cubicBezTo>
                      <a:pt x="425630" y="162708"/>
                      <a:pt x="415029" y="158049"/>
                      <a:pt x="404134" y="153904"/>
                    </a:cubicBezTo>
                    <a:cubicBezTo>
                      <a:pt x="357033" y="136003"/>
                      <a:pt x="346395" y="75146"/>
                      <a:pt x="384985" y="42682"/>
                    </a:cubicBezTo>
                    <a:cubicBezTo>
                      <a:pt x="403400" y="27202"/>
                      <a:pt x="424860" y="16454"/>
                      <a:pt x="447713" y="9337"/>
                    </a:cubicBezTo>
                    <a:cubicBezTo>
                      <a:pt x="475408" y="717"/>
                      <a:pt x="493566" y="10364"/>
                      <a:pt x="504865" y="37106"/>
                    </a:cubicBezTo>
                    <a:cubicBezTo>
                      <a:pt x="517337" y="66599"/>
                      <a:pt x="515026" y="98293"/>
                      <a:pt x="519391" y="128997"/>
                    </a:cubicBezTo>
                    <a:cubicBezTo>
                      <a:pt x="520088" y="133839"/>
                      <a:pt x="519391" y="139011"/>
                      <a:pt x="520932" y="143523"/>
                    </a:cubicBezTo>
                    <a:cubicBezTo>
                      <a:pt x="523096" y="149906"/>
                      <a:pt x="519721" y="160580"/>
                      <a:pt x="529185" y="161681"/>
                    </a:cubicBezTo>
                    <a:cubicBezTo>
                      <a:pt x="536999" y="162598"/>
                      <a:pt x="541071" y="153867"/>
                      <a:pt x="544776" y="147778"/>
                    </a:cubicBezTo>
                    <a:cubicBezTo>
                      <a:pt x="568216" y="109371"/>
                      <a:pt x="574415" y="68250"/>
                      <a:pt x="563227" y="24561"/>
                    </a:cubicBezTo>
                    <a:cubicBezTo>
                      <a:pt x="561356" y="17224"/>
                      <a:pt x="555597" y="8787"/>
                      <a:pt x="563814" y="2588"/>
                    </a:cubicBezTo>
                    <a:cubicBezTo>
                      <a:pt x="571114" y="-2915"/>
                      <a:pt x="579478" y="1560"/>
                      <a:pt x="586411" y="4935"/>
                    </a:cubicBezTo>
                    <a:cubicBezTo>
                      <a:pt x="652110" y="36996"/>
                      <a:pt x="687068" y="91323"/>
                      <a:pt x="699100" y="161974"/>
                    </a:cubicBezTo>
                    <a:cubicBezTo>
                      <a:pt x="701228" y="174557"/>
                      <a:pt x="702475" y="186332"/>
                      <a:pt x="694515" y="198620"/>
                    </a:cubicBezTo>
                    <a:cubicBezTo>
                      <a:pt x="686848" y="210432"/>
                      <a:pt x="694845" y="219163"/>
                      <a:pt x="706950" y="220814"/>
                    </a:cubicBezTo>
                    <a:cubicBezTo>
                      <a:pt x="768981" y="229251"/>
                      <a:pt x="809259" y="272536"/>
                      <a:pt x="852104" y="311273"/>
                    </a:cubicBezTo>
                    <a:cubicBezTo>
                      <a:pt x="872903" y="330055"/>
                      <a:pt x="873050" y="337685"/>
                      <a:pt x="860541" y="362593"/>
                    </a:cubicBezTo>
                    <a:cubicBezTo>
                      <a:pt x="850527" y="382548"/>
                      <a:pt x="846015" y="403311"/>
                      <a:pt x="849573" y="429135"/>
                    </a:cubicBezTo>
                    <a:cubicBezTo>
                      <a:pt x="854012" y="419671"/>
                      <a:pt x="856506" y="413031"/>
                      <a:pt x="860064" y="407015"/>
                    </a:cubicBezTo>
                    <a:cubicBezTo>
                      <a:pt x="870225" y="389848"/>
                      <a:pt x="885009" y="380274"/>
                      <a:pt x="905477" y="382071"/>
                    </a:cubicBezTo>
                    <a:cubicBezTo>
                      <a:pt x="924699" y="383722"/>
                      <a:pt x="934787" y="397221"/>
                      <a:pt x="939776" y="413508"/>
                    </a:cubicBezTo>
                    <a:cubicBezTo>
                      <a:pt x="957457" y="471284"/>
                      <a:pt x="948727" y="524731"/>
                      <a:pt x="909293" y="571501"/>
                    </a:cubicBezTo>
                    <a:cubicBezTo>
                      <a:pt x="901516" y="580709"/>
                      <a:pt x="896564" y="590026"/>
                      <a:pt x="894216" y="601764"/>
                    </a:cubicBezTo>
                    <a:cubicBezTo>
                      <a:pt x="868208" y="733639"/>
                      <a:pt x="801555" y="840790"/>
                      <a:pt x="696459" y="924059"/>
                    </a:cubicBezTo>
                    <a:cubicBezTo>
                      <a:pt x="686334" y="932093"/>
                      <a:pt x="683583" y="939576"/>
                      <a:pt x="685417" y="951828"/>
                    </a:cubicBezTo>
                    <a:cubicBezTo>
                      <a:pt x="690773" y="987447"/>
                      <a:pt x="704859" y="1087592"/>
                      <a:pt x="706877" y="1092434"/>
                    </a:cubicBezTo>
                    <a:cubicBezTo>
                      <a:pt x="720156" y="1124421"/>
                      <a:pt x="740882" y="1148522"/>
                      <a:pt x="775327" y="1158683"/>
                    </a:cubicBezTo>
                    <a:cubicBezTo>
                      <a:pt x="803609" y="1167010"/>
                      <a:pt x="808121" y="1177978"/>
                      <a:pt x="793338" y="1203913"/>
                    </a:cubicBezTo>
                    <a:cubicBezTo>
                      <a:pt x="778775" y="1229444"/>
                      <a:pt x="759407" y="1251600"/>
                      <a:pt x="741212" y="1274527"/>
                    </a:cubicBezTo>
                    <a:cubicBezTo>
                      <a:pt x="685051" y="1345361"/>
                      <a:pt x="645433" y="1424303"/>
                      <a:pt x="622873" y="1511865"/>
                    </a:cubicBezTo>
                    <a:cubicBezTo>
                      <a:pt x="620012" y="1523016"/>
                      <a:pt x="615317" y="1533691"/>
                      <a:pt x="611502" y="1544586"/>
                    </a:cubicBezTo>
                    <a:cubicBezTo>
                      <a:pt x="601891" y="1558892"/>
                      <a:pt x="590592" y="1558268"/>
                      <a:pt x="578304" y="1547887"/>
                    </a:cubicBezTo>
                    <a:close/>
                  </a:path>
                </a:pathLst>
              </a:custGeom>
              <a:solidFill>
                <a:srgbClr val="F4AB93"/>
              </a:solidFill>
              <a:ln w="366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2" name="자유형: 도형 21">
                <a:extLst>
                  <a:ext uri="{FF2B5EF4-FFF2-40B4-BE49-F238E27FC236}">
                    <a16:creationId xmlns:a16="http://schemas.microsoft.com/office/drawing/2014/main" id="{5C9EBE0D-CD09-4465-AE7B-9A65331DAC88}"/>
                  </a:ext>
                </a:extLst>
              </p:cNvPr>
              <p:cNvSpPr/>
              <p:nvPr/>
            </p:nvSpPr>
            <p:spPr>
              <a:xfrm>
                <a:off x="10163345" y="2753578"/>
                <a:ext cx="241769" cy="205337"/>
              </a:xfrm>
              <a:custGeom>
                <a:avLst/>
                <a:gdLst>
                  <a:gd name="connsiteX0" fmla="*/ 221667 w 241769"/>
                  <a:gd name="connsiteY0" fmla="*/ 151096 h 205337"/>
                  <a:gd name="connsiteX1" fmla="*/ 113306 w 241769"/>
                  <a:gd name="connsiteY1" fmla="*/ 0 h 205337"/>
                  <a:gd name="connsiteX2" fmla="*/ 7109 w 241769"/>
                  <a:gd name="connsiteY2" fmla="*/ 46147 h 205337"/>
                  <a:gd name="connsiteX3" fmla="*/ 1424 w 241769"/>
                  <a:gd name="connsiteY3" fmla="*/ 65185 h 205337"/>
                  <a:gd name="connsiteX4" fmla="*/ 1424 w 241769"/>
                  <a:gd name="connsiteY4" fmla="*/ 65185 h 205337"/>
                  <a:gd name="connsiteX5" fmla="*/ 1424 w 241769"/>
                  <a:gd name="connsiteY5" fmla="*/ 65185 h 205337"/>
                  <a:gd name="connsiteX6" fmla="*/ 72588 w 241769"/>
                  <a:gd name="connsiteY6" fmla="*/ 201535 h 205337"/>
                  <a:gd name="connsiteX7" fmla="*/ 241769 w 241769"/>
                  <a:gd name="connsiteY7" fmla="*/ 168301 h 205337"/>
                  <a:gd name="connsiteX8" fmla="*/ 221667 w 241769"/>
                  <a:gd name="connsiteY8" fmla="*/ 151096 h 2053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41769" h="205337">
                    <a:moveTo>
                      <a:pt x="221667" y="151096"/>
                    </a:moveTo>
                    <a:cubicBezTo>
                      <a:pt x="185608" y="100694"/>
                      <a:pt x="149439" y="50365"/>
                      <a:pt x="113306" y="0"/>
                    </a:cubicBezTo>
                    <a:cubicBezTo>
                      <a:pt x="72258" y="2384"/>
                      <a:pt x="37372" y="18782"/>
                      <a:pt x="7109" y="46147"/>
                    </a:cubicBezTo>
                    <a:cubicBezTo>
                      <a:pt x="1056" y="51613"/>
                      <a:pt x="-1988" y="57262"/>
                      <a:pt x="1424" y="65185"/>
                    </a:cubicBezTo>
                    <a:cubicBezTo>
                      <a:pt x="1424" y="65185"/>
                      <a:pt x="1424" y="65185"/>
                      <a:pt x="1424" y="65185"/>
                    </a:cubicBezTo>
                    <a:cubicBezTo>
                      <a:pt x="1424" y="65185"/>
                      <a:pt x="1424" y="65185"/>
                      <a:pt x="1424" y="65185"/>
                    </a:cubicBezTo>
                    <a:cubicBezTo>
                      <a:pt x="43682" y="116798"/>
                      <a:pt x="51019" y="157149"/>
                      <a:pt x="72588" y="201535"/>
                    </a:cubicBezTo>
                    <a:cubicBezTo>
                      <a:pt x="133298" y="212540"/>
                      <a:pt x="189239" y="199114"/>
                      <a:pt x="241769" y="168301"/>
                    </a:cubicBezTo>
                    <a:cubicBezTo>
                      <a:pt x="231571" y="166613"/>
                      <a:pt x="227023" y="158543"/>
                      <a:pt x="221667" y="151096"/>
                    </a:cubicBezTo>
                    <a:close/>
                  </a:path>
                </a:pathLst>
              </a:custGeom>
              <a:solidFill>
                <a:schemeClr val="accent4">
                  <a:lumMod val="50000"/>
                </a:schemeClr>
              </a:solidFill>
              <a:ln w="366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</p:grpSp>
        <p:grpSp>
          <p:nvGrpSpPr>
            <p:cNvPr id="7" name="그룹 6">
              <a:extLst>
                <a:ext uri="{FF2B5EF4-FFF2-40B4-BE49-F238E27FC236}">
                  <a16:creationId xmlns:a16="http://schemas.microsoft.com/office/drawing/2014/main" id="{5F517699-9D62-4882-9392-D4B0F18DE0D6}"/>
                </a:ext>
              </a:extLst>
            </p:cNvPr>
            <p:cNvGrpSpPr/>
            <p:nvPr/>
          </p:nvGrpSpPr>
          <p:grpSpPr>
            <a:xfrm>
              <a:off x="9232273" y="2240828"/>
              <a:ext cx="1014914" cy="1246329"/>
              <a:chOff x="9232273" y="2240828"/>
              <a:chExt cx="1014914" cy="1246329"/>
            </a:xfrm>
          </p:grpSpPr>
          <p:sp>
            <p:nvSpPr>
              <p:cNvPr id="9" name="자유형: 도형 8">
                <a:extLst>
                  <a:ext uri="{FF2B5EF4-FFF2-40B4-BE49-F238E27FC236}">
                    <a16:creationId xmlns:a16="http://schemas.microsoft.com/office/drawing/2014/main" id="{7B626A27-FCD6-40CA-8DB4-0D1A6A38221C}"/>
                  </a:ext>
                </a:extLst>
              </p:cNvPr>
              <p:cNvSpPr/>
              <p:nvPr/>
            </p:nvSpPr>
            <p:spPr>
              <a:xfrm>
                <a:off x="9232273" y="2240828"/>
                <a:ext cx="1014914" cy="988012"/>
              </a:xfrm>
              <a:custGeom>
                <a:avLst/>
                <a:gdLst>
                  <a:gd name="connsiteX0" fmla="*/ 1014298 w 1014914"/>
                  <a:gd name="connsiteY0" fmla="*/ 958960 h 988012"/>
                  <a:gd name="connsiteX1" fmla="*/ 791560 w 1014914"/>
                  <a:gd name="connsiteY1" fmla="*/ 136348 h 988012"/>
                  <a:gd name="connsiteX2" fmla="*/ 791487 w 1014914"/>
                  <a:gd name="connsiteY2" fmla="*/ 130882 h 988012"/>
                  <a:gd name="connsiteX3" fmla="*/ 791487 w 1014914"/>
                  <a:gd name="connsiteY3" fmla="*/ 130882 h 988012"/>
                  <a:gd name="connsiteX4" fmla="*/ 761921 w 1014914"/>
                  <a:gd name="connsiteY4" fmla="*/ 18009 h 988012"/>
                  <a:gd name="connsiteX5" fmla="*/ 735472 w 1014914"/>
                  <a:gd name="connsiteY5" fmla="*/ 2603 h 988012"/>
                  <a:gd name="connsiteX6" fmla="*/ 634595 w 1014914"/>
                  <a:gd name="connsiteY6" fmla="*/ 34297 h 988012"/>
                  <a:gd name="connsiteX7" fmla="*/ 464313 w 1014914"/>
                  <a:gd name="connsiteY7" fmla="*/ 89247 h 988012"/>
                  <a:gd name="connsiteX8" fmla="*/ 88241 w 1014914"/>
                  <a:gd name="connsiteY8" fmla="*/ 210374 h 988012"/>
                  <a:gd name="connsiteX9" fmla="*/ 16783 w 1014914"/>
                  <a:gd name="connsiteY9" fmla="*/ 253036 h 988012"/>
                  <a:gd name="connsiteX10" fmla="*/ 6108 w 1014914"/>
                  <a:gd name="connsiteY10" fmla="*/ 316937 h 988012"/>
                  <a:gd name="connsiteX11" fmla="*/ 84426 w 1014914"/>
                  <a:gd name="connsiteY11" fmla="*/ 232457 h 988012"/>
                  <a:gd name="connsiteX12" fmla="*/ 293921 w 1014914"/>
                  <a:gd name="connsiteY12" fmla="*/ 167675 h 988012"/>
                  <a:gd name="connsiteX13" fmla="*/ 721680 w 1014914"/>
                  <a:gd name="connsiteY13" fmla="*/ 35727 h 988012"/>
                  <a:gd name="connsiteX14" fmla="*/ 741525 w 1014914"/>
                  <a:gd name="connsiteY14" fmla="*/ 46805 h 988012"/>
                  <a:gd name="connsiteX15" fmla="*/ 1000836 w 1014914"/>
                  <a:gd name="connsiteY15" fmla="*/ 988013 h 988012"/>
                  <a:gd name="connsiteX16" fmla="*/ 1014298 w 1014914"/>
                  <a:gd name="connsiteY16" fmla="*/ 958960 h 9880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014914" h="988012">
                    <a:moveTo>
                      <a:pt x="1014298" y="958960"/>
                    </a:moveTo>
                    <a:cubicBezTo>
                      <a:pt x="1004944" y="922497"/>
                      <a:pt x="830371" y="286894"/>
                      <a:pt x="791560" y="136348"/>
                    </a:cubicBezTo>
                    <a:cubicBezTo>
                      <a:pt x="791120" y="134624"/>
                      <a:pt x="791487" y="132716"/>
                      <a:pt x="791487" y="130882"/>
                    </a:cubicBezTo>
                    <a:cubicBezTo>
                      <a:pt x="791487" y="130882"/>
                      <a:pt x="791487" y="130882"/>
                      <a:pt x="791487" y="130882"/>
                    </a:cubicBezTo>
                    <a:cubicBezTo>
                      <a:pt x="781509" y="93282"/>
                      <a:pt x="770835" y="55829"/>
                      <a:pt x="761921" y="18009"/>
                    </a:cubicBezTo>
                    <a:cubicBezTo>
                      <a:pt x="758069" y="1759"/>
                      <a:pt x="753154" y="-3817"/>
                      <a:pt x="735472" y="2603"/>
                    </a:cubicBezTo>
                    <a:cubicBezTo>
                      <a:pt x="702348" y="14598"/>
                      <a:pt x="668270" y="23878"/>
                      <a:pt x="634595" y="34297"/>
                    </a:cubicBezTo>
                    <a:cubicBezTo>
                      <a:pt x="577846" y="52601"/>
                      <a:pt x="521062" y="70979"/>
                      <a:pt x="464313" y="89247"/>
                    </a:cubicBezTo>
                    <a:cubicBezTo>
                      <a:pt x="338931" y="129598"/>
                      <a:pt x="213513" y="169729"/>
                      <a:pt x="88241" y="210374"/>
                    </a:cubicBezTo>
                    <a:cubicBezTo>
                      <a:pt x="61353" y="219104"/>
                      <a:pt x="35785" y="231026"/>
                      <a:pt x="16783" y="253036"/>
                    </a:cubicBezTo>
                    <a:cubicBezTo>
                      <a:pt x="496" y="271891"/>
                      <a:pt x="-5667" y="293094"/>
                      <a:pt x="6108" y="316937"/>
                    </a:cubicBezTo>
                    <a:cubicBezTo>
                      <a:pt x="11060" y="269176"/>
                      <a:pt x="43818" y="247057"/>
                      <a:pt x="84426" y="232457"/>
                    </a:cubicBezTo>
                    <a:cubicBezTo>
                      <a:pt x="153280" y="207733"/>
                      <a:pt x="223747" y="188181"/>
                      <a:pt x="293921" y="167675"/>
                    </a:cubicBezTo>
                    <a:cubicBezTo>
                      <a:pt x="437168" y="125820"/>
                      <a:pt x="577480" y="74501"/>
                      <a:pt x="721680" y="35727"/>
                    </a:cubicBezTo>
                    <a:cubicBezTo>
                      <a:pt x="733601" y="32499"/>
                      <a:pt x="737930" y="33673"/>
                      <a:pt x="741525" y="46805"/>
                    </a:cubicBezTo>
                    <a:cubicBezTo>
                      <a:pt x="790790" y="228495"/>
                      <a:pt x="988070" y="941609"/>
                      <a:pt x="1000836" y="988013"/>
                    </a:cubicBezTo>
                    <a:cubicBezTo>
                      <a:pt x="1009603" y="977705"/>
                      <a:pt x="1017160" y="970185"/>
                      <a:pt x="1014298" y="958960"/>
                    </a:cubicBezTo>
                    <a:close/>
                  </a:path>
                </a:pathLst>
              </a:custGeom>
              <a:solidFill>
                <a:srgbClr val="AC342A"/>
              </a:solidFill>
              <a:ln w="366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0" name="자유형: 도형 9">
                <a:extLst>
                  <a:ext uri="{FF2B5EF4-FFF2-40B4-BE49-F238E27FC236}">
                    <a16:creationId xmlns:a16="http://schemas.microsoft.com/office/drawing/2014/main" id="{06C0D5A2-F7D4-4055-920C-76E4E8AF2782}"/>
                  </a:ext>
                </a:extLst>
              </p:cNvPr>
              <p:cNvSpPr/>
              <p:nvPr/>
            </p:nvSpPr>
            <p:spPr>
              <a:xfrm>
                <a:off x="9238638" y="2275035"/>
                <a:ext cx="984135" cy="1003657"/>
              </a:xfrm>
              <a:custGeom>
                <a:avLst/>
                <a:gdLst>
                  <a:gd name="connsiteX0" fmla="*/ 982879 w 984135"/>
                  <a:gd name="connsiteY0" fmla="*/ 932456 h 1003657"/>
                  <a:gd name="connsiteX1" fmla="*/ 735123 w 984135"/>
                  <a:gd name="connsiteY1" fmla="*/ 12599 h 1003657"/>
                  <a:gd name="connsiteX2" fmla="*/ 715278 w 984135"/>
                  <a:gd name="connsiteY2" fmla="*/ 1520 h 1003657"/>
                  <a:gd name="connsiteX3" fmla="*/ 287520 w 984135"/>
                  <a:gd name="connsiteY3" fmla="*/ 133468 h 1003657"/>
                  <a:gd name="connsiteX4" fmla="*/ 78024 w 984135"/>
                  <a:gd name="connsiteY4" fmla="*/ 198250 h 1003657"/>
                  <a:gd name="connsiteX5" fmla="*/ 0 w 984135"/>
                  <a:gd name="connsiteY5" fmla="*/ 280750 h 1003657"/>
                  <a:gd name="connsiteX6" fmla="*/ 652954 w 984135"/>
                  <a:gd name="connsiteY6" fmla="*/ 92017 h 1003657"/>
                  <a:gd name="connsiteX7" fmla="*/ 702586 w 984135"/>
                  <a:gd name="connsiteY7" fmla="*/ 119162 h 1003657"/>
                  <a:gd name="connsiteX8" fmla="*/ 945572 w 984135"/>
                  <a:gd name="connsiteY8" fmla="*/ 1003658 h 1003657"/>
                  <a:gd name="connsiteX9" fmla="*/ 983466 w 984135"/>
                  <a:gd name="connsiteY9" fmla="*/ 953806 h 1003657"/>
                  <a:gd name="connsiteX10" fmla="*/ 982879 w 984135"/>
                  <a:gd name="connsiteY10" fmla="*/ 932456 h 10036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984135" h="1003657">
                    <a:moveTo>
                      <a:pt x="982879" y="932456"/>
                    </a:moveTo>
                    <a:cubicBezTo>
                      <a:pt x="964868" y="863456"/>
                      <a:pt x="782114" y="185888"/>
                      <a:pt x="735123" y="12599"/>
                    </a:cubicBezTo>
                    <a:cubicBezTo>
                      <a:pt x="731565" y="-570"/>
                      <a:pt x="727236" y="-1708"/>
                      <a:pt x="715278" y="1520"/>
                    </a:cubicBezTo>
                    <a:cubicBezTo>
                      <a:pt x="571078" y="40331"/>
                      <a:pt x="430729" y="91613"/>
                      <a:pt x="287520" y="133468"/>
                    </a:cubicBezTo>
                    <a:cubicBezTo>
                      <a:pt x="217346" y="153974"/>
                      <a:pt x="146878" y="173526"/>
                      <a:pt x="78024" y="198250"/>
                    </a:cubicBezTo>
                    <a:cubicBezTo>
                      <a:pt x="38003" y="212630"/>
                      <a:pt x="5686" y="234383"/>
                      <a:pt x="0" y="280750"/>
                    </a:cubicBezTo>
                    <a:cubicBezTo>
                      <a:pt x="807" y="282180"/>
                      <a:pt x="436122" y="156322"/>
                      <a:pt x="652954" y="92017"/>
                    </a:cubicBezTo>
                    <a:cubicBezTo>
                      <a:pt x="691654" y="80535"/>
                      <a:pt x="692021" y="80498"/>
                      <a:pt x="702586" y="119162"/>
                    </a:cubicBezTo>
                    <a:cubicBezTo>
                      <a:pt x="743890" y="270295"/>
                      <a:pt x="922719" y="921672"/>
                      <a:pt x="945572" y="1003658"/>
                    </a:cubicBezTo>
                    <a:cubicBezTo>
                      <a:pt x="962960" y="988104"/>
                      <a:pt x="969343" y="972551"/>
                      <a:pt x="983466" y="953806"/>
                    </a:cubicBezTo>
                    <a:cubicBezTo>
                      <a:pt x="984163" y="946689"/>
                      <a:pt x="984750" y="939720"/>
                      <a:pt x="982879" y="932456"/>
                    </a:cubicBezTo>
                    <a:close/>
                  </a:path>
                </a:pathLst>
              </a:custGeom>
              <a:solidFill>
                <a:srgbClr val="FEFEFE"/>
              </a:solidFill>
              <a:ln w="366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1" name="자유형: 도형 10">
                <a:extLst>
                  <a:ext uri="{FF2B5EF4-FFF2-40B4-BE49-F238E27FC236}">
                    <a16:creationId xmlns:a16="http://schemas.microsoft.com/office/drawing/2014/main" id="{35543E65-B978-40F6-816C-AECA6A584570}"/>
                  </a:ext>
                </a:extLst>
              </p:cNvPr>
              <p:cNvSpPr/>
              <p:nvPr/>
            </p:nvSpPr>
            <p:spPr>
              <a:xfrm>
                <a:off x="9241022" y="2351240"/>
                <a:ext cx="943904" cy="1135917"/>
              </a:xfrm>
              <a:custGeom>
                <a:avLst/>
                <a:gdLst>
                  <a:gd name="connsiteX0" fmla="*/ 942602 w 943904"/>
                  <a:gd name="connsiteY0" fmla="*/ 897006 h 1135917"/>
                  <a:gd name="connsiteX1" fmla="*/ 704860 w 943904"/>
                  <a:gd name="connsiteY1" fmla="*/ 27110 h 1135917"/>
                  <a:gd name="connsiteX2" fmla="*/ 661941 w 943904"/>
                  <a:gd name="connsiteY2" fmla="*/ 3339 h 1135917"/>
                  <a:gd name="connsiteX3" fmla="*/ 24761 w 943904"/>
                  <a:gd name="connsiteY3" fmla="*/ 192513 h 1135917"/>
                  <a:gd name="connsiteX4" fmla="*/ 0 w 943904"/>
                  <a:gd name="connsiteY4" fmla="*/ 208800 h 1135917"/>
                  <a:gd name="connsiteX5" fmla="*/ 290565 w 943904"/>
                  <a:gd name="connsiteY5" fmla="*/ 1121431 h 1135917"/>
                  <a:gd name="connsiteX6" fmla="*/ 312904 w 943904"/>
                  <a:gd name="connsiteY6" fmla="*/ 1134050 h 1135917"/>
                  <a:gd name="connsiteX7" fmla="*/ 935815 w 943904"/>
                  <a:gd name="connsiteY7" fmla="*/ 927416 h 1135917"/>
                  <a:gd name="connsiteX8" fmla="*/ 942602 w 943904"/>
                  <a:gd name="connsiteY8" fmla="*/ 897006 h 11359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943904" h="1135917">
                    <a:moveTo>
                      <a:pt x="942602" y="897006"/>
                    </a:moveTo>
                    <a:cubicBezTo>
                      <a:pt x="923710" y="827529"/>
                      <a:pt x="743780" y="172080"/>
                      <a:pt x="704860" y="27110"/>
                    </a:cubicBezTo>
                    <a:cubicBezTo>
                      <a:pt x="697707" y="442"/>
                      <a:pt x="688720" y="-4401"/>
                      <a:pt x="661941" y="3339"/>
                    </a:cubicBezTo>
                    <a:cubicBezTo>
                      <a:pt x="616198" y="16582"/>
                      <a:pt x="82206" y="175859"/>
                      <a:pt x="24761" y="192513"/>
                    </a:cubicBezTo>
                    <a:cubicBezTo>
                      <a:pt x="15114" y="195301"/>
                      <a:pt x="3852" y="196731"/>
                      <a:pt x="0" y="208800"/>
                    </a:cubicBezTo>
                    <a:cubicBezTo>
                      <a:pt x="5282" y="242071"/>
                      <a:pt x="265070" y="1040546"/>
                      <a:pt x="290565" y="1121431"/>
                    </a:cubicBezTo>
                    <a:cubicBezTo>
                      <a:pt x="294526" y="1133977"/>
                      <a:pt x="298048" y="1138966"/>
                      <a:pt x="312904" y="1134050"/>
                    </a:cubicBezTo>
                    <a:cubicBezTo>
                      <a:pt x="429372" y="1095680"/>
                      <a:pt x="913328" y="941282"/>
                      <a:pt x="935815" y="927416"/>
                    </a:cubicBezTo>
                    <a:cubicBezTo>
                      <a:pt x="943959" y="922647"/>
                      <a:pt x="945389" y="907167"/>
                      <a:pt x="942602" y="897006"/>
                    </a:cubicBezTo>
                    <a:close/>
                  </a:path>
                </a:pathLst>
              </a:custGeom>
              <a:solidFill>
                <a:srgbClr val="DC5849"/>
              </a:solidFill>
              <a:ln w="366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2" name="자유형: 도형 11">
                <a:extLst>
                  <a:ext uri="{FF2B5EF4-FFF2-40B4-BE49-F238E27FC236}">
                    <a16:creationId xmlns:a16="http://schemas.microsoft.com/office/drawing/2014/main" id="{8A97B7CD-5E37-44DA-A4DE-D5EF768C2CB1}"/>
                  </a:ext>
                </a:extLst>
              </p:cNvPr>
              <p:cNvSpPr/>
              <p:nvPr/>
            </p:nvSpPr>
            <p:spPr>
              <a:xfrm>
                <a:off x="9449297" y="2554354"/>
                <a:ext cx="406061" cy="312708"/>
              </a:xfrm>
              <a:custGeom>
                <a:avLst/>
                <a:gdLst>
                  <a:gd name="connsiteX0" fmla="*/ 2174 w 406061"/>
                  <a:gd name="connsiteY0" fmla="*/ 136240 h 312708"/>
                  <a:gd name="connsiteX1" fmla="*/ 15710 w 406061"/>
                  <a:gd name="connsiteY1" fmla="*/ 109938 h 312708"/>
                  <a:gd name="connsiteX2" fmla="*/ 329165 w 406061"/>
                  <a:gd name="connsiteY2" fmla="*/ 2274 h 312708"/>
                  <a:gd name="connsiteX3" fmla="*/ 356310 w 406061"/>
                  <a:gd name="connsiteY3" fmla="*/ 22487 h 312708"/>
                  <a:gd name="connsiteX4" fmla="*/ 401283 w 406061"/>
                  <a:gd name="connsiteY4" fmla="*/ 170025 h 312708"/>
                  <a:gd name="connsiteX5" fmla="*/ 391746 w 406061"/>
                  <a:gd name="connsiteY5" fmla="*/ 206598 h 312708"/>
                  <a:gd name="connsiteX6" fmla="*/ 92927 w 406061"/>
                  <a:gd name="connsiteY6" fmla="*/ 311254 h 312708"/>
                  <a:gd name="connsiteX7" fmla="*/ 59253 w 406061"/>
                  <a:gd name="connsiteY7" fmla="*/ 295150 h 312708"/>
                  <a:gd name="connsiteX8" fmla="*/ 2174 w 406061"/>
                  <a:gd name="connsiteY8" fmla="*/ 136240 h 3127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406061" h="312708">
                    <a:moveTo>
                      <a:pt x="2174" y="136240"/>
                    </a:moveTo>
                    <a:cubicBezTo>
                      <a:pt x="-2888" y="120943"/>
                      <a:pt x="597" y="115074"/>
                      <a:pt x="15710" y="109938"/>
                    </a:cubicBezTo>
                    <a:cubicBezTo>
                      <a:pt x="120403" y="74613"/>
                      <a:pt x="224802" y="38480"/>
                      <a:pt x="329165" y="2274"/>
                    </a:cubicBezTo>
                    <a:cubicBezTo>
                      <a:pt x="345195" y="-3301"/>
                      <a:pt x="348533" y="624"/>
                      <a:pt x="356310" y="22487"/>
                    </a:cubicBezTo>
                    <a:cubicBezTo>
                      <a:pt x="379824" y="88589"/>
                      <a:pt x="387161" y="117935"/>
                      <a:pt x="401283" y="170025"/>
                    </a:cubicBezTo>
                    <a:cubicBezTo>
                      <a:pt x="407740" y="193869"/>
                      <a:pt x="410234" y="200691"/>
                      <a:pt x="391746" y="206598"/>
                    </a:cubicBezTo>
                    <a:cubicBezTo>
                      <a:pt x="320214" y="229414"/>
                      <a:pt x="177775" y="282017"/>
                      <a:pt x="92927" y="311254"/>
                    </a:cubicBezTo>
                    <a:cubicBezTo>
                      <a:pt x="79171" y="315986"/>
                      <a:pt x="64205" y="308796"/>
                      <a:pt x="59253" y="295150"/>
                    </a:cubicBezTo>
                    <a:cubicBezTo>
                      <a:pt x="41388" y="245812"/>
                      <a:pt x="16187" y="178498"/>
                      <a:pt x="2174" y="136240"/>
                    </a:cubicBezTo>
                    <a:close/>
                  </a:path>
                </a:pathLst>
              </a:custGeom>
              <a:solidFill>
                <a:srgbClr val="DE7265"/>
              </a:solidFill>
              <a:ln w="366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</p:grpSp>
        <p:sp>
          <p:nvSpPr>
            <p:cNvPr id="8" name="자유형: 도형 7">
              <a:extLst>
                <a:ext uri="{FF2B5EF4-FFF2-40B4-BE49-F238E27FC236}">
                  <a16:creationId xmlns:a16="http://schemas.microsoft.com/office/drawing/2014/main" id="{5EF2C35C-202C-4E6A-872F-2FAED9D6B2E9}"/>
                </a:ext>
              </a:extLst>
            </p:cNvPr>
            <p:cNvSpPr/>
            <p:nvPr/>
          </p:nvSpPr>
          <p:spPr>
            <a:xfrm>
              <a:off x="9341642" y="2816026"/>
              <a:ext cx="894641" cy="410257"/>
            </a:xfrm>
            <a:custGeom>
              <a:avLst/>
              <a:gdLst>
                <a:gd name="connsiteX0" fmla="*/ 825805 w 894641"/>
                <a:gd name="connsiteY0" fmla="*/ 244 h 410257"/>
                <a:gd name="connsiteX1" fmla="*/ 633550 w 894641"/>
                <a:gd name="connsiteY1" fmla="*/ 62054 h 410257"/>
                <a:gd name="connsiteX2" fmla="*/ 434546 w 894641"/>
                <a:gd name="connsiteY2" fmla="*/ 124305 h 410257"/>
                <a:gd name="connsiteX3" fmla="*/ 403989 w 894641"/>
                <a:gd name="connsiteY3" fmla="*/ 116822 h 410257"/>
                <a:gd name="connsiteX4" fmla="*/ 252783 w 894641"/>
                <a:gd name="connsiteY4" fmla="*/ 31974 h 410257"/>
                <a:gd name="connsiteX5" fmla="*/ 252783 w 894641"/>
                <a:gd name="connsiteY5" fmla="*/ 31974 h 410257"/>
                <a:gd name="connsiteX6" fmla="*/ 252783 w 894641"/>
                <a:gd name="connsiteY6" fmla="*/ 31974 h 410257"/>
                <a:gd name="connsiteX7" fmla="*/ 157151 w 894641"/>
                <a:gd name="connsiteY7" fmla="*/ 24748 h 410257"/>
                <a:gd name="connsiteX8" fmla="*/ 157151 w 894641"/>
                <a:gd name="connsiteY8" fmla="*/ 24748 h 410257"/>
                <a:gd name="connsiteX9" fmla="*/ 157151 w 894641"/>
                <a:gd name="connsiteY9" fmla="*/ 24748 h 410257"/>
                <a:gd name="connsiteX10" fmla="*/ 157664 w 894641"/>
                <a:gd name="connsiteY10" fmla="*/ 45657 h 410257"/>
                <a:gd name="connsiteX11" fmla="*/ 207590 w 894641"/>
                <a:gd name="connsiteY11" fmla="*/ 82597 h 410257"/>
                <a:gd name="connsiteX12" fmla="*/ 262651 w 894641"/>
                <a:gd name="connsiteY12" fmla="*/ 124782 h 410257"/>
                <a:gd name="connsiteX13" fmla="*/ 255461 w 894641"/>
                <a:gd name="connsiteY13" fmla="*/ 154568 h 410257"/>
                <a:gd name="connsiteX14" fmla="*/ 162176 w 894641"/>
                <a:gd name="connsiteY14" fmla="*/ 170635 h 410257"/>
                <a:gd name="connsiteX15" fmla="*/ 72450 w 894641"/>
                <a:gd name="connsiteY15" fmla="*/ 171699 h 410257"/>
                <a:gd name="connsiteX16" fmla="*/ 25863 w 894641"/>
                <a:gd name="connsiteY16" fmla="*/ 147048 h 410257"/>
                <a:gd name="connsiteX17" fmla="*/ 25863 w 894641"/>
                <a:gd name="connsiteY17" fmla="*/ 147048 h 410257"/>
                <a:gd name="connsiteX18" fmla="*/ 13171 w 894641"/>
                <a:gd name="connsiteY18" fmla="*/ 221991 h 410257"/>
                <a:gd name="connsiteX19" fmla="*/ 12841 w 894641"/>
                <a:gd name="connsiteY19" fmla="*/ 237215 h 410257"/>
                <a:gd name="connsiteX20" fmla="*/ 39876 w 894641"/>
                <a:gd name="connsiteY20" fmla="*/ 295173 h 410257"/>
                <a:gd name="connsiteX21" fmla="*/ 51101 w 894641"/>
                <a:gd name="connsiteY21" fmla="*/ 312708 h 410257"/>
                <a:gd name="connsiteX22" fmla="*/ 85986 w 894641"/>
                <a:gd name="connsiteY22" fmla="*/ 362780 h 410257"/>
                <a:gd name="connsiteX23" fmla="*/ 102897 w 894641"/>
                <a:gd name="connsiteY23" fmla="*/ 382589 h 410257"/>
                <a:gd name="connsiteX24" fmla="*/ 107996 w 894641"/>
                <a:gd name="connsiteY24" fmla="*/ 396088 h 410257"/>
                <a:gd name="connsiteX25" fmla="*/ 150511 w 894641"/>
                <a:gd name="connsiteY25" fmla="*/ 410174 h 410257"/>
                <a:gd name="connsiteX26" fmla="*/ 260229 w 894641"/>
                <a:gd name="connsiteY26" fmla="*/ 393520 h 410257"/>
                <a:gd name="connsiteX27" fmla="*/ 433299 w 894641"/>
                <a:gd name="connsiteY27" fmla="*/ 303574 h 410257"/>
                <a:gd name="connsiteX28" fmla="*/ 503620 w 894641"/>
                <a:gd name="connsiteY28" fmla="*/ 261499 h 410257"/>
                <a:gd name="connsiteX29" fmla="*/ 725257 w 894641"/>
                <a:gd name="connsiteY29" fmla="*/ 192755 h 410257"/>
                <a:gd name="connsiteX30" fmla="*/ 894291 w 894641"/>
                <a:gd name="connsiteY30" fmla="*/ 139052 h 410257"/>
                <a:gd name="connsiteX31" fmla="*/ 825805 w 894641"/>
                <a:gd name="connsiteY31" fmla="*/ 244 h 4102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894641" h="410257">
                  <a:moveTo>
                    <a:pt x="825805" y="244"/>
                  </a:moveTo>
                  <a:cubicBezTo>
                    <a:pt x="815827" y="-4158"/>
                    <a:pt x="663557" y="52407"/>
                    <a:pt x="633550" y="62054"/>
                  </a:cubicBezTo>
                  <a:cubicBezTo>
                    <a:pt x="567374" y="83257"/>
                    <a:pt x="500722" y="103102"/>
                    <a:pt x="434546" y="124305"/>
                  </a:cubicBezTo>
                  <a:cubicBezTo>
                    <a:pt x="421670" y="128450"/>
                    <a:pt x="413527" y="126286"/>
                    <a:pt x="403989" y="116822"/>
                  </a:cubicBezTo>
                  <a:cubicBezTo>
                    <a:pt x="361474" y="74746"/>
                    <a:pt x="311365" y="45657"/>
                    <a:pt x="252783" y="31974"/>
                  </a:cubicBezTo>
                  <a:cubicBezTo>
                    <a:pt x="252783" y="31974"/>
                    <a:pt x="252783" y="31974"/>
                    <a:pt x="252783" y="31974"/>
                  </a:cubicBezTo>
                  <a:cubicBezTo>
                    <a:pt x="252783" y="31974"/>
                    <a:pt x="252783" y="31974"/>
                    <a:pt x="252783" y="31974"/>
                  </a:cubicBezTo>
                  <a:cubicBezTo>
                    <a:pt x="221236" y="25005"/>
                    <a:pt x="189835" y="16384"/>
                    <a:pt x="157151" y="24748"/>
                  </a:cubicBezTo>
                  <a:lnTo>
                    <a:pt x="157151" y="24748"/>
                  </a:lnTo>
                  <a:lnTo>
                    <a:pt x="157151" y="24748"/>
                  </a:lnTo>
                  <a:cubicBezTo>
                    <a:pt x="146660" y="31974"/>
                    <a:pt x="150841" y="38797"/>
                    <a:pt x="157664" y="45657"/>
                  </a:cubicBezTo>
                  <a:cubicBezTo>
                    <a:pt x="172447" y="60514"/>
                    <a:pt x="190532" y="70858"/>
                    <a:pt x="207590" y="82597"/>
                  </a:cubicBezTo>
                  <a:cubicBezTo>
                    <a:pt x="226665" y="95729"/>
                    <a:pt x="247097" y="107101"/>
                    <a:pt x="262651" y="124782"/>
                  </a:cubicBezTo>
                  <a:cubicBezTo>
                    <a:pt x="275416" y="139308"/>
                    <a:pt x="273325" y="147158"/>
                    <a:pt x="255461" y="154568"/>
                  </a:cubicBezTo>
                  <a:cubicBezTo>
                    <a:pt x="225564" y="166967"/>
                    <a:pt x="193834" y="169205"/>
                    <a:pt x="162176" y="170635"/>
                  </a:cubicBezTo>
                  <a:cubicBezTo>
                    <a:pt x="132316" y="171993"/>
                    <a:pt x="102347" y="171552"/>
                    <a:pt x="72450" y="171699"/>
                  </a:cubicBezTo>
                  <a:cubicBezTo>
                    <a:pt x="52642" y="171809"/>
                    <a:pt x="37455" y="162712"/>
                    <a:pt x="25863" y="147048"/>
                  </a:cubicBezTo>
                  <a:cubicBezTo>
                    <a:pt x="25863" y="147048"/>
                    <a:pt x="25863" y="147048"/>
                    <a:pt x="25863" y="147048"/>
                  </a:cubicBezTo>
                  <a:cubicBezTo>
                    <a:pt x="-4584" y="174634"/>
                    <a:pt x="-7262" y="188757"/>
                    <a:pt x="13171" y="221991"/>
                  </a:cubicBezTo>
                  <a:cubicBezTo>
                    <a:pt x="16913" y="228081"/>
                    <a:pt x="14235" y="232189"/>
                    <a:pt x="12841" y="237215"/>
                  </a:cubicBezTo>
                  <a:cubicBezTo>
                    <a:pt x="5577" y="263516"/>
                    <a:pt x="14822" y="284939"/>
                    <a:pt x="39876" y="295173"/>
                  </a:cubicBezTo>
                  <a:cubicBezTo>
                    <a:pt x="49193" y="298988"/>
                    <a:pt x="51358" y="303794"/>
                    <a:pt x="51101" y="312708"/>
                  </a:cubicBezTo>
                  <a:cubicBezTo>
                    <a:pt x="50404" y="337762"/>
                    <a:pt x="63573" y="354086"/>
                    <a:pt x="85986" y="362780"/>
                  </a:cubicBezTo>
                  <a:cubicBezTo>
                    <a:pt x="95890" y="366632"/>
                    <a:pt x="103080" y="370373"/>
                    <a:pt x="102897" y="382589"/>
                  </a:cubicBezTo>
                  <a:cubicBezTo>
                    <a:pt x="102824" y="387064"/>
                    <a:pt x="106198" y="391576"/>
                    <a:pt x="107996" y="396088"/>
                  </a:cubicBezTo>
                  <a:cubicBezTo>
                    <a:pt x="120431" y="406139"/>
                    <a:pt x="134774" y="409771"/>
                    <a:pt x="150511" y="410174"/>
                  </a:cubicBezTo>
                  <a:cubicBezTo>
                    <a:pt x="188111" y="411091"/>
                    <a:pt x="224464" y="404342"/>
                    <a:pt x="260229" y="393520"/>
                  </a:cubicBezTo>
                  <a:cubicBezTo>
                    <a:pt x="323544" y="374372"/>
                    <a:pt x="377505" y="337285"/>
                    <a:pt x="433299" y="303574"/>
                  </a:cubicBezTo>
                  <a:cubicBezTo>
                    <a:pt x="456666" y="289451"/>
                    <a:pt x="477098" y="269936"/>
                    <a:pt x="503620" y="261499"/>
                  </a:cubicBezTo>
                  <a:cubicBezTo>
                    <a:pt x="577352" y="238095"/>
                    <a:pt x="651232" y="215168"/>
                    <a:pt x="725257" y="192755"/>
                  </a:cubicBezTo>
                  <a:cubicBezTo>
                    <a:pt x="738317" y="188793"/>
                    <a:pt x="880682" y="143674"/>
                    <a:pt x="894291" y="139052"/>
                  </a:cubicBezTo>
                  <a:cubicBezTo>
                    <a:pt x="900014" y="128670"/>
                    <a:pt x="833692" y="5820"/>
                    <a:pt x="825805" y="244"/>
                  </a:cubicBezTo>
                  <a:close/>
                </a:path>
              </a:pathLst>
            </a:custGeom>
            <a:solidFill>
              <a:srgbClr val="EBAE93"/>
            </a:solidFill>
            <a:ln w="366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</p:grp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1365" y="1288920"/>
            <a:ext cx="9736413" cy="3731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08842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DF8EF26-7AD5-4E7F-95B3-9A57CF80C483}"/>
              </a:ext>
            </a:extLst>
          </p:cNvPr>
          <p:cNvSpPr txBox="1"/>
          <p:nvPr/>
        </p:nvSpPr>
        <p:spPr>
          <a:xfrm>
            <a:off x="1" y="5008928"/>
            <a:ext cx="12191999" cy="1015663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6000" dirty="0">
                <a:solidFill>
                  <a:schemeClr val="bg1"/>
                </a:solidFill>
                <a:cs typeface="Arial" pitchFamily="34" charset="0"/>
              </a:rPr>
              <a:t>THANK YOU</a:t>
            </a:r>
            <a:endParaRPr lang="ko-KR" altLang="en-US" sz="6000" dirty="0">
              <a:solidFill>
                <a:schemeClr val="bg1"/>
              </a:solidFill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216565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Cover and End Slide Master">
  <a:themeElements>
    <a:clrScheme name="ALLPPT-122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F0D23F"/>
      </a:accent1>
      <a:accent2>
        <a:srgbClr val="F79465"/>
      </a:accent2>
      <a:accent3>
        <a:srgbClr val="ED3B55"/>
      </a:accent3>
      <a:accent4>
        <a:srgbClr val="54CBA0"/>
      </a:accent4>
      <a:accent5>
        <a:srgbClr val="78AAE1"/>
      </a:accent5>
      <a:accent6>
        <a:srgbClr val="77DBE1"/>
      </a:accent6>
      <a:hlink>
        <a:srgbClr val="FFFFFF"/>
      </a:hlink>
      <a:folHlink>
        <a:srgbClr val="800080"/>
      </a:folHlink>
    </a:clrScheme>
    <a:fontScheme name="ALLPPT PONTS">
      <a:majorFont>
        <a:latin typeface="Arial"/>
        <a:ea typeface="Malgun Gothic"/>
        <a:cs typeface=""/>
      </a:majorFont>
      <a:minorFont>
        <a:latin typeface="Arial"/>
        <a:ea typeface="맑은 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ontents Slide Master">
  <a:themeElements>
    <a:clrScheme name="ALLPPT-122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F0D23F"/>
      </a:accent1>
      <a:accent2>
        <a:srgbClr val="F79465"/>
      </a:accent2>
      <a:accent3>
        <a:srgbClr val="ED3B55"/>
      </a:accent3>
      <a:accent4>
        <a:srgbClr val="54CBA0"/>
      </a:accent4>
      <a:accent5>
        <a:srgbClr val="78AAE1"/>
      </a:accent5>
      <a:accent6>
        <a:srgbClr val="77DBE1"/>
      </a:accent6>
      <a:hlink>
        <a:srgbClr val="FFFFFF"/>
      </a:hlink>
      <a:folHlink>
        <a:srgbClr val="800080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Section Break Slide Master">
  <a:themeElements>
    <a:clrScheme name="ALLPPT-628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11094</TotalTime>
  <Words>1351</Words>
  <Application>Microsoft Office PowerPoint</Application>
  <PresentationFormat>Widescreen</PresentationFormat>
  <Paragraphs>113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21</vt:i4>
      </vt:variant>
    </vt:vector>
  </HeadingPairs>
  <TitlesOfParts>
    <vt:vector size="28" baseType="lpstr">
      <vt:lpstr>맑은 고딕</vt:lpstr>
      <vt:lpstr>Arial</vt:lpstr>
      <vt:lpstr>Arial Unicode MS</vt:lpstr>
      <vt:lpstr>Calibri</vt:lpstr>
      <vt:lpstr>Cover and End Slide Master</vt:lpstr>
      <vt:lpstr>Contents Slide Master</vt:lpstr>
      <vt:lpstr>Section Break Slide Master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Allppt.com</dc:creator>
  <cp:lastModifiedBy>P SAYUF ALIKHAN</cp:lastModifiedBy>
  <cp:revision>198</cp:revision>
  <dcterms:created xsi:type="dcterms:W3CDTF">2020-01-20T05:08:25Z</dcterms:created>
  <dcterms:modified xsi:type="dcterms:W3CDTF">2026-06-30T10:29:36Z</dcterms:modified>
</cp:coreProperties>
</file>